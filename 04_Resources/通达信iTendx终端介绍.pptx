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4.xml" ContentType="application/vnd.openxmlformats-officedocument.them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1.xml" ContentType="application/vnd.openxmlformats-officedocument.presentationml.notesSlide+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notesSlides/notesSlide2.xml" ContentType="application/vnd.openxmlformats-officedocument.presentationml.notesSlide+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notesSlides/notesSlide3.xml" ContentType="application/vnd.openxmlformats-officedocument.presentationml.notesSlide+xml"/>
  <Override PartName="/ppt/tags/tag395.xml" ContentType="application/vnd.openxmlformats-officedocument.presentationml.tags+xml"/>
  <Override PartName="/ppt/tags/tag396.xml" ContentType="application/vnd.openxmlformats-officedocument.presentationml.tags+xml"/>
  <Override PartName="/ppt/notesSlides/notesSlide4.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notesSlides/notesSlide5.xml" ContentType="application/vnd.openxmlformats-officedocument.presentationml.notesSlide+xml"/>
  <Override PartName="/ppt/tags/tag401.xml" ContentType="application/vnd.openxmlformats-officedocument.presentationml.tags+xml"/>
  <Override PartName="/ppt/tags/tag402.xml" ContentType="application/vnd.openxmlformats-officedocument.presentationml.tags+xml"/>
  <Override PartName="/ppt/notesSlides/notesSlide6.xml" ContentType="application/vnd.openxmlformats-officedocument.presentationml.notesSlide+xml"/>
  <Override PartName="/ppt/tags/tag403.xml" ContentType="application/vnd.openxmlformats-officedocument.presentationml.tags+xml"/>
  <Override PartName="/ppt/tags/tag404.xml" ContentType="application/vnd.openxmlformats-officedocument.presentationml.tags+xml"/>
  <Override PartName="/ppt/notesSlides/notesSlide7.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notesSlides/notesSlide8.xml" ContentType="application/vnd.openxmlformats-officedocument.presentationml.notesSlide+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60" r:id="rId3"/>
    <p:sldMasterId id="2147483708" r:id="rId4"/>
  </p:sldMasterIdLst>
  <p:notesMasterIdLst>
    <p:notesMasterId r:id="rId174"/>
  </p:notesMasterIdLst>
  <p:handoutMasterIdLst>
    <p:handoutMasterId r:id="rId175"/>
  </p:handoutMasterIdLst>
  <p:sldIdLst>
    <p:sldId id="358" r:id="rId5"/>
    <p:sldId id="356" r:id="rId6"/>
    <p:sldId id="326" r:id="rId7"/>
    <p:sldId id="556" r:id="rId8"/>
    <p:sldId id="559" r:id="rId9"/>
    <p:sldId id="518" r:id="rId10"/>
    <p:sldId id="831" r:id="rId11"/>
    <p:sldId id="642" r:id="rId12"/>
    <p:sldId id="936" r:id="rId13"/>
    <p:sldId id="842" r:id="rId14"/>
    <p:sldId id="525" r:id="rId15"/>
    <p:sldId id="930" r:id="rId16"/>
    <p:sldId id="835" r:id="rId17"/>
    <p:sldId id="934" r:id="rId18"/>
    <p:sldId id="837" r:id="rId19"/>
    <p:sldId id="839" r:id="rId20"/>
    <p:sldId id="1007" r:id="rId21"/>
    <p:sldId id="1006" r:id="rId22"/>
    <p:sldId id="928" r:id="rId23"/>
    <p:sldId id="1005" r:id="rId24"/>
    <p:sldId id="929" r:id="rId25"/>
    <p:sldId id="931" r:id="rId26"/>
    <p:sldId id="932" r:id="rId27"/>
    <p:sldId id="619" r:id="rId28"/>
    <p:sldId id="620" r:id="rId29"/>
    <p:sldId id="935" r:id="rId30"/>
    <p:sldId id="636" r:id="rId31"/>
    <p:sldId id="857" r:id="rId32"/>
    <p:sldId id="943" r:id="rId33"/>
    <p:sldId id="941" r:id="rId34"/>
    <p:sldId id="942" r:id="rId35"/>
    <p:sldId id="844" r:id="rId36"/>
    <p:sldId id="845" r:id="rId37"/>
    <p:sldId id="846" r:id="rId38"/>
    <p:sldId id="847" r:id="rId39"/>
    <p:sldId id="622" r:id="rId40"/>
    <p:sldId id="871" r:id="rId41"/>
    <p:sldId id="872" r:id="rId42"/>
    <p:sldId id="860" r:id="rId43"/>
    <p:sldId id="862" r:id="rId44"/>
    <p:sldId id="864" r:id="rId45"/>
    <p:sldId id="858" r:id="rId46"/>
    <p:sldId id="859" r:id="rId47"/>
    <p:sldId id="865" r:id="rId48"/>
    <p:sldId id="866" r:id="rId49"/>
    <p:sldId id="867" r:id="rId50"/>
    <p:sldId id="868" r:id="rId51"/>
    <p:sldId id="869" r:id="rId52"/>
    <p:sldId id="696" r:id="rId53"/>
    <p:sldId id="870" r:id="rId54"/>
    <p:sldId id="683" r:id="rId55"/>
    <p:sldId id="708" r:id="rId56"/>
    <p:sldId id="706" r:id="rId57"/>
    <p:sldId id="707" r:id="rId58"/>
    <p:sldId id="602" r:id="rId59"/>
    <p:sldId id="951" r:id="rId60"/>
    <p:sldId id="952" r:id="rId61"/>
    <p:sldId id="697" r:id="rId62"/>
    <p:sldId id="953" r:id="rId63"/>
    <p:sldId id="954" r:id="rId64"/>
    <p:sldId id="603" r:id="rId65"/>
    <p:sldId id="604" r:id="rId66"/>
    <p:sldId id="605" r:id="rId67"/>
    <p:sldId id="759" r:id="rId68"/>
    <p:sldId id="639" r:id="rId69"/>
    <p:sldId id="760" r:id="rId70"/>
    <p:sldId id="761" r:id="rId71"/>
    <p:sldId id="801" r:id="rId72"/>
    <p:sldId id="685" r:id="rId73"/>
    <p:sldId id="686" r:id="rId74"/>
    <p:sldId id="687" r:id="rId75"/>
    <p:sldId id="688" r:id="rId76"/>
    <p:sldId id="957" r:id="rId77"/>
    <p:sldId id="937" r:id="rId78"/>
    <p:sldId id="851" r:id="rId79"/>
    <p:sldId id="992" r:id="rId80"/>
    <p:sldId id="991" r:id="rId81"/>
    <p:sldId id="990" r:id="rId82"/>
    <p:sldId id="989" r:id="rId83"/>
    <p:sldId id="879" r:id="rId84"/>
    <p:sldId id="878" r:id="rId85"/>
    <p:sldId id="824" r:id="rId86"/>
    <p:sldId id="1001" r:id="rId87"/>
    <p:sldId id="1002" r:id="rId88"/>
    <p:sldId id="999" r:id="rId89"/>
    <p:sldId id="877" r:id="rId90"/>
    <p:sldId id="883" r:id="rId91"/>
    <p:sldId id="1004" r:id="rId92"/>
    <p:sldId id="1003" r:id="rId93"/>
    <p:sldId id="993" r:id="rId94"/>
    <p:sldId id="884" r:id="rId95"/>
    <p:sldId id="994" r:id="rId96"/>
    <p:sldId id="885" r:id="rId97"/>
    <p:sldId id="939" r:id="rId98"/>
    <p:sldId id="940" r:id="rId99"/>
    <p:sldId id="914" r:id="rId100"/>
    <p:sldId id="915" r:id="rId101"/>
    <p:sldId id="1000" r:id="rId102"/>
    <p:sldId id="950" r:id="rId103"/>
    <p:sldId id="980" r:id="rId104"/>
    <p:sldId id="889" r:id="rId105"/>
    <p:sldId id="920" r:id="rId106"/>
    <p:sldId id="890" r:id="rId107"/>
    <p:sldId id="1009" r:id="rId108"/>
    <p:sldId id="981" r:id="rId109"/>
    <p:sldId id="975" r:id="rId110"/>
    <p:sldId id="976" r:id="rId111"/>
    <p:sldId id="695" r:id="rId112"/>
    <p:sldId id="691" r:id="rId113"/>
    <p:sldId id="956" r:id="rId114"/>
    <p:sldId id="693" r:id="rId115"/>
    <p:sldId id="694" r:id="rId116"/>
    <p:sldId id="958" r:id="rId117"/>
    <p:sldId id="891" r:id="rId118"/>
    <p:sldId id="977" r:id="rId119"/>
    <p:sldId id="944" r:id="rId120"/>
    <p:sldId id="821" r:id="rId121"/>
    <p:sldId id="945" r:id="rId122"/>
    <p:sldId id="979" r:id="rId123"/>
    <p:sldId id="778" r:id="rId124"/>
    <p:sldId id="786" r:id="rId125"/>
    <p:sldId id="787" r:id="rId126"/>
    <p:sldId id="790" r:id="rId127"/>
    <p:sldId id="681" r:id="rId128"/>
    <p:sldId id="959" r:id="rId129"/>
    <p:sldId id="961" r:id="rId130"/>
    <p:sldId id="985" r:id="rId131"/>
    <p:sldId id="960" r:id="rId132"/>
    <p:sldId id="986" r:id="rId133"/>
    <p:sldId id="785" r:id="rId134"/>
    <p:sldId id="793" r:id="rId135"/>
    <p:sldId id="795" r:id="rId136"/>
    <p:sldId id="797" r:id="rId137"/>
    <p:sldId id="825" r:id="rId138"/>
    <p:sldId id="978" r:id="rId139"/>
    <p:sldId id="988" r:id="rId140"/>
    <p:sldId id="987" r:id="rId141"/>
    <p:sldId id="995" r:id="rId142"/>
    <p:sldId id="996" r:id="rId143"/>
    <p:sldId id="997" r:id="rId144"/>
    <p:sldId id="998" r:id="rId145"/>
    <p:sldId id="964" r:id="rId146"/>
    <p:sldId id="766" r:id="rId147"/>
    <p:sldId id="767" r:id="rId148"/>
    <p:sldId id="680" r:id="rId149"/>
    <p:sldId id="809" r:id="rId150"/>
    <p:sldId id="682" r:id="rId151"/>
    <p:sldId id="599" r:id="rId152"/>
    <p:sldId id="600" r:id="rId153"/>
    <p:sldId id="601" r:id="rId154"/>
    <p:sldId id="919" r:id="rId155"/>
    <p:sldId id="818" r:id="rId156"/>
    <p:sldId id="921" r:id="rId157"/>
    <p:sldId id="922" r:id="rId158"/>
    <p:sldId id="923" r:id="rId159"/>
    <p:sldId id="965" r:id="rId160"/>
    <p:sldId id="973" r:id="rId161"/>
    <p:sldId id="974" r:id="rId162"/>
    <p:sldId id="911" r:id="rId163"/>
    <p:sldId id="966" r:id="rId164"/>
    <p:sldId id="627" r:id="rId165"/>
    <p:sldId id="909" r:id="rId166"/>
    <p:sldId id="963" r:id="rId167"/>
    <p:sldId id="955" r:id="rId168"/>
    <p:sldId id="910" r:id="rId169"/>
    <p:sldId id="968" r:id="rId170"/>
    <p:sldId id="916" r:id="rId171"/>
    <p:sldId id="918" r:id="rId172"/>
    <p:sldId id="982" r:id="rId173"/>
  </p:sldIdLst>
  <p:sldSz cx="12192000" cy="6858000"/>
  <p:notesSz cx="7104063" cy="10234613"/>
  <p:custDataLst>
    <p:tags r:id="rId17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5">
          <p15:clr>
            <a:srgbClr val="A4A3A4"/>
          </p15:clr>
        </p15:guide>
        <p15:guide id="2" pos="392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dx"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57"/>
    <a:srgbClr val="FF1F84"/>
    <a:srgbClr val="F82676"/>
    <a:srgbClr val="FF0066"/>
    <a:srgbClr val="ED7D31"/>
    <a:srgbClr val="990000"/>
    <a:srgbClr val="FAEBEB"/>
    <a:srgbClr val="FDF5F5"/>
    <a:srgbClr val="2F5597"/>
    <a:srgbClr val="DAE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E390E3B-07F9-4287-85F6-043BC38537D0}" styleName="{9007f31c-41a2-438a-a62f-a73b1a99f2de}">
    <a:band1H>
      <a:tcTxStyle>
        <a:fontRef idx="none">
          <a:prstClr val="black"/>
        </a:fontRef>
      </a:tcTxStyle>
      <a:tcStyle>
        <a:tcBdr>
          <a:top>
            <a:ln w="12700" cmpd="sng">
              <a:solidFill>
                <a:srgbClr val="DDDDDD"/>
              </a:solidFill>
            </a:ln>
          </a:top>
          <a:bottom>
            <a:ln w="12700" cmpd="sng">
              <a:solidFill>
                <a:srgbClr val="DDDDDD"/>
              </a:solidFill>
            </a:ln>
          </a:bottom>
        </a:tcBdr>
        <a:fill>
          <a:solidFill>
            <a:srgbClr val="FFFFFF"/>
          </a:solidFill>
        </a:fill>
      </a:tcStyle>
    </a:band1H>
    <a:band2H>
      <a:tcTxStyle>
        <a:fontRef idx="none">
          <a:prstClr val="black"/>
        </a:fontRef>
      </a:tcTxStyle>
      <a:tcStyle>
        <a:tcBdr>
          <a:top>
            <a:ln w="12700" cmpd="sng">
              <a:solidFill>
                <a:srgbClr val="DDDDDD"/>
              </a:solidFill>
            </a:ln>
          </a:top>
          <a:bottom>
            <a:ln w="12700" cmpd="sng">
              <a:solidFill>
                <a:srgbClr val="DDDDDD"/>
              </a:solidFill>
            </a:ln>
          </a:bottom>
        </a:tcBdr>
        <a:fill>
          <a:solidFill>
            <a:srgbClr val="EAEAEA"/>
          </a:solidFill>
        </a:fill>
      </a:tcStyle>
    </a:band2H>
    <a:firstRow>
      <a:tcTxStyle>
        <a:fontRef idx="none">
          <a:prstClr val="black"/>
        </a:fontRef>
      </a:tcTxStyle>
      <a:tcStyle>
        <a:tcBdr/>
        <a:fill>
          <a:solidFill>
            <a:srgbClr val="FAB2A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8" autoAdjust="0"/>
    <p:restoredTop sz="96327"/>
  </p:normalViewPr>
  <p:slideViewPr>
    <p:cSldViewPr snapToGrid="0" showGuides="1">
      <p:cViewPr varScale="1">
        <p:scale>
          <a:sx n="110" d="100"/>
          <a:sy n="110" d="100"/>
        </p:scale>
        <p:origin x="324" y="108"/>
      </p:cViewPr>
      <p:guideLst>
        <p:guide orient="horz" pos="2275"/>
        <p:guide pos="3928"/>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tableStyles" Target="tableStyles.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7" Type="http://schemas.openxmlformats.org/officeDocument/2006/relationships/commentAuthors" Target="commentAuthors.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notesMaster" Target="notesMasters/notesMaster1.xml"/><Relationship Id="rId179"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4" Type="http://schemas.openxmlformats.org/officeDocument/2006/relationships/slideMaster" Target="slideMasters/slideMaster4.xml"/><Relationship Id="rId9" Type="http://schemas.openxmlformats.org/officeDocument/2006/relationships/slide" Target="slides/slide5.xml"/><Relationship Id="rId180" Type="http://schemas.openxmlformats.org/officeDocument/2006/relationships/theme" Target="theme/theme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handoutMaster" Target="handoutMasters/handoutMaster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tags" Target="tags/tag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 Type="http://schemas.openxmlformats.org/officeDocument/2006/relationships/slideMaster" Target="slideMasters/slideMaster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2026/1/29</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2026/1/29</a:t>
            </a:fld>
            <a:endParaRPr lang="zh-CN" altLang="en-US"/>
          </a:p>
        </p:txBody>
      </p:sp>
      <p:sp>
        <p:nvSpPr>
          <p:cNvPr id="4" name="幻灯片图像占位符 3"/>
          <p:cNvSpPr>
            <a:spLocks noGrp="1" noRot="1" noChangeAspect="1"/>
          </p:cNvSpPr>
          <p:nvPr>
            <p:ph type="sldImg" idx="2"/>
          </p:nvPr>
        </p:nvSpPr>
        <p:spPr>
          <a:xfrm>
            <a:off x="481945" y="1279525"/>
            <a:ext cx="614176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extLst>
      <p:ext uri="{BB962C8B-B14F-4D97-AF65-F5344CB8AC3E}">
        <p14:creationId xmlns:p14="http://schemas.microsoft.com/office/powerpoint/2010/main" val="237588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第四部分，债券浏览器这也是DM没有的功能，对于债券研究的人员是非常有用的一个工具。</a:t>
            </a:r>
          </a:p>
          <a:p>
            <a:r>
              <a:rPr lang="zh-CN" altLang="en-US"/>
              <a:t>我们提供四千多个债券指标，从债券的基本资料，机构资料，行情，财务指标等方方面面，方便为用户提供个性化的定制报表。</a:t>
            </a:r>
          </a:p>
          <a:p>
            <a:r>
              <a:rPr lang="zh-CN" altLang="en-US"/>
              <a:t>下面是债券的分类，按债券性质、剩余期限、市场、行业、概念、地区等数十种债券分类方式；右边是根据筛选的指标和分类获得的自定义债券报表。</a:t>
            </a:r>
          </a:p>
          <a:p>
            <a:endParaRPr lang="zh-CN" altLang="en-US"/>
          </a:p>
          <a:p>
            <a:r>
              <a:rPr lang="zh-CN" altLang="en-US"/>
              <a:t>（点击出现优势的介绍）</a:t>
            </a:r>
          </a:p>
          <a:p>
            <a:r>
              <a:rPr lang="zh-CN" altLang="en-US"/>
              <a:t>上方工具栏目还支持数据导出、统计、图形、保存板块等操作。</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第五部分，债券的深度资料F9，包括债券及机构的详细基本资料，基本条款、发行人速览、股权结构、企业库资料、大事提醒、智能分析、同业比较等。我们支持近70个栏目分类，竞品支持20个左右。</a:t>
            </a:r>
          </a:p>
          <a:p>
            <a:r>
              <a:rPr lang="zh-CN" altLang="en-US"/>
              <a:t>侧边栏这个是我们独创的功能，wind和DM都没有的，这里面主要是对债券最重要的信息简明扼要的展示。并且与行情界面耦合，极大的方便用户看盘交易的同时，能够快速的浏览债券的一些重要信息。</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第三部分，市场分析，对市场整体概况、一级市场发行情况、二级市场成交情况分类统计分析。这是DM没有的功能。以这个市场概况为例。</a:t>
            </a:r>
          </a:p>
          <a:p>
            <a:r>
              <a:rPr lang="zh-CN" altLang="en-US"/>
              <a:t>市场概况包括债市概览、同业存单概览、基本资料、金融机构债、地方政府债、资产支持证券、存量债统计等。我们的优势：</a:t>
            </a:r>
          </a:p>
          <a:p>
            <a:endParaRPr lang="zh-CN" altLang="en-US"/>
          </a:p>
          <a:p>
            <a:r>
              <a:rPr lang="zh-CN" altLang="en-US"/>
              <a:t>1.相比WIND，我们把几百个功能融合，功能树高度集成，减少了很多菜单树，极大的方便了用户查找数据。</a:t>
            </a:r>
          </a:p>
          <a:p>
            <a:r>
              <a:rPr lang="zh-CN" altLang="en-US"/>
              <a:t>（点击出现优势的介绍）</a:t>
            </a:r>
          </a:p>
          <a:p>
            <a:r>
              <a:rPr lang="zh-CN" altLang="en-US"/>
              <a:t>2.同类子功能，以债券域的形式一目了然，方便用户查找。</a:t>
            </a:r>
          </a:p>
          <a:p>
            <a:r>
              <a:rPr lang="zh-CN" altLang="en-US"/>
              <a:t>（点击出现优势的介绍）</a:t>
            </a:r>
          </a:p>
          <a:p>
            <a:r>
              <a:rPr lang="zh-CN" altLang="en-US"/>
              <a:t>3.所有栏目支持点击排序，点击债券代码和名称跳转到债券行情。</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首先我们来看下利率债分析的这个利率债招标功能，这是DM有，wind没有的功能。</a:t>
            </a:r>
          </a:p>
          <a:p>
            <a:r>
              <a:rPr lang="zh-CN" altLang="en-US"/>
              <a:t>对于利率债研究人员来说，这是一个非常重要的功能。</a:t>
            </a:r>
          </a:p>
          <a:p>
            <a:r>
              <a:rPr lang="zh-CN" altLang="en-US"/>
              <a:t>通过这个功能我们可以快速了解整个利率债市场过去和未来每天的发行情况，来判断整个利率债市场的走势； </a:t>
            </a:r>
          </a:p>
          <a:p>
            <a:endParaRPr lang="zh-CN" altLang="en-US"/>
          </a:p>
          <a:p>
            <a:r>
              <a:rPr lang="zh-CN" altLang="en-US"/>
              <a:t>点击日历每一天，可以查看当日发行的债券，点击债券，可以查看其的发行要素，上方还联动显示相似券一级的发行量、中标利率，相似券二级市场的行情数据；</a:t>
            </a:r>
          </a:p>
          <a:p>
            <a:r>
              <a:rPr lang="zh-CN" altLang="en-US"/>
              <a:t>相比竞品我们的优势在于：</a:t>
            </a:r>
          </a:p>
          <a:p>
            <a:r>
              <a:rPr lang="zh-CN" altLang="en-US"/>
              <a:t>1.发行结果这里，我们支持上周、本周、下周的明细数据，并且可根据时间区间进行筛选。竞品只有当天；</a:t>
            </a:r>
          </a:p>
          <a:p>
            <a:r>
              <a:rPr lang="zh-CN" altLang="en-US"/>
              <a:t>2.相似二级这里，我们支持26个行情栏目，除成交报价，还支持估值，评级，发行人类型行业地区等信息。竞品支持10个。另外我们还可以点击收藏按钮，加入自选债，竞品没有；</a:t>
            </a:r>
          </a:p>
          <a:p>
            <a:r>
              <a:rPr lang="zh-CN" altLang="en-US"/>
              <a:t>3.国债期货走势图这里，我们支持16只国债期货行情走势图，并且与上方的债券联动。竞品不支持。</a:t>
            </a:r>
          </a:p>
          <a:p>
            <a:r>
              <a:rPr lang="zh-CN" altLang="en-US"/>
              <a:t>这也是我们终端的在分析领域一个很大的优势，我们将资讯与行情的高度耦合。研究看盘两不误。</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然后这个是10年债活跃券分析，通过每日计算10年期国债或国开债的活跃券，形成历史连续行情走势图形，同时也可计算其他期限的走势。</a:t>
            </a:r>
          </a:p>
          <a:p>
            <a:r>
              <a:rPr lang="zh-CN" altLang="en-US"/>
              <a:t>相比较竞品终端采用嵌套网页形式展示，我们针对这一块使用硬代码进行处理，生成历史行情走势图，每天还可以计算实时的分时行情，方便用户做为基准进行分析。同时生成K线图后，可叠加几百种指标公式，竞品只支持6个MA指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第二部分，信用债分析，我们以信用债研究为例，信用债研究是对信用债数据进行多维度的统计分析，包括信用债总览、信用评级、信用风险、信用研究等。这是wind有的功能，DM这块的功能很少，我们是融合了2家功能。</a:t>
            </a:r>
          </a:p>
          <a:p>
            <a:endParaRPr lang="zh-CN" altLang="en-US"/>
          </a:p>
          <a:p>
            <a:endParaRPr lang="zh-CN" altLang="en-US"/>
          </a:p>
          <a:p>
            <a:r>
              <a:rPr lang="zh-CN" altLang="en-US"/>
              <a:t>我们的优势是：</a:t>
            </a:r>
          </a:p>
          <a:p>
            <a:r>
              <a:rPr lang="zh-CN" altLang="en-US"/>
              <a:t>1.左侧采用二级功能树，第三级右侧平铺的形式。达到功能树高度聚合集成，同类功能大量整合，方便用户查找功能，提升查询数据的效率。竞品功能树往下拖的很长。</a:t>
            </a:r>
          </a:p>
          <a:p>
            <a:r>
              <a:rPr lang="zh-CN" altLang="en-US">
                <a:sym typeface="+mn-ea"/>
              </a:rPr>
              <a:t>（点击出现优势的介绍）</a:t>
            </a:r>
          </a:p>
          <a:p>
            <a:r>
              <a:rPr lang="zh-CN" altLang="en-US"/>
              <a:t>2.我们列表里面所有栏目支持点击排序，这个信用评级我们支持10余家评级机构。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我们再看这个城投债研究，对城投债数据进行专题统计分析，包括城投债券、城投主体、区域城投三个维度。</a:t>
            </a:r>
          </a:p>
          <a:p>
            <a:r>
              <a:rPr lang="zh-CN" altLang="en-US"/>
              <a:t>竞品DM没有城投债券这个维度，wind没有区域城投这个维度的相关功能。我们也是融合2家功能，并且高度集成了功能树。</a:t>
            </a:r>
          </a:p>
          <a:p>
            <a:endParaRPr lang="zh-CN" altLang="en-US"/>
          </a:p>
          <a:p>
            <a:r>
              <a:rPr lang="zh-CN" altLang="en-US"/>
              <a:t>这里以城投地图这个功能为例，以中国地图的各个地区为入参，展示各地区的财政数据、各地区的城投平台，城投债券发行情况等。这个是DM做的比较好的一个功能，</a:t>
            </a:r>
          </a:p>
          <a:p>
            <a:r>
              <a:rPr lang="zh-CN" altLang="en-US"/>
              <a:t>我们的特色是</a:t>
            </a:r>
          </a:p>
          <a:p>
            <a:r>
              <a:rPr lang="zh-CN" altLang="en-US"/>
              <a:t>1.区域城投功能包括城投平台评分，地位，实控人，资产，债务、营收等内容。相比竞品支持更多栏目，</a:t>
            </a:r>
          </a:p>
          <a:p>
            <a:r>
              <a:rPr lang="zh-CN" altLang="en-US">
                <a:sym typeface="+mn-ea"/>
              </a:rPr>
              <a:t>（点击出现优势的介绍）</a:t>
            </a:r>
          </a:p>
          <a:p>
            <a:r>
              <a:rPr lang="zh-CN" altLang="en-US"/>
              <a:t>2.就是我们这个区域选中框的优化。34个省级行政区呢我们分成了2排显示，不需要滚动条往下滚动查找。</a:t>
            </a:r>
          </a:p>
          <a:p>
            <a:r>
              <a:rPr lang="zh-CN" altLang="en-US"/>
              <a:t>前面可以复选，点箭头可以到下一级，上面的搜索框可以直接输入某个城市，精准定位到。算是我们相比竞品的一个优化的地方。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2600" y="1279525"/>
            <a:ext cx="6140450" cy="3454400"/>
          </a:xfrm>
        </p:spPr>
      </p:sp>
      <p:sp>
        <p:nvSpPr>
          <p:cNvPr id="3" name="文本占位符 2"/>
          <p:cNvSpPr>
            <a:spLocks noGrp="1"/>
          </p:cNvSpPr>
          <p:nvPr>
            <p:ph type="body" idx="3"/>
          </p:nvPr>
        </p:nvSpPr>
        <p:spPr/>
        <p:txBody>
          <a:bodyPr/>
          <a:lstStyle/>
          <a:p>
            <a:r>
              <a:rPr lang="zh-CN" altLang="en-US"/>
              <a:t>我们来看一下这个版面的设计过程，通过右上角版面功能，我们可以进入创建</a:t>
            </a:r>
            <a:r>
              <a:rPr lang="en-US" altLang="zh-CN"/>
              <a:t>/</a:t>
            </a:r>
            <a:r>
              <a:rPr lang="zh-CN" altLang="en-US"/>
              <a:t>修改版面设计功能。</a:t>
            </a:r>
          </a:p>
          <a:p>
            <a:endParaRPr lang="zh-CN" altLang="en-US"/>
          </a:p>
          <a:p>
            <a:r>
              <a:rPr lang="zh-CN" altLang="en-US"/>
              <a:t>整个版面的布局，都可以任意调整，可以根据上下左右进行分区，显示</a:t>
            </a:r>
            <a:r>
              <a:rPr lang="zh-CN" altLang="en-US">
                <a:sym typeface="+mn-ea"/>
              </a:rPr>
              <a:t>任意</a:t>
            </a:r>
            <a:r>
              <a:rPr lang="zh-CN" altLang="en-US"/>
              <a:t>内容。</a:t>
            </a:r>
          </a:p>
          <a:p>
            <a:endParaRPr lang="zh-CN" altLang="en-US"/>
          </a:p>
          <a:p>
            <a:r>
              <a:rPr lang="zh-CN" altLang="en-US"/>
              <a:t>现在已支持超过100个单元，包含了几乎所有的多券行情和深度行情版面的内容，比如：盘口明细、报价列表、成交列表、分时图基本资料。</a:t>
            </a:r>
          </a:p>
          <a:p>
            <a:r>
              <a:rPr lang="zh-CN" altLang="en-US"/>
              <a:t>比如城投债，我们可以显示城投相关的地域和主体分析数据</a:t>
            </a:r>
          </a:p>
          <a:p>
            <a:r>
              <a:rPr lang="zh-CN" altLang="en-US"/>
              <a:t>比如存单二级，我们可以显示相同发行人或者相似发行人同样期限的二级债券和一级发行统计。</a:t>
            </a:r>
          </a:p>
          <a:p>
            <a:r>
              <a:rPr lang="zh-CN" altLang="en-US"/>
              <a:t>再通过债券类型或者分组绑定，查看深度行情时自动展示自定义的版面。</a:t>
            </a:r>
          </a:p>
          <a:p>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9"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slideMaster" Target="../slideMasters/slideMaster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slideMaster" Target="../slideMasters/slideMaster3.xml"/><Relationship Id="rId2" Type="http://schemas.openxmlformats.org/officeDocument/2006/relationships/tags" Target="../tags/tag39.xml"/><Relationship Id="rId16" Type="http://schemas.openxmlformats.org/officeDocument/2006/relationships/tags" Target="../tags/tag53.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tags" Target="../tags/tag71.xml"/><Relationship Id="rId3" Type="http://schemas.openxmlformats.org/officeDocument/2006/relationships/tags" Target="../tags/tag56.xml"/><Relationship Id="rId21" Type="http://schemas.openxmlformats.org/officeDocument/2006/relationships/slideMaster" Target="../slideMasters/slideMaster3.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10" Type="http://schemas.openxmlformats.org/officeDocument/2006/relationships/tags" Target="../tags/tag63.xml"/><Relationship Id="rId19" Type="http://schemas.openxmlformats.org/officeDocument/2006/relationships/tags" Target="../tags/tag7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3" Type="http://schemas.openxmlformats.org/officeDocument/2006/relationships/tags" Target="../tags/tag76.xml"/><Relationship Id="rId21" Type="http://schemas.openxmlformats.org/officeDocument/2006/relationships/tags" Target="../tags/tag94.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slideMaster" Target="../slideMasters/slideMaster3.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tags" Target="../tags/tag97.xml"/><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tags" Target="../tags/tag96.xml"/><Relationship Id="rId10" Type="http://schemas.openxmlformats.org/officeDocument/2006/relationships/tags" Target="../tags/tag83.xml"/><Relationship Id="rId19" Type="http://schemas.openxmlformats.org/officeDocument/2006/relationships/tags" Target="../tags/tag92.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3" Type="http://schemas.openxmlformats.org/officeDocument/2006/relationships/tags" Target="../tags/tag100.xml"/><Relationship Id="rId21" Type="http://schemas.openxmlformats.org/officeDocument/2006/relationships/tags" Target="../tags/tag118.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slideMaster" Target="../slideMasters/slideMaster3.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tags" Target="../tags/tag121.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tags" Target="../tags/tag120.xml"/><Relationship Id="rId10" Type="http://schemas.openxmlformats.org/officeDocument/2006/relationships/tags" Target="../tags/tag107.xml"/><Relationship Id="rId19" Type="http://schemas.openxmlformats.org/officeDocument/2006/relationships/tags" Target="../tags/tag116.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tags" Target="../tags/tag11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slideMaster" Target="../slideMasters/slideMaster3.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tags" Target="../tags/tag143.xml"/><Relationship Id="rId7" Type="http://schemas.openxmlformats.org/officeDocument/2006/relationships/slideMaster" Target="../slideMasters/slideMaster4.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3" Type="http://schemas.openxmlformats.org/officeDocument/2006/relationships/tags" Target="../tags/tag149.xml"/><Relationship Id="rId21" Type="http://schemas.openxmlformats.org/officeDocument/2006/relationships/slideMaster" Target="../slideMasters/slideMaster4.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5" Type="http://schemas.openxmlformats.org/officeDocument/2006/relationships/tags" Target="../tags/tag161.xml"/><Relationship Id="rId10" Type="http://schemas.openxmlformats.org/officeDocument/2006/relationships/tags" Target="../tags/tag156.xml"/><Relationship Id="rId19" Type="http://schemas.openxmlformats.org/officeDocument/2006/relationships/tags" Target="../tags/tag165.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tags" Target="../tags/tag179.xml"/><Relationship Id="rId18" Type="http://schemas.openxmlformats.org/officeDocument/2006/relationships/slideMaster" Target="../slideMasters/slideMaster4.xml"/><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tags" Target="../tags/tag178.xml"/><Relationship Id="rId17" Type="http://schemas.openxmlformats.org/officeDocument/2006/relationships/tags" Target="../tags/tag183.xml"/><Relationship Id="rId2" Type="http://schemas.openxmlformats.org/officeDocument/2006/relationships/tags" Target="../tags/tag168.xml"/><Relationship Id="rId16" Type="http://schemas.openxmlformats.org/officeDocument/2006/relationships/tags" Target="../tags/tag182.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tags" Target="../tags/tag181.xml"/><Relationship Id="rId10" Type="http://schemas.openxmlformats.org/officeDocument/2006/relationships/tags" Target="../tags/tag176.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tags" Target="../tags/tag180.xml"/></Relationships>
</file>

<file path=ppt/slideLayouts/_rels/slideLayout91.xml.rels><?xml version="1.0" encoding="UTF-8" standalone="yes"?>
<Relationships xmlns="http://schemas.openxmlformats.org/package/2006/relationships"><Relationship Id="rId8" Type="http://schemas.openxmlformats.org/officeDocument/2006/relationships/tags" Target="../tags/tag191.xml"/><Relationship Id="rId13" Type="http://schemas.openxmlformats.org/officeDocument/2006/relationships/tags" Target="../tags/tag196.xml"/><Relationship Id="rId18" Type="http://schemas.openxmlformats.org/officeDocument/2006/relationships/tags" Target="../tags/tag201.xml"/><Relationship Id="rId3" Type="http://schemas.openxmlformats.org/officeDocument/2006/relationships/tags" Target="../tags/tag186.xml"/><Relationship Id="rId7" Type="http://schemas.openxmlformats.org/officeDocument/2006/relationships/tags" Target="../tags/tag190.xml"/><Relationship Id="rId12" Type="http://schemas.openxmlformats.org/officeDocument/2006/relationships/tags" Target="../tags/tag195.xml"/><Relationship Id="rId17" Type="http://schemas.openxmlformats.org/officeDocument/2006/relationships/tags" Target="../tags/tag200.xml"/><Relationship Id="rId2" Type="http://schemas.openxmlformats.org/officeDocument/2006/relationships/tags" Target="../tags/tag185.xml"/><Relationship Id="rId16" Type="http://schemas.openxmlformats.org/officeDocument/2006/relationships/tags" Target="../tags/tag199.xml"/><Relationship Id="rId1" Type="http://schemas.openxmlformats.org/officeDocument/2006/relationships/tags" Target="../tags/tag184.xml"/><Relationship Id="rId6" Type="http://schemas.openxmlformats.org/officeDocument/2006/relationships/tags" Target="../tags/tag189.xml"/><Relationship Id="rId11" Type="http://schemas.openxmlformats.org/officeDocument/2006/relationships/tags" Target="../tags/tag194.xml"/><Relationship Id="rId5" Type="http://schemas.openxmlformats.org/officeDocument/2006/relationships/tags" Target="../tags/tag188.xml"/><Relationship Id="rId15" Type="http://schemas.openxmlformats.org/officeDocument/2006/relationships/tags" Target="../tags/tag198.xml"/><Relationship Id="rId10" Type="http://schemas.openxmlformats.org/officeDocument/2006/relationships/tags" Target="../tags/tag193.xml"/><Relationship Id="rId19" Type="http://schemas.openxmlformats.org/officeDocument/2006/relationships/slideMaster" Target="../slideMasters/slideMaster4.xml"/><Relationship Id="rId4" Type="http://schemas.openxmlformats.org/officeDocument/2006/relationships/tags" Target="../tags/tag187.xml"/><Relationship Id="rId9" Type="http://schemas.openxmlformats.org/officeDocument/2006/relationships/tags" Target="../tags/tag192.xml"/><Relationship Id="rId14" Type="http://schemas.openxmlformats.org/officeDocument/2006/relationships/tags" Target="../tags/tag19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8" Type="http://schemas.openxmlformats.org/officeDocument/2006/relationships/tags" Target="../tags/tag209.xml"/><Relationship Id="rId13" Type="http://schemas.openxmlformats.org/officeDocument/2006/relationships/tags" Target="../tags/tag214.xml"/><Relationship Id="rId18" Type="http://schemas.openxmlformats.org/officeDocument/2006/relationships/tags" Target="../tags/tag219.xml"/><Relationship Id="rId3" Type="http://schemas.openxmlformats.org/officeDocument/2006/relationships/tags" Target="../tags/tag204.xml"/><Relationship Id="rId21" Type="http://schemas.openxmlformats.org/officeDocument/2006/relationships/tags" Target="../tags/tag222.xml"/><Relationship Id="rId7" Type="http://schemas.openxmlformats.org/officeDocument/2006/relationships/tags" Target="../tags/tag208.xml"/><Relationship Id="rId12" Type="http://schemas.openxmlformats.org/officeDocument/2006/relationships/tags" Target="../tags/tag213.xml"/><Relationship Id="rId17" Type="http://schemas.openxmlformats.org/officeDocument/2006/relationships/tags" Target="../tags/tag218.xml"/><Relationship Id="rId25" Type="http://schemas.openxmlformats.org/officeDocument/2006/relationships/slideMaster" Target="../slideMasters/slideMaster4.xml"/><Relationship Id="rId2" Type="http://schemas.openxmlformats.org/officeDocument/2006/relationships/tags" Target="../tags/tag203.xml"/><Relationship Id="rId16" Type="http://schemas.openxmlformats.org/officeDocument/2006/relationships/tags" Target="../tags/tag217.xml"/><Relationship Id="rId20" Type="http://schemas.openxmlformats.org/officeDocument/2006/relationships/tags" Target="../tags/tag221.xml"/><Relationship Id="rId1" Type="http://schemas.openxmlformats.org/officeDocument/2006/relationships/tags" Target="../tags/tag202.xml"/><Relationship Id="rId6" Type="http://schemas.openxmlformats.org/officeDocument/2006/relationships/tags" Target="../tags/tag207.xml"/><Relationship Id="rId11" Type="http://schemas.openxmlformats.org/officeDocument/2006/relationships/tags" Target="../tags/tag212.xml"/><Relationship Id="rId24" Type="http://schemas.openxmlformats.org/officeDocument/2006/relationships/tags" Target="../tags/tag225.xml"/><Relationship Id="rId5" Type="http://schemas.openxmlformats.org/officeDocument/2006/relationships/tags" Target="../tags/tag206.xml"/><Relationship Id="rId15" Type="http://schemas.openxmlformats.org/officeDocument/2006/relationships/tags" Target="../tags/tag216.xml"/><Relationship Id="rId23" Type="http://schemas.openxmlformats.org/officeDocument/2006/relationships/tags" Target="../tags/tag224.xml"/><Relationship Id="rId10" Type="http://schemas.openxmlformats.org/officeDocument/2006/relationships/tags" Target="../tags/tag211.xml"/><Relationship Id="rId19" Type="http://schemas.openxmlformats.org/officeDocument/2006/relationships/tags" Target="../tags/tag220.xml"/><Relationship Id="rId4" Type="http://schemas.openxmlformats.org/officeDocument/2006/relationships/tags" Target="../tags/tag205.xml"/><Relationship Id="rId9" Type="http://schemas.openxmlformats.org/officeDocument/2006/relationships/tags" Target="../tags/tag210.xml"/><Relationship Id="rId14" Type="http://schemas.openxmlformats.org/officeDocument/2006/relationships/tags" Target="../tags/tag215.xml"/><Relationship Id="rId22" Type="http://schemas.openxmlformats.org/officeDocument/2006/relationships/tags" Target="../tags/tag223.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18" Type="http://schemas.openxmlformats.org/officeDocument/2006/relationships/tags" Target="../tags/tag243.xml"/><Relationship Id="rId3" Type="http://schemas.openxmlformats.org/officeDocument/2006/relationships/tags" Target="../tags/tag228.xml"/><Relationship Id="rId7" Type="http://schemas.openxmlformats.org/officeDocument/2006/relationships/tags" Target="../tags/tag232.xml"/><Relationship Id="rId12" Type="http://schemas.openxmlformats.org/officeDocument/2006/relationships/tags" Target="../tags/tag237.xml"/><Relationship Id="rId17" Type="http://schemas.openxmlformats.org/officeDocument/2006/relationships/tags" Target="../tags/tag242.xml"/><Relationship Id="rId2" Type="http://schemas.openxmlformats.org/officeDocument/2006/relationships/tags" Target="../tags/tag227.xml"/><Relationship Id="rId16" Type="http://schemas.openxmlformats.org/officeDocument/2006/relationships/tags" Target="../tags/tag241.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5" Type="http://schemas.openxmlformats.org/officeDocument/2006/relationships/tags" Target="../tags/tag230.xml"/><Relationship Id="rId15" Type="http://schemas.openxmlformats.org/officeDocument/2006/relationships/tags" Target="../tags/tag240.xml"/><Relationship Id="rId10" Type="http://schemas.openxmlformats.org/officeDocument/2006/relationships/tags" Target="../tags/tag235.xml"/><Relationship Id="rId19" Type="http://schemas.openxmlformats.org/officeDocument/2006/relationships/slideMaster" Target="../slideMasters/slideMaster4.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s>
</file>

<file path=ppt/slideLayouts/_rels/slideLayout95.xml.rels><?xml version="1.0" encoding="UTF-8" standalone="yes"?>
<Relationships xmlns="http://schemas.openxmlformats.org/package/2006/relationships"><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 Id="rId4"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247.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rgbClr val="990000"/>
        </a:solidFill>
        <a:effectLst/>
      </p:bgPr>
    </p:bg>
    <p:spTree>
      <p:nvGrpSpPr>
        <p:cNvPr id="1" name=""/>
        <p:cNvGrpSpPr/>
        <p:nvPr/>
      </p:nvGrpSpPr>
      <p:grpSpPr>
        <a:xfrm>
          <a:off x="0" y="0"/>
          <a:ext cx="0" cy="0"/>
          <a:chOff x="0" y="0"/>
          <a:chExt cx="0" cy="0"/>
        </a:xfrm>
      </p:grpSpPr>
      <p:sp>
        <p:nvSpPr>
          <p:cNvPr id="9" name="文本框 8"/>
          <p:cNvSpPr txBox="1"/>
          <p:nvPr userDrawn="1"/>
        </p:nvSpPr>
        <p:spPr>
          <a:xfrm>
            <a:off x="2765743" y="2115185"/>
            <a:ext cx="6660515" cy="1106805"/>
          </a:xfrm>
          <a:prstGeom prst="rect">
            <a:avLst/>
          </a:prstGeom>
          <a:noFill/>
        </p:spPr>
        <p:txBody>
          <a:bodyPr wrap="square" rtlCol="0">
            <a:spAutoFit/>
          </a:bodyPr>
          <a:lstStyle/>
          <a:p>
            <a:pPr algn="dist"/>
            <a:r>
              <a:rPr lang="zh-CN" altLang="en-US" sz="6600" b="1">
                <a:solidFill>
                  <a:schemeClr val="bg1"/>
                </a:solidFill>
                <a:latin typeface="微软雅黑" panose="020B0503020204020204" charset="-122"/>
                <a:ea typeface="微软雅黑" panose="020B0503020204020204" charset="-122"/>
                <a:cs typeface="微软雅黑" panose="020B0503020204020204" charset="-122"/>
              </a:rPr>
              <a:t>通达信</a:t>
            </a:r>
            <a:r>
              <a:rPr lang="en-US" altLang="zh-CN" sz="6600" b="1">
                <a:solidFill>
                  <a:schemeClr val="bg1"/>
                </a:solidFill>
                <a:latin typeface="微软雅黑" panose="020B0503020204020204" charset="-122"/>
                <a:ea typeface="微软雅黑" panose="020B0503020204020204" charset="-122"/>
                <a:cs typeface="微软雅黑" panose="020B0503020204020204" charset="-122"/>
              </a:rPr>
              <a:t>PPT</a:t>
            </a:r>
            <a:r>
              <a:rPr lang="zh-CN" altLang="en-US" sz="6600" b="1">
                <a:solidFill>
                  <a:schemeClr val="bg1"/>
                </a:solidFill>
                <a:latin typeface="微软雅黑" panose="020B0503020204020204" charset="-122"/>
                <a:ea typeface="微软雅黑" panose="020B0503020204020204" charset="-122"/>
                <a:cs typeface="微软雅黑" panose="020B0503020204020204" charset="-122"/>
              </a:rPr>
              <a:t>模板</a:t>
            </a:r>
          </a:p>
        </p:txBody>
      </p:sp>
      <p:sp>
        <p:nvSpPr>
          <p:cNvPr id="6" name="文本框 5"/>
          <p:cNvSpPr txBox="1"/>
          <p:nvPr userDrawn="1"/>
        </p:nvSpPr>
        <p:spPr>
          <a:xfrm>
            <a:off x="3751898" y="3549650"/>
            <a:ext cx="4688205" cy="583565"/>
          </a:xfrm>
          <a:prstGeom prst="rect">
            <a:avLst/>
          </a:prstGeom>
          <a:noFill/>
        </p:spPr>
        <p:txBody>
          <a:bodyPr wrap="square" rtlCol="0">
            <a:spAutoFit/>
          </a:bodyPr>
          <a:lstStyle/>
          <a:p>
            <a:pPr algn="ctr"/>
            <a:r>
              <a:rPr lang="en-US" sz="3200">
                <a:solidFill>
                  <a:schemeClr val="bg1"/>
                </a:solidFill>
                <a:latin typeface="微软雅黑" panose="020B0503020204020204" charset="-122"/>
                <a:ea typeface="微软雅黑" panose="020B0503020204020204" charset="-122"/>
              </a:rPr>
              <a:t>V1.0.0</a:t>
            </a:r>
          </a:p>
        </p:txBody>
      </p:sp>
      <p:sp>
        <p:nvSpPr>
          <p:cNvPr id="8" name="文本框 7"/>
          <p:cNvSpPr txBox="1"/>
          <p:nvPr userDrawn="1"/>
        </p:nvSpPr>
        <p:spPr>
          <a:xfrm>
            <a:off x="7328218" y="6367145"/>
            <a:ext cx="4688205" cy="337185"/>
          </a:xfrm>
          <a:prstGeom prst="rect">
            <a:avLst/>
          </a:prstGeom>
          <a:noFill/>
        </p:spPr>
        <p:txBody>
          <a:bodyPr wrap="square" rtlCol="0">
            <a:spAutoFit/>
          </a:bodyPr>
          <a:lstStyle/>
          <a:p>
            <a:pPr algn="r"/>
            <a:r>
              <a:rPr lang="zh-CN" altLang="en-US" sz="1600">
                <a:solidFill>
                  <a:schemeClr val="bg1"/>
                </a:solidFill>
                <a:latin typeface="微软雅黑" panose="020B0503020204020204" charset="-122"/>
                <a:ea typeface="微软雅黑" panose="020B0503020204020204" charset="-122"/>
                <a:cs typeface="微软雅黑" panose="020B0503020204020204" charset="-122"/>
              </a:rPr>
              <a:t>更新时间：</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2023-05-10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9" name="圆角矩形 38"/>
          <p:cNvSpPr/>
          <p:nvPr userDrawn="1"/>
        </p:nvSpPr>
        <p:spPr>
          <a:xfrm>
            <a:off x="318453" y="1270000"/>
            <a:ext cx="2596515" cy="51054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圆角矩形 6"/>
          <p:cNvSpPr/>
          <p:nvPr userDrawn="1"/>
        </p:nvSpPr>
        <p:spPr>
          <a:xfrm>
            <a:off x="9326880" y="5173980"/>
            <a:ext cx="2491105" cy="72009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圆角矩形 10"/>
          <p:cNvSpPr/>
          <p:nvPr userDrawn="1"/>
        </p:nvSpPr>
        <p:spPr>
          <a:xfrm>
            <a:off x="297180" y="3117125"/>
            <a:ext cx="720000" cy="719455"/>
          </a:xfrm>
          <a:prstGeom prst="round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圆角矩形 11"/>
          <p:cNvSpPr/>
          <p:nvPr userDrawn="1"/>
        </p:nvSpPr>
        <p:spPr>
          <a:xfrm>
            <a:off x="297180" y="4179480"/>
            <a:ext cx="720000" cy="719455"/>
          </a:xfrm>
          <a:prstGeom prst="round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3" name="圆角矩形 12"/>
          <p:cNvSpPr/>
          <p:nvPr userDrawn="1"/>
        </p:nvSpPr>
        <p:spPr>
          <a:xfrm>
            <a:off x="297180" y="5241835"/>
            <a:ext cx="720000" cy="719455"/>
          </a:xfrm>
          <a:prstGeom prst="roundRect">
            <a:avLst/>
          </a:prstGeom>
          <a:solidFill>
            <a:srgbClr val="FFD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4" name="圆角矩形 23"/>
          <p:cNvSpPr/>
          <p:nvPr userDrawn="1"/>
        </p:nvSpPr>
        <p:spPr>
          <a:xfrm>
            <a:off x="3331210" y="2053590"/>
            <a:ext cx="720000" cy="720000"/>
          </a:xfrm>
          <a:prstGeom prst="round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圆角矩形 27"/>
          <p:cNvSpPr/>
          <p:nvPr userDrawn="1"/>
        </p:nvSpPr>
        <p:spPr>
          <a:xfrm>
            <a:off x="3331210" y="3115945"/>
            <a:ext cx="720000" cy="72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圆角矩形 33"/>
          <p:cNvSpPr/>
          <p:nvPr userDrawn="1"/>
        </p:nvSpPr>
        <p:spPr>
          <a:xfrm>
            <a:off x="6136005" y="2116455"/>
            <a:ext cx="720000" cy="360000"/>
          </a:xfrm>
          <a:prstGeom prst="round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圆角矩形 34"/>
          <p:cNvSpPr/>
          <p:nvPr userDrawn="1"/>
        </p:nvSpPr>
        <p:spPr>
          <a:xfrm>
            <a:off x="6136005" y="2768600"/>
            <a:ext cx="720000" cy="36000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8" name="圆角矩形 47"/>
          <p:cNvSpPr/>
          <p:nvPr userDrawn="1"/>
        </p:nvSpPr>
        <p:spPr>
          <a:xfrm>
            <a:off x="6136005" y="3420745"/>
            <a:ext cx="720000" cy="360000"/>
          </a:xfrm>
          <a:prstGeom prst="roundRect">
            <a:avLst/>
          </a:prstGeom>
          <a:solidFill>
            <a:srgbClr val="F3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0" name="圆角矩形 49"/>
          <p:cNvSpPr/>
          <p:nvPr userDrawn="1"/>
        </p:nvSpPr>
        <p:spPr>
          <a:xfrm>
            <a:off x="6129655" y="4072890"/>
            <a:ext cx="720000" cy="360000"/>
          </a:xfrm>
          <a:prstGeom prst="round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2" name="圆角矩形 51"/>
          <p:cNvSpPr/>
          <p:nvPr userDrawn="1"/>
        </p:nvSpPr>
        <p:spPr>
          <a:xfrm>
            <a:off x="6136005" y="4725035"/>
            <a:ext cx="720000" cy="360000"/>
          </a:xfrm>
          <a:prstGeom prst="roundRect">
            <a:avLst/>
          </a:prstGeom>
          <a:solidFill>
            <a:srgbClr val="FCEA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4" name="圆角矩形 53"/>
          <p:cNvSpPr/>
          <p:nvPr userDrawn="1"/>
        </p:nvSpPr>
        <p:spPr>
          <a:xfrm>
            <a:off x="6136005" y="5377180"/>
            <a:ext cx="720000" cy="36000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 name="文本框 5"/>
          <p:cNvSpPr txBox="1"/>
          <p:nvPr userDrawn="1"/>
        </p:nvSpPr>
        <p:spPr>
          <a:xfrm>
            <a:off x="4785360" y="284480"/>
            <a:ext cx="2621280" cy="583565"/>
          </a:xfrm>
          <a:prstGeom prst="rect">
            <a:avLst/>
          </a:prstGeom>
          <a:noFill/>
        </p:spPr>
        <p:txBody>
          <a:bodyPr wrap="none" rtlCol="0">
            <a:spAutoFit/>
          </a:bodyPr>
          <a:lstStyle/>
          <a:p>
            <a:r>
              <a:rPr lang="zh-CN" altLang="en-US" sz="3200" b="1">
                <a:solidFill>
                  <a:schemeClr val="tx1">
                    <a:lumMod val="85000"/>
                    <a:lumOff val="15000"/>
                  </a:schemeClr>
                </a:solidFill>
                <a:latin typeface="微软雅黑" panose="020B0503020204020204" charset="-122"/>
                <a:ea typeface="微软雅黑" panose="020B0503020204020204" charset="-122"/>
              </a:rPr>
              <a:t>颜色字号规范</a:t>
            </a:r>
          </a:p>
        </p:txBody>
      </p:sp>
      <p:sp>
        <p:nvSpPr>
          <p:cNvPr id="9" name="文本框 8"/>
          <p:cNvSpPr txBox="1"/>
          <p:nvPr userDrawn="1"/>
        </p:nvSpPr>
        <p:spPr>
          <a:xfrm>
            <a:off x="670878" y="1325880"/>
            <a:ext cx="1891665" cy="398780"/>
          </a:xfrm>
          <a:prstGeom prst="rect">
            <a:avLst/>
          </a:prstGeom>
          <a:noFill/>
        </p:spPr>
        <p:txBody>
          <a:bodyPr wrap="square" rtlCol="0" anchor="t">
            <a:spAutoFit/>
          </a:bodyPr>
          <a:lstStyle/>
          <a:p>
            <a:pPr algn="ctr"/>
            <a:r>
              <a:rPr lang="zh-CN" altLang="en-US" sz="2000" b="1">
                <a:solidFill>
                  <a:schemeClr val="tx1">
                    <a:lumMod val="85000"/>
                    <a:lumOff val="15000"/>
                  </a:schemeClr>
                </a:solidFill>
                <a:latin typeface="微软雅黑" panose="020B0503020204020204" charset="-122"/>
                <a:ea typeface="微软雅黑" panose="020B0503020204020204" charset="-122"/>
              </a:rPr>
              <a:t>主题色相关</a:t>
            </a:r>
          </a:p>
        </p:txBody>
      </p:sp>
      <p:sp>
        <p:nvSpPr>
          <p:cNvPr id="16" name="文本框 15"/>
          <p:cNvSpPr txBox="1"/>
          <p:nvPr userDrawn="1"/>
        </p:nvSpPr>
        <p:spPr>
          <a:xfrm>
            <a:off x="1017270" y="2053590"/>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主题色</a:t>
            </a:r>
          </a:p>
        </p:txBody>
      </p:sp>
      <p:sp>
        <p:nvSpPr>
          <p:cNvPr id="17" name="文本框 16"/>
          <p:cNvSpPr txBox="1"/>
          <p:nvPr userDrawn="1"/>
        </p:nvSpPr>
        <p:spPr>
          <a:xfrm>
            <a:off x="996950" y="2459990"/>
            <a:ext cx="2007235"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字体颜色，深背景色等</a:t>
            </a:r>
          </a:p>
        </p:txBody>
      </p:sp>
      <p:sp>
        <p:nvSpPr>
          <p:cNvPr id="18" name="文本框 17"/>
          <p:cNvSpPr txBox="1"/>
          <p:nvPr userDrawn="1"/>
        </p:nvSpPr>
        <p:spPr>
          <a:xfrm>
            <a:off x="1017270" y="311594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辅色蓝</a:t>
            </a:r>
          </a:p>
        </p:txBody>
      </p:sp>
      <p:sp>
        <p:nvSpPr>
          <p:cNvPr id="19" name="文本框 18"/>
          <p:cNvSpPr txBox="1"/>
          <p:nvPr userDrawn="1"/>
        </p:nvSpPr>
        <p:spPr>
          <a:xfrm>
            <a:off x="996950" y="3522345"/>
            <a:ext cx="2007235"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字体颜色，深背景色等</a:t>
            </a:r>
          </a:p>
        </p:txBody>
      </p:sp>
      <p:sp>
        <p:nvSpPr>
          <p:cNvPr id="20" name="文本框 19"/>
          <p:cNvSpPr txBox="1"/>
          <p:nvPr userDrawn="1"/>
        </p:nvSpPr>
        <p:spPr>
          <a:xfrm>
            <a:off x="1017270" y="417893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辅色橙</a:t>
            </a:r>
          </a:p>
        </p:txBody>
      </p:sp>
      <p:sp>
        <p:nvSpPr>
          <p:cNvPr id="21" name="文本框 20"/>
          <p:cNvSpPr txBox="1"/>
          <p:nvPr userDrawn="1"/>
        </p:nvSpPr>
        <p:spPr>
          <a:xfrm>
            <a:off x="996950" y="4591050"/>
            <a:ext cx="2007235"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字体颜色，深背景色等</a:t>
            </a:r>
          </a:p>
        </p:txBody>
      </p:sp>
      <p:sp>
        <p:nvSpPr>
          <p:cNvPr id="22" name="文本框 21"/>
          <p:cNvSpPr txBox="1"/>
          <p:nvPr userDrawn="1"/>
        </p:nvSpPr>
        <p:spPr>
          <a:xfrm>
            <a:off x="1017270" y="524192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辅色黄</a:t>
            </a:r>
          </a:p>
        </p:txBody>
      </p:sp>
      <p:sp>
        <p:nvSpPr>
          <p:cNvPr id="23" name="文本框 22"/>
          <p:cNvSpPr txBox="1"/>
          <p:nvPr userDrawn="1"/>
        </p:nvSpPr>
        <p:spPr>
          <a:xfrm>
            <a:off x="996950" y="5653405"/>
            <a:ext cx="2007235"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字体颜色，深背景色等</a:t>
            </a:r>
          </a:p>
        </p:txBody>
      </p:sp>
      <p:sp>
        <p:nvSpPr>
          <p:cNvPr id="25" name="文本框 24"/>
          <p:cNvSpPr txBox="1"/>
          <p:nvPr userDrawn="1"/>
        </p:nvSpPr>
        <p:spPr>
          <a:xfrm>
            <a:off x="4062730" y="2053590"/>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重要文字色</a:t>
            </a:r>
          </a:p>
        </p:txBody>
      </p:sp>
      <p:sp>
        <p:nvSpPr>
          <p:cNvPr id="26" name="文本框 25"/>
          <p:cNvSpPr txBox="1"/>
          <p:nvPr userDrawn="1"/>
        </p:nvSpPr>
        <p:spPr>
          <a:xfrm>
            <a:off x="4062730" y="2459990"/>
            <a:ext cx="1838960"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标题，重要内容等</a:t>
            </a:r>
          </a:p>
        </p:txBody>
      </p:sp>
      <p:sp>
        <p:nvSpPr>
          <p:cNvPr id="29" name="文本框 28"/>
          <p:cNvSpPr txBox="1"/>
          <p:nvPr userDrawn="1"/>
        </p:nvSpPr>
        <p:spPr>
          <a:xfrm>
            <a:off x="4075430" y="311594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次要文字色</a:t>
            </a:r>
          </a:p>
        </p:txBody>
      </p:sp>
      <p:sp>
        <p:nvSpPr>
          <p:cNvPr id="30" name="文本框 29"/>
          <p:cNvSpPr txBox="1"/>
          <p:nvPr userDrawn="1"/>
        </p:nvSpPr>
        <p:spPr>
          <a:xfrm>
            <a:off x="4075430" y="3529330"/>
            <a:ext cx="1838960"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次要内容</a:t>
            </a:r>
          </a:p>
        </p:txBody>
      </p:sp>
      <p:sp>
        <p:nvSpPr>
          <p:cNvPr id="38" name="文本框 37"/>
          <p:cNvSpPr txBox="1"/>
          <p:nvPr userDrawn="1"/>
        </p:nvSpPr>
        <p:spPr>
          <a:xfrm>
            <a:off x="6878955" y="211645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深灰背景</a:t>
            </a:r>
          </a:p>
        </p:txBody>
      </p:sp>
      <p:sp>
        <p:nvSpPr>
          <p:cNvPr id="40" name="文本框 39"/>
          <p:cNvSpPr txBox="1"/>
          <p:nvPr userDrawn="1"/>
        </p:nvSpPr>
        <p:spPr>
          <a:xfrm>
            <a:off x="6878955" y="276923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浅灰背景</a:t>
            </a:r>
          </a:p>
        </p:txBody>
      </p:sp>
      <p:sp>
        <p:nvSpPr>
          <p:cNvPr id="49" name="文本框 48"/>
          <p:cNvSpPr txBox="1"/>
          <p:nvPr userDrawn="1"/>
        </p:nvSpPr>
        <p:spPr>
          <a:xfrm>
            <a:off x="6878955" y="342201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灰蓝背景</a:t>
            </a:r>
          </a:p>
        </p:txBody>
      </p:sp>
      <p:sp>
        <p:nvSpPr>
          <p:cNvPr id="51" name="文本框 50"/>
          <p:cNvSpPr txBox="1"/>
          <p:nvPr userDrawn="1"/>
        </p:nvSpPr>
        <p:spPr>
          <a:xfrm>
            <a:off x="6872605" y="407479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浅蓝背景</a:t>
            </a:r>
          </a:p>
        </p:txBody>
      </p:sp>
      <p:sp>
        <p:nvSpPr>
          <p:cNvPr id="53" name="文本框 52"/>
          <p:cNvSpPr txBox="1"/>
          <p:nvPr userDrawn="1"/>
        </p:nvSpPr>
        <p:spPr>
          <a:xfrm>
            <a:off x="6878955" y="472757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浅橙背景</a:t>
            </a:r>
          </a:p>
        </p:txBody>
      </p:sp>
      <p:sp>
        <p:nvSpPr>
          <p:cNvPr id="55" name="文本框 54"/>
          <p:cNvSpPr txBox="1"/>
          <p:nvPr userDrawn="1"/>
        </p:nvSpPr>
        <p:spPr>
          <a:xfrm>
            <a:off x="6878955" y="5380355"/>
            <a:ext cx="189166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浅黄背景</a:t>
            </a:r>
          </a:p>
        </p:txBody>
      </p:sp>
      <p:sp>
        <p:nvSpPr>
          <p:cNvPr id="31" name="文本框 30"/>
          <p:cNvSpPr txBox="1"/>
          <p:nvPr userDrawn="1"/>
        </p:nvSpPr>
        <p:spPr>
          <a:xfrm>
            <a:off x="9413875" y="5220335"/>
            <a:ext cx="2317750" cy="645160"/>
          </a:xfrm>
          <a:prstGeom prst="rect">
            <a:avLst/>
          </a:prstGeom>
          <a:noFill/>
        </p:spPr>
        <p:txBody>
          <a:bodyPr wrap="square" rtlCol="0" anchor="t">
            <a:spAutoFit/>
          </a:bodyPr>
          <a:lstStyle/>
          <a:p>
            <a:r>
              <a:rPr lang="zh-CN" altLang="en-US" b="1">
                <a:solidFill>
                  <a:schemeClr val="bg1"/>
                </a:solidFill>
                <a:latin typeface="微软雅黑" panose="020B0503020204020204" charset="-122"/>
                <a:ea typeface="微软雅黑" panose="020B0503020204020204" charset="-122"/>
              </a:rPr>
              <a:t>注意：所有字体均为</a:t>
            </a:r>
          </a:p>
          <a:p>
            <a:r>
              <a:rPr lang="zh-CN" altLang="en-US" b="1">
                <a:solidFill>
                  <a:schemeClr val="bg1"/>
                </a:solidFill>
                <a:latin typeface="微软雅黑" panose="020B0503020204020204" charset="-122"/>
                <a:ea typeface="微软雅黑" panose="020B0503020204020204" charset="-122"/>
              </a:rPr>
              <a:t>微软雅黑</a:t>
            </a:r>
          </a:p>
        </p:txBody>
      </p:sp>
      <p:sp>
        <p:nvSpPr>
          <p:cNvPr id="32" name="文本框 31"/>
          <p:cNvSpPr txBox="1"/>
          <p:nvPr userDrawn="1"/>
        </p:nvSpPr>
        <p:spPr>
          <a:xfrm>
            <a:off x="9192260" y="2768600"/>
            <a:ext cx="1999615" cy="460375"/>
          </a:xfrm>
          <a:prstGeom prst="rect">
            <a:avLst/>
          </a:prstGeom>
          <a:noFill/>
        </p:spPr>
        <p:txBody>
          <a:bodyPr wrap="square" rtlCol="0" anchor="t">
            <a:spAutoFit/>
          </a:bodyPr>
          <a:lstStyle/>
          <a:p>
            <a:r>
              <a:rPr lang="zh-CN" altLang="en-US" sz="2400" b="1">
                <a:solidFill>
                  <a:schemeClr val="tx1">
                    <a:lumMod val="85000"/>
                    <a:lumOff val="15000"/>
                  </a:schemeClr>
                </a:solidFill>
                <a:latin typeface="微软雅黑" panose="020B0503020204020204" charset="-122"/>
                <a:ea typeface="微软雅黑" panose="020B0503020204020204" charset="-122"/>
              </a:rPr>
              <a:t>二级标题</a:t>
            </a:r>
          </a:p>
        </p:txBody>
      </p:sp>
      <p:sp>
        <p:nvSpPr>
          <p:cNvPr id="33" name="文本框 32"/>
          <p:cNvSpPr txBox="1"/>
          <p:nvPr userDrawn="1"/>
        </p:nvSpPr>
        <p:spPr>
          <a:xfrm>
            <a:off x="9226550" y="3489960"/>
            <a:ext cx="1999615" cy="398780"/>
          </a:xfrm>
          <a:prstGeom prst="rect">
            <a:avLst/>
          </a:prstGeom>
          <a:noFill/>
        </p:spPr>
        <p:txBody>
          <a:bodyPr wrap="square" rtlCol="0" anchor="t">
            <a:spAutoFit/>
          </a:bodyPr>
          <a:lstStyle/>
          <a:p>
            <a:r>
              <a:rPr lang="zh-CN" altLang="en-US" sz="2000" b="1">
                <a:solidFill>
                  <a:schemeClr val="tx1">
                    <a:lumMod val="85000"/>
                    <a:lumOff val="15000"/>
                  </a:schemeClr>
                </a:solidFill>
                <a:latin typeface="微软雅黑" panose="020B0503020204020204" charset="-122"/>
                <a:ea typeface="微软雅黑" panose="020B0503020204020204" charset="-122"/>
              </a:rPr>
              <a:t>小标题</a:t>
            </a:r>
          </a:p>
        </p:txBody>
      </p:sp>
      <p:sp>
        <p:nvSpPr>
          <p:cNvPr id="36" name="文本框 35"/>
          <p:cNvSpPr txBox="1"/>
          <p:nvPr userDrawn="1"/>
        </p:nvSpPr>
        <p:spPr>
          <a:xfrm>
            <a:off x="9226550" y="4122420"/>
            <a:ext cx="1999615" cy="337185"/>
          </a:xfrm>
          <a:prstGeom prst="rect">
            <a:avLst/>
          </a:prstGeom>
          <a:noFill/>
        </p:spPr>
        <p:txBody>
          <a:bodyPr wrap="square" rtlCol="0" anchor="t">
            <a:spAutoFit/>
          </a:bodyPr>
          <a:lstStyle/>
          <a:p>
            <a:r>
              <a:rPr lang="zh-CN" altLang="en-US" sz="1600">
                <a:solidFill>
                  <a:schemeClr val="tx1">
                    <a:lumMod val="85000"/>
                    <a:lumOff val="15000"/>
                  </a:schemeClr>
                </a:solidFill>
                <a:latin typeface="微软雅黑" panose="020B0503020204020204" charset="-122"/>
                <a:ea typeface="微软雅黑" panose="020B0503020204020204" charset="-122"/>
              </a:rPr>
              <a:t>正文</a:t>
            </a:r>
          </a:p>
        </p:txBody>
      </p:sp>
      <p:sp>
        <p:nvSpPr>
          <p:cNvPr id="37" name="文本框 36"/>
          <p:cNvSpPr txBox="1"/>
          <p:nvPr userDrawn="1"/>
        </p:nvSpPr>
        <p:spPr>
          <a:xfrm>
            <a:off x="9226550" y="4648835"/>
            <a:ext cx="1999615" cy="306705"/>
          </a:xfrm>
          <a:prstGeom prst="rect">
            <a:avLst/>
          </a:prstGeom>
          <a:noFill/>
        </p:spPr>
        <p:txBody>
          <a:bodyPr wrap="square" rtlCol="0" anchor="t">
            <a:spAutoFit/>
          </a:bodyPr>
          <a:lstStyle/>
          <a:p>
            <a:r>
              <a:rPr lang="zh-CN" altLang="en-US" sz="1400">
                <a:solidFill>
                  <a:schemeClr val="tx1">
                    <a:lumMod val="50000"/>
                    <a:lumOff val="50000"/>
                  </a:schemeClr>
                </a:solidFill>
                <a:latin typeface="微软雅黑" panose="020B0503020204020204" charset="-122"/>
                <a:ea typeface="微软雅黑" panose="020B0503020204020204" charset="-122"/>
              </a:rPr>
              <a:t>辅助文字</a:t>
            </a:r>
          </a:p>
        </p:txBody>
      </p:sp>
      <p:sp>
        <p:nvSpPr>
          <p:cNvPr id="41" name="圆角矩形 40"/>
          <p:cNvSpPr/>
          <p:nvPr userDrawn="1"/>
        </p:nvSpPr>
        <p:spPr>
          <a:xfrm>
            <a:off x="3331211" y="1270000"/>
            <a:ext cx="2322830" cy="51054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2" name="文本框 41"/>
          <p:cNvSpPr txBox="1"/>
          <p:nvPr userDrawn="1"/>
        </p:nvSpPr>
        <p:spPr>
          <a:xfrm>
            <a:off x="3546793" y="1325880"/>
            <a:ext cx="1891665" cy="398780"/>
          </a:xfrm>
          <a:prstGeom prst="rect">
            <a:avLst/>
          </a:prstGeom>
          <a:noFill/>
        </p:spPr>
        <p:txBody>
          <a:bodyPr wrap="square" rtlCol="0" anchor="t">
            <a:spAutoFit/>
          </a:bodyPr>
          <a:lstStyle/>
          <a:p>
            <a:pPr algn="ctr"/>
            <a:r>
              <a:rPr lang="zh-CN" altLang="en-US" sz="2000" b="1">
                <a:solidFill>
                  <a:schemeClr val="tx1">
                    <a:lumMod val="85000"/>
                    <a:lumOff val="15000"/>
                  </a:schemeClr>
                </a:solidFill>
                <a:latin typeface="微软雅黑" panose="020B0503020204020204" charset="-122"/>
                <a:ea typeface="微软雅黑" panose="020B0503020204020204" charset="-122"/>
              </a:rPr>
              <a:t>文本色相关</a:t>
            </a:r>
          </a:p>
        </p:txBody>
      </p:sp>
      <p:sp>
        <p:nvSpPr>
          <p:cNvPr id="43" name="圆角矩形 42"/>
          <p:cNvSpPr/>
          <p:nvPr userDrawn="1"/>
        </p:nvSpPr>
        <p:spPr>
          <a:xfrm>
            <a:off x="6118543" y="1270000"/>
            <a:ext cx="2596515" cy="51054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4" name="文本框 43"/>
          <p:cNvSpPr txBox="1"/>
          <p:nvPr userDrawn="1"/>
        </p:nvSpPr>
        <p:spPr>
          <a:xfrm>
            <a:off x="6193790" y="1325880"/>
            <a:ext cx="2446020" cy="398780"/>
          </a:xfrm>
          <a:prstGeom prst="rect">
            <a:avLst/>
          </a:prstGeom>
          <a:noFill/>
        </p:spPr>
        <p:txBody>
          <a:bodyPr wrap="square" rtlCol="0" anchor="t">
            <a:spAutoFit/>
          </a:bodyPr>
          <a:lstStyle/>
          <a:p>
            <a:pPr algn="ctr"/>
            <a:r>
              <a:rPr lang="zh-CN" altLang="en-US" sz="2000" b="1">
                <a:solidFill>
                  <a:schemeClr val="tx1">
                    <a:lumMod val="85000"/>
                    <a:lumOff val="15000"/>
                  </a:schemeClr>
                </a:solidFill>
                <a:latin typeface="微软雅黑" panose="020B0503020204020204" charset="-122"/>
                <a:ea typeface="微软雅黑" panose="020B0503020204020204" charset="-122"/>
              </a:rPr>
              <a:t>背景色相关</a:t>
            </a:r>
          </a:p>
        </p:txBody>
      </p:sp>
      <p:sp>
        <p:nvSpPr>
          <p:cNvPr id="45" name="圆角矩形 44"/>
          <p:cNvSpPr/>
          <p:nvPr userDrawn="1"/>
        </p:nvSpPr>
        <p:spPr>
          <a:xfrm>
            <a:off x="9326563" y="1270000"/>
            <a:ext cx="2491105" cy="510540"/>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6" name="文本框 45"/>
          <p:cNvSpPr txBox="1"/>
          <p:nvPr userDrawn="1"/>
        </p:nvSpPr>
        <p:spPr>
          <a:xfrm>
            <a:off x="9626283" y="1325880"/>
            <a:ext cx="1891665" cy="398780"/>
          </a:xfrm>
          <a:prstGeom prst="rect">
            <a:avLst/>
          </a:prstGeom>
          <a:noFill/>
        </p:spPr>
        <p:txBody>
          <a:bodyPr wrap="square" rtlCol="0" anchor="t">
            <a:spAutoFit/>
          </a:bodyPr>
          <a:lstStyle/>
          <a:p>
            <a:pPr algn="ctr"/>
            <a:r>
              <a:rPr lang="zh-CN" altLang="en-US" sz="2000" b="1">
                <a:solidFill>
                  <a:schemeClr val="tx1">
                    <a:lumMod val="85000"/>
                    <a:lumOff val="15000"/>
                  </a:schemeClr>
                </a:solidFill>
                <a:latin typeface="微软雅黑" panose="020B0503020204020204" charset="-122"/>
                <a:ea typeface="微软雅黑" panose="020B0503020204020204" charset="-122"/>
              </a:rPr>
              <a:t>字号</a:t>
            </a:r>
          </a:p>
        </p:txBody>
      </p:sp>
      <p:sp>
        <p:nvSpPr>
          <p:cNvPr id="2" name="文本框 1"/>
          <p:cNvSpPr txBox="1"/>
          <p:nvPr userDrawn="1">
            <p:custDataLst>
              <p:tags r:id="rId1"/>
            </p:custDataLst>
          </p:nvPr>
        </p:nvSpPr>
        <p:spPr>
          <a:xfrm>
            <a:off x="9226550" y="2054225"/>
            <a:ext cx="1999615" cy="521970"/>
          </a:xfrm>
          <a:prstGeom prst="rect">
            <a:avLst/>
          </a:prstGeom>
          <a:noFill/>
        </p:spPr>
        <p:txBody>
          <a:bodyPr wrap="square" rtlCol="0" anchor="t">
            <a:spAutoFit/>
          </a:bodyPr>
          <a:lstStyle/>
          <a:p>
            <a:r>
              <a:rPr lang="zh-CN" altLang="en-US" sz="2800" b="1">
                <a:solidFill>
                  <a:schemeClr val="tx1">
                    <a:lumMod val="85000"/>
                    <a:lumOff val="15000"/>
                  </a:schemeClr>
                </a:solidFill>
                <a:latin typeface="微软雅黑" panose="020B0503020204020204" charset="-122"/>
                <a:ea typeface="微软雅黑" panose="020B0503020204020204" charset="-122"/>
              </a:rPr>
              <a:t>一级标题</a:t>
            </a:r>
          </a:p>
        </p:txBody>
      </p:sp>
      <p:sp>
        <p:nvSpPr>
          <p:cNvPr id="3" name="圆角矩形 2"/>
          <p:cNvSpPr/>
          <p:nvPr userDrawn="1">
            <p:custDataLst>
              <p:tags r:id="rId2"/>
            </p:custDataLst>
          </p:nvPr>
        </p:nvSpPr>
        <p:spPr>
          <a:xfrm>
            <a:off x="297180" y="2098585"/>
            <a:ext cx="720000" cy="719455"/>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2026/1/29</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尾页">
    <p:bg>
      <p:bgPr>
        <a:noFill/>
        <a:effectLst/>
      </p:bgPr>
    </p:bg>
    <p:spTree>
      <p:nvGrpSpPr>
        <p:cNvPr id="1" name=""/>
        <p:cNvGrpSpPr/>
        <p:nvPr/>
      </p:nvGrpSpPr>
      <p:grpSpPr>
        <a:xfrm>
          <a:off x="0" y="0"/>
          <a:ext cx="0" cy="0"/>
          <a:chOff x="0" y="0"/>
          <a:chExt cx="0" cy="0"/>
        </a:xfrm>
      </p:grpSpPr>
      <p:pic>
        <p:nvPicPr>
          <p:cNvPr id="5" name="图片 4" descr="图片1 (1)"/>
          <p:cNvPicPr>
            <a:picLocks noChangeAspect="1"/>
          </p:cNvPicPr>
          <p:nvPr userDrawn="1"/>
        </p:nvPicPr>
        <p:blipFill>
          <a:blip r:embed="rId3"/>
          <a:stretch>
            <a:fillRect/>
          </a:stretch>
        </p:blipFill>
        <p:spPr>
          <a:xfrm>
            <a:off x="0" y="-10159"/>
            <a:ext cx="9954260" cy="6874488"/>
          </a:xfrm>
          <a:prstGeom prst="rect">
            <a:avLst/>
          </a:prstGeom>
        </p:spPr>
      </p:pic>
      <p:sp>
        <p:nvSpPr>
          <p:cNvPr id="11" name="直角三角形 3"/>
          <p:cNvSpPr/>
          <p:nvPr userDrawn="1"/>
        </p:nvSpPr>
        <p:spPr>
          <a:xfrm flipV="1">
            <a:off x="5898237" y="-10161"/>
            <a:ext cx="5794946" cy="2759075"/>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Lst>
            <a:ahLst/>
            <a:cxnLst>
              <a:cxn ang="0">
                <a:pos x="connsiteX0-1" y="connsiteY0-2"/>
              </a:cxn>
              <a:cxn ang="0">
                <a:pos x="connsiteX1-3" y="connsiteY1-4"/>
              </a:cxn>
              <a:cxn ang="0">
                <a:pos x="connsiteX2-5" y="connsiteY2-6"/>
              </a:cxn>
              <a:cxn ang="0">
                <a:pos x="connsiteX3-7" y="connsiteY3-8"/>
              </a:cxn>
            </a:cxnLst>
            <a:rect l="l" t="t" r="r" b="b"/>
            <a:pathLst>
              <a:path w="5794290" h="2123606">
                <a:moveTo>
                  <a:pt x="4299306" y="2122721"/>
                </a:moveTo>
                <a:cubicBezTo>
                  <a:pt x="2665473" y="1751344"/>
                  <a:pt x="1257066" y="1185461"/>
                  <a:pt x="0" y="0"/>
                </a:cubicBezTo>
                <a:cubicBezTo>
                  <a:pt x="902449" y="660654"/>
                  <a:pt x="2197538" y="1647613"/>
                  <a:pt x="5794290" y="2123606"/>
                </a:cubicBezTo>
                <a:lnTo>
                  <a:pt x="4299306" y="2122721"/>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
          <p:cNvSpPr/>
          <p:nvPr userDrawn="1">
            <p:custDataLst>
              <p:tags r:id="rId1"/>
            </p:custDataLst>
          </p:nvPr>
        </p:nvSpPr>
        <p:spPr>
          <a:xfrm>
            <a:off x="139" y="-10161"/>
            <a:ext cx="9894274" cy="6874826"/>
          </a:xfrm>
          <a:custGeom>
            <a:avLst/>
            <a:gdLst>
              <a:gd name="connsiteX0" fmla="*/ 0 w 9610641"/>
              <a:gd name="connsiteY0" fmla="*/ 0 h 6858000"/>
              <a:gd name="connsiteX1" fmla="*/ 9610641 w 9610641"/>
              <a:gd name="connsiteY1" fmla="*/ 0 h 6858000"/>
              <a:gd name="connsiteX2" fmla="*/ 9610641 w 9610641"/>
              <a:gd name="connsiteY2" fmla="*/ 6858000 h 6858000"/>
              <a:gd name="connsiteX3" fmla="*/ 0 w 9610641"/>
              <a:gd name="connsiteY3" fmla="*/ 6858000 h 6858000"/>
              <a:gd name="connsiteX4" fmla="*/ 0 w 9610641"/>
              <a:gd name="connsiteY4" fmla="*/ 0 h 6858000"/>
              <a:gd name="connsiteX0-1" fmla="*/ 0 w 9610641"/>
              <a:gd name="connsiteY0-2" fmla="*/ 0 h 6882276"/>
              <a:gd name="connsiteX1-3" fmla="*/ 9610641 w 9610641"/>
              <a:gd name="connsiteY1-4" fmla="*/ 0 h 6882276"/>
              <a:gd name="connsiteX2-5" fmla="*/ 3509246 w 9610641"/>
              <a:gd name="connsiteY2-6" fmla="*/ 6882276 h 6882276"/>
              <a:gd name="connsiteX3-7" fmla="*/ 0 w 9610641"/>
              <a:gd name="connsiteY3-8" fmla="*/ 6858000 h 6882276"/>
              <a:gd name="connsiteX4-9" fmla="*/ 0 w 9610641"/>
              <a:gd name="connsiteY4-10" fmla="*/ 0 h 6882276"/>
              <a:gd name="connsiteX0-11" fmla="*/ 0 w 9610641"/>
              <a:gd name="connsiteY0-12" fmla="*/ 0 h 6882276"/>
              <a:gd name="connsiteX1-13" fmla="*/ 9610641 w 9610641"/>
              <a:gd name="connsiteY1-14" fmla="*/ 0 h 6882276"/>
              <a:gd name="connsiteX2-15" fmla="*/ 3509246 w 9610641"/>
              <a:gd name="connsiteY2-16" fmla="*/ 6882276 h 6882276"/>
              <a:gd name="connsiteX3-17" fmla="*/ 0 w 9610641"/>
              <a:gd name="connsiteY3-18" fmla="*/ 6858000 h 6882276"/>
              <a:gd name="connsiteX4-19" fmla="*/ 0 w 9610641"/>
              <a:gd name="connsiteY4-20" fmla="*/ 0 h 6882276"/>
              <a:gd name="connsiteX0-21" fmla="*/ 0 w 9610641"/>
              <a:gd name="connsiteY0-22" fmla="*/ 0 h 6882276"/>
              <a:gd name="connsiteX1-23" fmla="*/ 9610641 w 9610641"/>
              <a:gd name="connsiteY1-24" fmla="*/ 0 h 6882276"/>
              <a:gd name="connsiteX2-25" fmla="*/ 3509246 w 9610641"/>
              <a:gd name="connsiteY2-26" fmla="*/ 6882276 h 6882276"/>
              <a:gd name="connsiteX3-27" fmla="*/ 0 w 9610641"/>
              <a:gd name="connsiteY3-28" fmla="*/ 6858000 h 6882276"/>
              <a:gd name="connsiteX4-29" fmla="*/ 0 w 9610641"/>
              <a:gd name="connsiteY4-30" fmla="*/ 0 h 6882276"/>
              <a:gd name="connsiteX0-31" fmla="*/ 0 w 9610641"/>
              <a:gd name="connsiteY0-32" fmla="*/ 0 h 6882276"/>
              <a:gd name="connsiteX1-33" fmla="*/ 9610641 w 9610641"/>
              <a:gd name="connsiteY1-34" fmla="*/ 0 h 6882276"/>
              <a:gd name="connsiteX2-35" fmla="*/ 3509246 w 9610641"/>
              <a:gd name="connsiteY2-36" fmla="*/ 6882276 h 6882276"/>
              <a:gd name="connsiteX3-37" fmla="*/ 0 w 9610641"/>
              <a:gd name="connsiteY3-38" fmla="*/ 6858000 h 6882276"/>
              <a:gd name="connsiteX4-39" fmla="*/ 0 w 9610641"/>
              <a:gd name="connsiteY4-40" fmla="*/ 0 h 6882276"/>
              <a:gd name="connsiteX0-41" fmla="*/ 0 w 9610641"/>
              <a:gd name="connsiteY0-42" fmla="*/ 0 h 6882276"/>
              <a:gd name="connsiteX1-43" fmla="*/ 9610641 w 9610641"/>
              <a:gd name="connsiteY1-44" fmla="*/ 0 h 6882276"/>
              <a:gd name="connsiteX2-45" fmla="*/ 3509246 w 9610641"/>
              <a:gd name="connsiteY2-46" fmla="*/ 6882276 h 6882276"/>
              <a:gd name="connsiteX3-47" fmla="*/ 0 w 9610641"/>
              <a:gd name="connsiteY3-48" fmla="*/ 6858000 h 6882276"/>
              <a:gd name="connsiteX4-49" fmla="*/ 0 w 9610641"/>
              <a:gd name="connsiteY4-50" fmla="*/ 0 h 6882276"/>
              <a:gd name="connsiteX0-51" fmla="*/ 0 w 10201360"/>
              <a:gd name="connsiteY0-52" fmla="*/ 0 h 6882276"/>
              <a:gd name="connsiteX1-53" fmla="*/ 10201360 w 10201360"/>
              <a:gd name="connsiteY1-54" fmla="*/ 0 h 6882276"/>
              <a:gd name="connsiteX2-55" fmla="*/ 3509246 w 10201360"/>
              <a:gd name="connsiteY2-56" fmla="*/ 6882276 h 6882276"/>
              <a:gd name="connsiteX3-57" fmla="*/ 0 w 10201360"/>
              <a:gd name="connsiteY3-58" fmla="*/ 6858000 h 6882276"/>
              <a:gd name="connsiteX4-59" fmla="*/ 0 w 10201360"/>
              <a:gd name="connsiteY4-60" fmla="*/ 0 h 6882276"/>
              <a:gd name="connsiteX0-61" fmla="*/ 0 w 9586365"/>
              <a:gd name="connsiteY0-62" fmla="*/ 0 h 6882276"/>
              <a:gd name="connsiteX1-63" fmla="*/ 9586365 w 9586365"/>
              <a:gd name="connsiteY1-64" fmla="*/ 16184 h 6882276"/>
              <a:gd name="connsiteX2-65" fmla="*/ 3509246 w 9586365"/>
              <a:gd name="connsiteY2-66" fmla="*/ 6882276 h 6882276"/>
              <a:gd name="connsiteX3-67" fmla="*/ 0 w 9586365"/>
              <a:gd name="connsiteY3-68" fmla="*/ 6858000 h 6882276"/>
              <a:gd name="connsiteX4-69" fmla="*/ 0 w 9586365"/>
              <a:gd name="connsiteY4-70" fmla="*/ 0 h 6882276"/>
              <a:gd name="connsiteX0-71" fmla="*/ 0 w 9586365"/>
              <a:gd name="connsiteY0-72" fmla="*/ 0 h 6882276"/>
              <a:gd name="connsiteX1-73" fmla="*/ 9586365 w 9586365"/>
              <a:gd name="connsiteY1-74" fmla="*/ 16184 h 6882276"/>
              <a:gd name="connsiteX2-75" fmla="*/ 3509246 w 9586365"/>
              <a:gd name="connsiteY2-76" fmla="*/ 6882276 h 6882276"/>
              <a:gd name="connsiteX3-77" fmla="*/ 0 w 9586365"/>
              <a:gd name="connsiteY3-78" fmla="*/ 6858000 h 6882276"/>
              <a:gd name="connsiteX4-79" fmla="*/ 0 w 9586365"/>
              <a:gd name="connsiteY4-80" fmla="*/ 0 h 6882276"/>
              <a:gd name="connsiteX0-81" fmla="*/ 0 w 9586365"/>
              <a:gd name="connsiteY0-82" fmla="*/ 0 h 6882276"/>
              <a:gd name="connsiteX1-83" fmla="*/ 9586365 w 9586365"/>
              <a:gd name="connsiteY1-84" fmla="*/ 16184 h 6882276"/>
              <a:gd name="connsiteX2-85" fmla="*/ 3509246 w 9586365"/>
              <a:gd name="connsiteY2-86" fmla="*/ 6882276 h 6882276"/>
              <a:gd name="connsiteX3-87" fmla="*/ 0 w 9586365"/>
              <a:gd name="connsiteY3-88" fmla="*/ 6858000 h 6882276"/>
              <a:gd name="connsiteX4-89" fmla="*/ 0 w 9586365"/>
              <a:gd name="connsiteY4-90" fmla="*/ 0 h 6882276"/>
              <a:gd name="connsiteX0-91" fmla="*/ 0 w 9586365"/>
              <a:gd name="connsiteY0-92" fmla="*/ 0 h 6882276"/>
              <a:gd name="connsiteX1-93" fmla="*/ 9586365 w 9586365"/>
              <a:gd name="connsiteY1-94" fmla="*/ 16184 h 6882276"/>
              <a:gd name="connsiteX2-95" fmla="*/ 3509246 w 9586365"/>
              <a:gd name="connsiteY2-96" fmla="*/ 6882276 h 6882276"/>
              <a:gd name="connsiteX3-97" fmla="*/ 0 w 9586365"/>
              <a:gd name="connsiteY3-98" fmla="*/ 6858000 h 6882276"/>
              <a:gd name="connsiteX4-99" fmla="*/ 0 w 9586365"/>
              <a:gd name="connsiteY4-100" fmla="*/ 0 h 6882276"/>
              <a:gd name="connsiteX0-101" fmla="*/ 0 w 9586365"/>
              <a:gd name="connsiteY0-102" fmla="*/ 0 h 6882276"/>
              <a:gd name="connsiteX1-103" fmla="*/ 9586365 w 9586365"/>
              <a:gd name="connsiteY1-104" fmla="*/ 16184 h 6882276"/>
              <a:gd name="connsiteX2-105" fmla="*/ 3509246 w 9586365"/>
              <a:gd name="connsiteY2-106" fmla="*/ 6882276 h 6882276"/>
              <a:gd name="connsiteX3-107" fmla="*/ 0 w 9586365"/>
              <a:gd name="connsiteY3-108" fmla="*/ 6858000 h 6882276"/>
              <a:gd name="connsiteX4-109" fmla="*/ 0 w 9586365"/>
              <a:gd name="connsiteY4-110" fmla="*/ 0 h 6882276"/>
              <a:gd name="connsiteX0-111" fmla="*/ 0 w 9586365"/>
              <a:gd name="connsiteY0-112" fmla="*/ 0 h 6882276"/>
              <a:gd name="connsiteX1-113" fmla="*/ 9586365 w 9586365"/>
              <a:gd name="connsiteY1-114" fmla="*/ 16184 h 6882276"/>
              <a:gd name="connsiteX2-115" fmla="*/ 3509246 w 9586365"/>
              <a:gd name="connsiteY2-116" fmla="*/ 6882276 h 6882276"/>
              <a:gd name="connsiteX3-117" fmla="*/ 0 w 9586365"/>
              <a:gd name="connsiteY3-118" fmla="*/ 6858000 h 6882276"/>
              <a:gd name="connsiteX4-119" fmla="*/ 0 w 9586365"/>
              <a:gd name="connsiteY4-120" fmla="*/ 0 h 6882276"/>
              <a:gd name="connsiteX0-121" fmla="*/ 0 w 9586365"/>
              <a:gd name="connsiteY0-122" fmla="*/ 0 h 6875926"/>
              <a:gd name="connsiteX1-123" fmla="*/ 9586365 w 9586365"/>
              <a:gd name="connsiteY1-124" fmla="*/ 16184 h 6875926"/>
              <a:gd name="connsiteX2-125" fmla="*/ 3515596 w 9586365"/>
              <a:gd name="connsiteY2-126" fmla="*/ 6875926 h 6875926"/>
              <a:gd name="connsiteX3-127" fmla="*/ 0 w 9586365"/>
              <a:gd name="connsiteY3-128" fmla="*/ 6858000 h 6875926"/>
              <a:gd name="connsiteX4-129" fmla="*/ 0 w 9586365"/>
              <a:gd name="connsiteY4-130" fmla="*/ 0 h 6875926"/>
              <a:gd name="connsiteX0-131" fmla="*/ 0 w 9586365"/>
              <a:gd name="connsiteY0-132" fmla="*/ 0 h 6875926"/>
              <a:gd name="connsiteX1-133" fmla="*/ 9586365 w 9586365"/>
              <a:gd name="connsiteY1-134" fmla="*/ 1368 h 6875926"/>
              <a:gd name="connsiteX2-135" fmla="*/ 3515596 w 9586365"/>
              <a:gd name="connsiteY2-136" fmla="*/ 6875926 h 6875926"/>
              <a:gd name="connsiteX3-137" fmla="*/ 0 w 9586365"/>
              <a:gd name="connsiteY3-138" fmla="*/ 6858000 h 6875926"/>
              <a:gd name="connsiteX4-139" fmla="*/ 0 w 9586365"/>
              <a:gd name="connsiteY4-140" fmla="*/ 0 h 6875926"/>
              <a:gd name="connsiteX0-1-1" fmla="*/ 0 w 9586365"/>
              <a:gd name="connsiteY0-2-2" fmla="*/ 0 h 6914119"/>
              <a:gd name="connsiteX1-3-3" fmla="*/ 9586365 w 9586365"/>
              <a:gd name="connsiteY1-4-4" fmla="*/ 1368 h 6914119"/>
              <a:gd name="connsiteX2-5-5" fmla="*/ 3508219 w 9586365"/>
              <a:gd name="connsiteY2-6-6" fmla="*/ 6914119 h 6914119"/>
              <a:gd name="connsiteX3-7-7" fmla="*/ 0 w 9586365"/>
              <a:gd name="connsiteY3-8-8" fmla="*/ 6858000 h 6914119"/>
              <a:gd name="connsiteX4-9-9" fmla="*/ 0 w 9586365"/>
              <a:gd name="connsiteY4-10-10" fmla="*/ 0 h 6914119"/>
              <a:gd name="connsiteX0-11-11" fmla="*/ 0 w 9586365"/>
              <a:gd name="connsiteY0-12-12" fmla="*/ 0 h 6858000"/>
              <a:gd name="connsiteX1-13-13" fmla="*/ 9586365 w 9586365"/>
              <a:gd name="connsiteY1-14-14" fmla="*/ 1368 h 6858000"/>
              <a:gd name="connsiteX2-15-15" fmla="*/ 3522973 w 9586365"/>
              <a:gd name="connsiteY2-16-16" fmla="*/ 6853011 h 6858000"/>
              <a:gd name="connsiteX3-17-17" fmla="*/ 0 w 9586365"/>
              <a:gd name="connsiteY3-18-18" fmla="*/ 6858000 h 6858000"/>
              <a:gd name="connsiteX4-19-19" fmla="*/ 0 w 9586365"/>
              <a:gd name="connsiteY4-20-20" fmla="*/ 0 h 6858000"/>
            </a:gdLst>
            <a:ahLst/>
            <a:cxnLst>
              <a:cxn ang="0">
                <a:pos x="connsiteX0-1-1" y="connsiteY0-2-2"/>
              </a:cxn>
              <a:cxn ang="0">
                <a:pos x="connsiteX1-3-3" y="connsiteY1-4-4"/>
              </a:cxn>
              <a:cxn ang="0">
                <a:pos x="connsiteX2-5-5" y="connsiteY2-6-6"/>
              </a:cxn>
              <a:cxn ang="0">
                <a:pos x="connsiteX3-7-7" y="connsiteY3-8-8"/>
              </a:cxn>
              <a:cxn ang="0">
                <a:pos x="connsiteX4-9-9" y="connsiteY4-10-10"/>
              </a:cxn>
            </a:cxnLst>
            <a:rect l="l" t="t" r="r" b="b"/>
            <a:pathLst>
              <a:path w="9586365" h="6858000">
                <a:moveTo>
                  <a:pt x="0" y="0"/>
                </a:moveTo>
                <a:lnTo>
                  <a:pt x="9586365" y="1368"/>
                </a:lnTo>
                <a:cubicBezTo>
                  <a:pt x="5537650" y="1146391"/>
                  <a:pt x="3841429" y="4508680"/>
                  <a:pt x="3522973" y="6853011"/>
                </a:cubicBezTo>
                <a:lnTo>
                  <a:pt x="0" y="6858000"/>
                </a:lnTo>
                <a:lnTo>
                  <a:pt x="0" y="0"/>
                </a:lnTo>
                <a:close/>
              </a:path>
            </a:pathLst>
          </a:custGeom>
          <a:gradFill flip="none" rotWithShape="1">
            <a:gsLst>
              <a:gs pos="42000">
                <a:srgbClr val="44546A">
                  <a:alpha val="12000"/>
                  <a:lumMod val="79000"/>
                  <a:lumOff val="21000"/>
                </a:srgbClr>
              </a:gs>
              <a:gs pos="0">
                <a:schemeClr val="tx2"/>
              </a:gs>
              <a:gs pos="100000">
                <a:schemeClr val="tx2">
                  <a:alpha val="1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3"/>
          <p:cNvSpPr/>
          <p:nvPr userDrawn="1"/>
        </p:nvSpPr>
        <p:spPr>
          <a:xfrm>
            <a:off x="2377064" y="1899535"/>
            <a:ext cx="3601437" cy="4964793"/>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1-1" fmla="*/ 0 w 3570460"/>
              <a:gd name="connsiteY0-2-2" fmla="*/ 3712006 h 3717501"/>
              <a:gd name="connsiteX1-3-3" fmla="*/ 3570460 w 3570460"/>
              <a:gd name="connsiteY1-4-4" fmla="*/ 0 h 3717501"/>
              <a:gd name="connsiteX2-5-5" fmla="*/ 994816 w 3570460"/>
              <a:gd name="connsiteY2-6-6" fmla="*/ 3716036 h 3717501"/>
              <a:gd name="connsiteX3-7-7" fmla="*/ 0 w 3570460"/>
              <a:gd name="connsiteY3-8-8" fmla="*/ 3712006 h 3717501"/>
              <a:gd name="connsiteX0-9-9" fmla="*/ 0 w 3578079"/>
              <a:gd name="connsiteY0-10-10" fmla="*/ 3723546 h 3723546"/>
              <a:gd name="connsiteX1-11-11" fmla="*/ 3578079 w 3578079"/>
              <a:gd name="connsiteY1-12-12" fmla="*/ 0 h 3723546"/>
              <a:gd name="connsiteX2-13-13" fmla="*/ 1002435 w 3578079"/>
              <a:gd name="connsiteY2-14-14" fmla="*/ 3716036 h 3723546"/>
              <a:gd name="connsiteX3-15-15" fmla="*/ 0 w 3578079"/>
              <a:gd name="connsiteY3-16-16" fmla="*/ 3723546 h 3723546"/>
              <a:gd name="connsiteX0-17-17" fmla="*/ 0 w 3578079"/>
              <a:gd name="connsiteY0-18-18" fmla="*/ 3723546 h 3734487"/>
              <a:gd name="connsiteX1-19-19" fmla="*/ 3578079 w 3578079"/>
              <a:gd name="connsiteY1-20-20" fmla="*/ 0 h 3734487"/>
              <a:gd name="connsiteX2-21-21" fmla="*/ 994817 w 3578079"/>
              <a:gd name="connsiteY2-22-22" fmla="*/ 3733346 h 3734487"/>
              <a:gd name="connsiteX3-23-23" fmla="*/ 0 w 3578079"/>
              <a:gd name="connsiteY3-24-24" fmla="*/ 3723546 h 3734487"/>
              <a:gd name="connsiteX0-25-25" fmla="*/ 0 w 3585698"/>
              <a:gd name="connsiteY0-26-26" fmla="*/ 3752396 h 3752396"/>
              <a:gd name="connsiteX1-27-27" fmla="*/ 3585698 w 3585698"/>
              <a:gd name="connsiteY1-28-28" fmla="*/ 0 h 3752396"/>
              <a:gd name="connsiteX2-29-29" fmla="*/ 1002436 w 3585698"/>
              <a:gd name="connsiteY2-30-30" fmla="*/ 3733346 h 3752396"/>
              <a:gd name="connsiteX3-31-31" fmla="*/ 0 w 3585698"/>
              <a:gd name="connsiteY3-32-32" fmla="*/ 3752396 h 3752396"/>
              <a:gd name="connsiteX0-33-33" fmla="*/ 0 w 3600936"/>
              <a:gd name="connsiteY0-34-34" fmla="*/ 3740856 h 3740856"/>
              <a:gd name="connsiteX1-35-35" fmla="*/ 3600936 w 3600936"/>
              <a:gd name="connsiteY1-36-36" fmla="*/ 0 h 3740856"/>
              <a:gd name="connsiteX2-37-37" fmla="*/ 1017674 w 3600936"/>
              <a:gd name="connsiteY2-38-38" fmla="*/ 3733346 h 3740856"/>
              <a:gd name="connsiteX3-39-39" fmla="*/ 0 w 3600936"/>
              <a:gd name="connsiteY3-40-40" fmla="*/ 3740856 h 3740856"/>
              <a:gd name="connsiteX0-41-41" fmla="*/ 0 w 3600936"/>
              <a:gd name="connsiteY0-42-42" fmla="*/ 3740856 h 3744886"/>
              <a:gd name="connsiteX1-43-43" fmla="*/ 3600936 w 3600936"/>
              <a:gd name="connsiteY1-44-44" fmla="*/ 0 h 3744886"/>
              <a:gd name="connsiteX2-45-45" fmla="*/ 1017674 w 3600936"/>
              <a:gd name="connsiteY2-46-46" fmla="*/ 3744886 h 3744886"/>
              <a:gd name="connsiteX3-47-47" fmla="*/ 0 w 3600936"/>
              <a:gd name="connsiteY3-48-48" fmla="*/ 3740856 h 3744886"/>
              <a:gd name="connsiteX0-49-49" fmla="*/ 0 w 3600936"/>
              <a:gd name="connsiteY0-50-50" fmla="*/ 3759403 h 3759477"/>
              <a:gd name="connsiteX1-51-51" fmla="*/ 3600936 w 3600936"/>
              <a:gd name="connsiteY1-52-52" fmla="*/ 0 h 3759477"/>
              <a:gd name="connsiteX2-53-53" fmla="*/ 1017674 w 3600936"/>
              <a:gd name="connsiteY2-54-54" fmla="*/ 3744886 h 3759477"/>
              <a:gd name="connsiteX3-55-55" fmla="*/ 0 w 3600936"/>
              <a:gd name="connsiteY3-56-56" fmla="*/ 3759403 h 3759477"/>
              <a:gd name="connsiteX0-57-57" fmla="*/ 0 w 3600936"/>
              <a:gd name="connsiteY0-58-58" fmla="*/ 3759403 h 3759403"/>
              <a:gd name="connsiteX1-59-59" fmla="*/ 3600936 w 3600936"/>
              <a:gd name="connsiteY1-60-60" fmla="*/ 0 h 3759403"/>
              <a:gd name="connsiteX2-61-61" fmla="*/ 1009511 w 3600936"/>
              <a:gd name="connsiteY2-62-62" fmla="*/ 3757251 h 3759403"/>
              <a:gd name="connsiteX3-63-63" fmla="*/ 0 w 3600936"/>
              <a:gd name="connsiteY3-64-64" fmla="*/ 3759403 h 3759403"/>
            </a:gdLst>
            <a:ahLst/>
            <a:cxnLst>
              <a:cxn ang="0">
                <a:pos x="connsiteX0-1-1" y="connsiteY0-2-2"/>
              </a:cxn>
              <a:cxn ang="0">
                <a:pos x="connsiteX1-3-3" y="connsiteY1-4-4"/>
              </a:cxn>
              <a:cxn ang="0">
                <a:pos x="connsiteX2-5-5" y="connsiteY2-6-6"/>
              </a:cxn>
              <a:cxn ang="0">
                <a:pos x="connsiteX3-7-7" y="connsiteY3-8-8"/>
              </a:cxn>
            </a:cxnLst>
            <a:rect l="l" t="t" r="r" b="b"/>
            <a:pathLst>
              <a:path w="3600936" h="3759403">
                <a:moveTo>
                  <a:pt x="0" y="3759403"/>
                </a:moveTo>
                <a:cubicBezTo>
                  <a:pt x="693442" y="1734147"/>
                  <a:pt x="2367744" y="766806"/>
                  <a:pt x="3600936" y="0"/>
                </a:cubicBezTo>
                <a:cubicBezTo>
                  <a:pt x="2144783" y="1156976"/>
                  <a:pt x="1398866" y="2177609"/>
                  <a:pt x="1009511" y="3757251"/>
                </a:cubicBezTo>
                <a:lnTo>
                  <a:pt x="0" y="3759403"/>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p:cNvGrpSpPr/>
          <p:nvPr userDrawn="1"/>
        </p:nvGrpSpPr>
        <p:grpSpPr>
          <a:xfrm>
            <a:off x="556950" y="2898775"/>
            <a:ext cx="3175" cy="3703955"/>
            <a:chOff x="621307" y="1224539"/>
            <a:chExt cx="3175" cy="3703955"/>
          </a:xfrm>
        </p:grpSpPr>
        <p:cxnSp>
          <p:nvCxnSpPr>
            <p:cNvPr id="35" name="直接连接符 34"/>
            <p:cNvCxnSpPr/>
            <p:nvPr/>
          </p:nvCxnSpPr>
          <p:spPr>
            <a:xfrm>
              <a:off x="624482" y="1495049"/>
              <a:ext cx="0" cy="343344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21307" y="1224539"/>
              <a:ext cx="0" cy="150241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userDrawn="1"/>
        </p:nvCxnSpPr>
        <p:spPr>
          <a:xfrm>
            <a:off x="10974358" y="2151569"/>
            <a:ext cx="673105" cy="0"/>
          </a:xfrm>
          <a:prstGeom prst="line">
            <a:avLst/>
          </a:prstGeom>
          <a:ln w="127000">
            <a:solidFill>
              <a:srgbClr val="990000"/>
            </a:solidFill>
          </a:ln>
        </p:spPr>
        <p:style>
          <a:lnRef idx="1">
            <a:schemeClr val="accent1"/>
          </a:lnRef>
          <a:fillRef idx="0">
            <a:schemeClr val="accent1"/>
          </a:fillRef>
          <a:effectRef idx="0">
            <a:schemeClr val="accent1"/>
          </a:effectRef>
          <a:fontRef idx="minor">
            <a:schemeClr val="tx1"/>
          </a:fontRef>
        </p:style>
      </p:cxnSp>
      <p:pic>
        <p:nvPicPr>
          <p:cNvPr id="39" name="图片 3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498817" y="322580"/>
            <a:ext cx="1693738" cy="535305"/>
          </a:xfrm>
          <a:prstGeom prst="rect">
            <a:avLst/>
          </a:prstGeom>
        </p:spPr>
      </p:pic>
      <p:sp>
        <p:nvSpPr>
          <p:cNvPr id="8" name="标题 7"/>
          <p:cNvSpPr>
            <a:spLocks noGrp="1"/>
          </p:cNvSpPr>
          <p:nvPr>
            <p:ph type="ctrTitle" hasCustomPrompt="1"/>
          </p:nvPr>
        </p:nvSpPr>
        <p:spPr>
          <a:xfrm>
            <a:off x="4525456" y="2701459"/>
            <a:ext cx="7237808" cy="984250"/>
          </a:xfrm>
          <a:prstGeom prst="rect">
            <a:avLst/>
          </a:prstGeom>
        </p:spPr>
        <p:txBody>
          <a:bodyPr anchor="b"/>
          <a:lstStyle>
            <a:lvl1pPr algn="r">
              <a:lnSpc>
                <a:spcPct val="100000"/>
              </a:lnSpc>
              <a:defRPr sz="5400" b="1">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t>请输入幻灯片标题</a:t>
            </a:r>
          </a:p>
        </p:txBody>
      </p:sp>
      <p:sp>
        <p:nvSpPr>
          <p:cNvPr id="9" name="副标题 8"/>
          <p:cNvSpPr>
            <a:spLocks noGrp="1"/>
          </p:cNvSpPr>
          <p:nvPr>
            <p:ph type="subTitle" idx="1" hasCustomPrompt="1"/>
          </p:nvPr>
        </p:nvSpPr>
        <p:spPr>
          <a:xfrm>
            <a:off x="4913479" y="3912608"/>
            <a:ext cx="6849784" cy="614045"/>
          </a:xfrm>
          <a:prstGeom prst="rect">
            <a:avLst/>
          </a:prstGeom>
        </p:spPr>
        <p:txBody>
          <a:bodyPr>
            <a:noAutofit/>
          </a:bodyPr>
          <a:lstStyle>
            <a:lvl1pPr marL="0" indent="0" algn="r">
              <a:lnSpc>
                <a:spcPct val="100000"/>
              </a:lnSpc>
              <a:buNone/>
              <a:defRPr sz="4000" b="1">
                <a:solidFill>
                  <a:srgbClr val="990000"/>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请输入副标题</a:t>
            </a:r>
          </a:p>
        </p:txBody>
      </p:sp>
      <p:sp>
        <p:nvSpPr>
          <p:cNvPr id="15" name="矩形 14"/>
          <p:cNvSpPr/>
          <p:nvPr userDrawn="1"/>
        </p:nvSpPr>
        <p:spPr>
          <a:xfrm>
            <a:off x="5168583" y="5690963"/>
            <a:ext cx="1849832" cy="482321"/>
          </a:xfrm>
          <a:prstGeom prst="rect">
            <a:avLst/>
          </a:prstGeom>
          <a:solidFill>
            <a:srgbClr val="C71D1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占位符 13"/>
          <p:cNvSpPr>
            <a:spLocks noGrp="1"/>
          </p:cNvSpPr>
          <p:nvPr>
            <p:ph type="body" sz="quarter" idx="10" hasCustomPrompt="1"/>
          </p:nvPr>
        </p:nvSpPr>
        <p:spPr>
          <a:xfrm>
            <a:off x="5168584" y="5690962"/>
            <a:ext cx="1849831" cy="482321"/>
          </a:xfrm>
          <a:prstGeom prst="rect">
            <a:avLst/>
          </a:prstGeom>
          <a:solidFill>
            <a:srgbClr val="990000"/>
          </a:solidFill>
        </p:spPr>
        <p:txBody>
          <a:bodyPr anchor="ctr"/>
          <a:lstStyle>
            <a:lvl1pPr marL="0" indent="0" algn="ctr">
              <a:buNone/>
              <a:defRPr sz="1800">
                <a:solidFill>
                  <a:schemeClr val="bg1"/>
                </a:solidFill>
                <a:latin typeface="微软雅黑" panose="020B0503020204020204" charset="-122"/>
                <a:ea typeface="微软雅黑" panose="020B0503020204020204" charset="-122"/>
              </a:defRPr>
            </a:lvl1pPr>
          </a:lstStyle>
          <a:p>
            <a:pPr lvl="0"/>
            <a:r>
              <a:rPr kumimoji="1" lang="zh-CN" altLang="en-US" dirty="0"/>
              <a:t>主讲人：</a:t>
            </a:r>
            <a:r>
              <a:rPr kumimoji="1" lang="en-US" altLang="zh-CN" dirty="0"/>
              <a:t>xxx</a:t>
            </a:r>
          </a:p>
        </p:txBody>
      </p:sp>
      <p:sp>
        <p:nvSpPr>
          <p:cNvPr id="16" name="文本占位符 13"/>
          <p:cNvSpPr>
            <a:spLocks noGrp="1"/>
          </p:cNvSpPr>
          <p:nvPr>
            <p:ph type="body" sz="quarter" idx="11" hasCustomPrompt="1"/>
          </p:nvPr>
        </p:nvSpPr>
        <p:spPr>
          <a:xfrm>
            <a:off x="8899573" y="5690961"/>
            <a:ext cx="2516311" cy="482321"/>
          </a:xfrm>
          <a:prstGeom prst="rect">
            <a:avLst/>
          </a:prstGeom>
        </p:spPr>
        <p:txBody>
          <a:bodyPr anchor="ctr"/>
          <a:lstStyle>
            <a:lvl1pPr marL="0" indent="0" algn="r">
              <a:buNone/>
              <a:defRPr sz="1800">
                <a:solidFill>
                  <a:srgbClr val="990000"/>
                </a:solidFill>
                <a:latin typeface="微软雅黑" panose="020B0503020204020204" charset="-122"/>
                <a:ea typeface="微软雅黑" panose="020B0503020204020204" charset="-122"/>
              </a:defRPr>
            </a:lvl1pPr>
          </a:lstStyle>
          <a:p>
            <a:pPr lvl="0"/>
            <a:r>
              <a:rPr kumimoji="1" lang="en-US" altLang="zh-CN" dirty="0"/>
              <a:t>xxxx</a:t>
            </a:r>
            <a:r>
              <a:rPr kumimoji="1" lang="zh-CN" altLang="en-US" dirty="0"/>
              <a:t>年</a:t>
            </a:r>
            <a:r>
              <a:rPr kumimoji="1" lang="en-US" altLang="zh-CN" dirty="0"/>
              <a:t>xx</a:t>
            </a:r>
            <a:r>
              <a:rPr kumimoji="1" lang="zh-CN" altLang="en-US" dirty="0"/>
              <a:t>月</a:t>
            </a:r>
            <a:r>
              <a:rPr kumimoji="1" lang="en-US" altLang="zh-CN" dirty="0"/>
              <a:t>xx</a:t>
            </a:r>
            <a:r>
              <a:rPr kumimoji="1" lang="zh-CN" altLang="en-US" dirty="0"/>
              <a:t>日</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一级目录页（纯中文目录名）">
    <p:spTree>
      <p:nvGrpSpPr>
        <p:cNvPr id="1" name=""/>
        <p:cNvGrpSpPr/>
        <p:nvPr/>
      </p:nvGrpSpPr>
      <p:grpSpPr>
        <a:xfrm>
          <a:off x="0" y="0"/>
          <a:ext cx="0" cy="0"/>
          <a:chOff x="0" y="0"/>
          <a:chExt cx="0" cy="0"/>
        </a:xfrm>
      </p:grpSpPr>
      <p:sp>
        <p:nvSpPr>
          <p:cNvPr id="8" name="任意多边形: 形状 7"/>
          <p:cNvSpPr/>
          <p:nvPr userDrawn="1"/>
        </p:nvSpPr>
        <p:spPr>
          <a:xfrm>
            <a:off x="5065775" y="3"/>
            <a:ext cx="7126225" cy="6857997"/>
          </a:xfrm>
          <a:custGeom>
            <a:avLst/>
            <a:gdLst>
              <a:gd name="connsiteX0" fmla="*/ 6059793 w 6994638"/>
              <a:gd name="connsiteY0" fmla="*/ 0 h 6858000"/>
              <a:gd name="connsiteX1" fmla="*/ 6994638 w 6994638"/>
              <a:gd name="connsiteY1" fmla="*/ 0 h 6858000"/>
              <a:gd name="connsiteX2" fmla="*/ 6994638 w 6994638"/>
              <a:gd name="connsiteY2" fmla="*/ 6858000 h 6858000"/>
              <a:gd name="connsiteX3" fmla="*/ 0 w 6994638"/>
              <a:gd name="connsiteY3" fmla="*/ 6858000 h 6858000"/>
              <a:gd name="connsiteX4" fmla="*/ 75419 w 6994638"/>
              <a:gd name="connsiteY4" fmla="*/ 6412110 h 6858000"/>
              <a:gd name="connsiteX5" fmla="*/ 5697285 w 6994638"/>
              <a:gd name="connsiteY5" fmla="*/ 1105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4638" h="6858000">
                <a:moveTo>
                  <a:pt x="6059793" y="0"/>
                </a:moveTo>
                <a:lnTo>
                  <a:pt x="6994638" y="0"/>
                </a:lnTo>
                <a:lnTo>
                  <a:pt x="6994638" y="6858000"/>
                </a:lnTo>
                <a:lnTo>
                  <a:pt x="0" y="6858000"/>
                </a:lnTo>
                <a:lnTo>
                  <a:pt x="75419" y="6412110"/>
                </a:lnTo>
                <a:cubicBezTo>
                  <a:pt x="524329" y="4184172"/>
                  <a:pt x="2160117" y="1270689"/>
                  <a:pt x="5697285" y="110545"/>
                </a:cubicBezTo>
                <a:close/>
              </a:path>
            </a:pathLst>
          </a:custGeom>
          <a:blipFill rotWithShape="1">
            <a:blip r:embed="rId2"/>
            <a:stretch>
              <a:fillRect l="-19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直角三角形 3"/>
          <p:cNvSpPr/>
          <p:nvPr userDrawn="1"/>
        </p:nvSpPr>
        <p:spPr>
          <a:xfrm flipV="1">
            <a:off x="6575635" y="0"/>
            <a:ext cx="4878381" cy="316114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 name="connsiteX0-609" fmla="*/ 3184015 w 4678999"/>
              <a:gd name="connsiteY0-610" fmla="*/ 2493311 h 2494196"/>
              <a:gd name="connsiteX1-611" fmla="*/ 0 w 4678999"/>
              <a:gd name="connsiteY1-612" fmla="*/ 0 h 2494196"/>
              <a:gd name="connsiteX2-613" fmla="*/ 4678999 w 4678999"/>
              <a:gd name="connsiteY2-614" fmla="*/ 2494196 h 2494196"/>
              <a:gd name="connsiteX3-615" fmla="*/ 3184015 w 4678999"/>
              <a:gd name="connsiteY3-616" fmla="*/ 2493311 h 2494196"/>
              <a:gd name="connsiteX0-617" fmla="*/ 3184015 w 4678999"/>
              <a:gd name="connsiteY0-618" fmla="*/ 2493311 h 2494196"/>
              <a:gd name="connsiteX1-619" fmla="*/ 0 w 4678999"/>
              <a:gd name="connsiteY1-620" fmla="*/ 0 h 2494196"/>
              <a:gd name="connsiteX2-621" fmla="*/ 4678999 w 4678999"/>
              <a:gd name="connsiteY2-622" fmla="*/ 2494196 h 2494196"/>
              <a:gd name="connsiteX3-623" fmla="*/ 3184015 w 4678999"/>
              <a:gd name="connsiteY3-624" fmla="*/ 2493311 h 2494196"/>
              <a:gd name="connsiteX0-625" fmla="*/ 3184015 w 4678999"/>
              <a:gd name="connsiteY0-626" fmla="*/ 2493311 h 2494196"/>
              <a:gd name="connsiteX1-627" fmla="*/ 0 w 4678999"/>
              <a:gd name="connsiteY1-628" fmla="*/ 0 h 2494196"/>
              <a:gd name="connsiteX2-629" fmla="*/ 4678999 w 4678999"/>
              <a:gd name="connsiteY2-630" fmla="*/ 2494196 h 2494196"/>
              <a:gd name="connsiteX3-631" fmla="*/ 3184015 w 4678999"/>
              <a:gd name="connsiteY3-632" fmla="*/ 2493311 h 2494196"/>
              <a:gd name="connsiteX0-633" fmla="*/ 3184015 w 4678999"/>
              <a:gd name="connsiteY0-634" fmla="*/ 2493311 h 2494196"/>
              <a:gd name="connsiteX1-635" fmla="*/ 0 w 4678999"/>
              <a:gd name="connsiteY1-636" fmla="*/ 0 h 2494196"/>
              <a:gd name="connsiteX2-637" fmla="*/ 4678999 w 4678999"/>
              <a:gd name="connsiteY2-638" fmla="*/ 2494196 h 2494196"/>
              <a:gd name="connsiteX3-639" fmla="*/ 3184015 w 4678999"/>
              <a:gd name="connsiteY3-640" fmla="*/ 2493311 h 2494196"/>
              <a:gd name="connsiteX0-641" fmla="*/ 3184015 w 4678999"/>
              <a:gd name="connsiteY0-642" fmla="*/ 2493311 h 2494196"/>
              <a:gd name="connsiteX1-643" fmla="*/ 0 w 4678999"/>
              <a:gd name="connsiteY1-644" fmla="*/ 0 h 2494196"/>
              <a:gd name="connsiteX2-645" fmla="*/ 4678999 w 4678999"/>
              <a:gd name="connsiteY2-646" fmla="*/ 2494196 h 2494196"/>
              <a:gd name="connsiteX3-647" fmla="*/ 3184015 w 4678999"/>
              <a:gd name="connsiteY3-648" fmla="*/ 2493311 h 2494196"/>
              <a:gd name="connsiteX0-649" fmla="*/ 3184015 w 4678999"/>
              <a:gd name="connsiteY0-650" fmla="*/ 2493311 h 2494196"/>
              <a:gd name="connsiteX1-651" fmla="*/ 0 w 4678999"/>
              <a:gd name="connsiteY1-652" fmla="*/ 0 h 2494196"/>
              <a:gd name="connsiteX2-653" fmla="*/ 4678999 w 4678999"/>
              <a:gd name="connsiteY2-654" fmla="*/ 2494196 h 2494196"/>
              <a:gd name="connsiteX3-655" fmla="*/ 3184015 w 4678999"/>
              <a:gd name="connsiteY3-656" fmla="*/ 2493311 h 2494196"/>
              <a:gd name="connsiteX0-657" fmla="*/ 3184015 w 4678999"/>
              <a:gd name="connsiteY0-658" fmla="*/ 2493311 h 2494196"/>
              <a:gd name="connsiteX1-659" fmla="*/ 0 w 4678999"/>
              <a:gd name="connsiteY1-660" fmla="*/ 0 h 2494196"/>
              <a:gd name="connsiteX2-661" fmla="*/ 4678999 w 4678999"/>
              <a:gd name="connsiteY2-662" fmla="*/ 2494196 h 2494196"/>
              <a:gd name="connsiteX3-663" fmla="*/ 3184015 w 4678999"/>
              <a:gd name="connsiteY3-664" fmla="*/ 2493311 h 2494196"/>
              <a:gd name="connsiteX0-665" fmla="*/ 3184015 w 4678999"/>
              <a:gd name="connsiteY0-666" fmla="*/ 2493311 h 2494196"/>
              <a:gd name="connsiteX1-667" fmla="*/ 0 w 4678999"/>
              <a:gd name="connsiteY1-668" fmla="*/ 0 h 2494196"/>
              <a:gd name="connsiteX2-669" fmla="*/ 4678999 w 4678999"/>
              <a:gd name="connsiteY2-670" fmla="*/ 2494196 h 2494196"/>
              <a:gd name="connsiteX3-671" fmla="*/ 3184015 w 4678999"/>
              <a:gd name="connsiteY3-672" fmla="*/ 2493311 h 2494196"/>
              <a:gd name="connsiteX0-673" fmla="*/ 3184015 w 4678999"/>
              <a:gd name="connsiteY0-674" fmla="*/ 2493311 h 2494196"/>
              <a:gd name="connsiteX1-675" fmla="*/ 0 w 4678999"/>
              <a:gd name="connsiteY1-676" fmla="*/ 0 h 2494196"/>
              <a:gd name="connsiteX2-677" fmla="*/ 4678999 w 4678999"/>
              <a:gd name="connsiteY2-678" fmla="*/ 2494196 h 2494196"/>
              <a:gd name="connsiteX3-679" fmla="*/ 3184015 w 4678999"/>
              <a:gd name="connsiteY3-680" fmla="*/ 2493311 h 2494196"/>
              <a:gd name="connsiteX0-681" fmla="*/ 3184015 w 4678999"/>
              <a:gd name="connsiteY0-682" fmla="*/ 2493311 h 2494196"/>
              <a:gd name="connsiteX1-683" fmla="*/ 0 w 4678999"/>
              <a:gd name="connsiteY1-684" fmla="*/ 0 h 2494196"/>
              <a:gd name="connsiteX2-685" fmla="*/ 4678999 w 4678999"/>
              <a:gd name="connsiteY2-686" fmla="*/ 2494196 h 2494196"/>
              <a:gd name="connsiteX3-687" fmla="*/ 3184015 w 4678999"/>
              <a:gd name="connsiteY3-688" fmla="*/ 2493311 h 2494196"/>
              <a:gd name="connsiteX0-689" fmla="*/ 3184015 w 4678999"/>
              <a:gd name="connsiteY0-690" fmla="*/ 2493311 h 2494196"/>
              <a:gd name="connsiteX1-691" fmla="*/ 0 w 4678999"/>
              <a:gd name="connsiteY1-692" fmla="*/ 0 h 2494196"/>
              <a:gd name="connsiteX2-693" fmla="*/ 4678999 w 4678999"/>
              <a:gd name="connsiteY2-694" fmla="*/ 2494196 h 2494196"/>
              <a:gd name="connsiteX3-695" fmla="*/ 3184015 w 4678999"/>
              <a:gd name="connsiteY3-696" fmla="*/ 2493311 h 2494196"/>
              <a:gd name="connsiteX0-697" fmla="*/ 3184015 w 4678999"/>
              <a:gd name="connsiteY0-698" fmla="*/ 2493311 h 2494196"/>
              <a:gd name="connsiteX1-699" fmla="*/ 0 w 4678999"/>
              <a:gd name="connsiteY1-700" fmla="*/ 0 h 2494196"/>
              <a:gd name="connsiteX2-701" fmla="*/ 4678999 w 4678999"/>
              <a:gd name="connsiteY2-702" fmla="*/ 2494196 h 2494196"/>
              <a:gd name="connsiteX3-703" fmla="*/ 3184015 w 4678999"/>
              <a:gd name="connsiteY3-704" fmla="*/ 2493311 h 2494196"/>
              <a:gd name="connsiteX0-705" fmla="*/ 3184015 w 4678999"/>
              <a:gd name="connsiteY0-706" fmla="*/ 2493311 h 2494196"/>
              <a:gd name="connsiteX1-707" fmla="*/ 0 w 4678999"/>
              <a:gd name="connsiteY1-708" fmla="*/ 0 h 2494196"/>
              <a:gd name="connsiteX2-709" fmla="*/ 4678999 w 4678999"/>
              <a:gd name="connsiteY2-710" fmla="*/ 2494196 h 2494196"/>
              <a:gd name="connsiteX3-711" fmla="*/ 3184015 w 4678999"/>
              <a:gd name="connsiteY3-712" fmla="*/ 2493311 h 2494196"/>
              <a:gd name="connsiteX0-713" fmla="*/ 3184015 w 4678999"/>
              <a:gd name="connsiteY0-714" fmla="*/ 2493311 h 2494196"/>
              <a:gd name="connsiteX1-715" fmla="*/ 0 w 4678999"/>
              <a:gd name="connsiteY1-716" fmla="*/ 0 h 2494196"/>
              <a:gd name="connsiteX2-717" fmla="*/ 4678999 w 4678999"/>
              <a:gd name="connsiteY2-718" fmla="*/ 2494196 h 2494196"/>
              <a:gd name="connsiteX3-719" fmla="*/ 3184015 w 4678999"/>
              <a:gd name="connsiteY3-720" fmla="*/ 2493311 h 2494196"/>
              <a:gd name="connsiteX0-721" fmla="*/ 3184015 w 4678999"/>
              <a:gd name="connsiteY0-722" fmla="*/ 2493311 h 2494196"/>
              <a:gd name="connsiteX1-723" fmla="*/ 0 w 4678999"/>
              <a:gd name="connsiteY1-724" fmla="*/ 0 h 2494196"/>
              <a:gd name="connsiteX2-725" fmla="*/ 4678999 w 4678999"/>
              <a:gd name="connsiteY2-726" fmla="*/ 2494196 h 2494196"/>
              <a:gd name="connsiteX3-727" fmla="*/ 3184015 w 4678999"/>
              <a:gd name="connsiteY3-728" fmla="*/ 2493311 h 2494196"/>
              <a:gd name="connsiteX0-1-1" fmla="*/ 3432493 w 4927477"/>
              <a:gd name="connsiteY0-2-2" fmla="*/ 2380977 h 2381862"/>
              <a:gd name="connsiteX1-3-3" fmla="*/ 0 w 4927477"/>
              <a:gd name="connsiteY1-4-4" fmla="*/ 0 h 2381862"/>
              <a:gd name="connsiteX2-5-5" fmla="*/ 4927477 w 4927477"/>
              <a:gd name="connsiteY2-6-6" fmla="*/ 2381862 h 2381862"/>
              <a:gd name="connsiteX3-7-7" fmla="*/ 3432493 w 4927477"/>
              <a:gd name="connsiteY3-8-8" fmla="*/ 2380977 h 2381862"/>
              <a:gd name="connsiteX0-9-9" fmla="*/ 3432493 w 4933614"/>
              <a:gd name="connsiteY0-10-10" fmla="*/ 2380977 h 2380977"/>
              <a:gd name="connsiteX1-11-11" fmla="*/ 0 w 4933614"/>
              <a:gd name="connsiteY1-12-12" fmla="*/ 0 h 2380977"/>
              <a:gd name="connsiteX2-13-13" fmla="*/ 4933614 w 4933614"/>
              <a:gd name="connsiteY2-14-14" fmla="*/ 2363366 h 2380977"/>
              <a:gd name="connsiteX3-15-15" fmla="*/ 3432493 w 4933614"/>
              <a:gd name="connsiteY3-16-16" fmla="*/ 2380977 h 2380977"/>
              <a:gd name="connsiteX0-17-17" fmla="*/ 3432493 w 4878381"/>
              <a:gd name="connsiteY0-18-18" fmla="*/ 2380977 h 2381862"/>
              <a:gd name="connsiteX1-19-19" fmla="*/ 0 w 4878381"/>
              <a:gd name="connsiteY1-20-20" fmla="*/ 0 h 2381862"/>
              <a:gd name="connsiteX2-21-21" fmla="*/ 4878381 w 4878381"/>
              <a:gd name="connsiteY2-22-22" fmla="*/ 2381862 h 2381862"/>
              <a:gd name="connsiteX3-23-23" fmla="*/ 3432493 w 4878381"/>
              <a:gd name="connsiteY3-24-24" fmla="*/ 2380977 h 2381862"/>
            </a:gdLst>
            <a:ahLst/>
            <a:cxnLst>
              <a:cxn ang="0">
                <a:pos x="connsiteX0-1-1" y="connsiteY0-2-2"/>
              </a:cxn>
              <a:cxn ang="0">
                <a:pos x="connsiteX1-3-3" y="connsiteY1-4-4"/>
              </a:cxn>
              <a:cxn ang="0">
                <a:pos x="connsiteX2-5-5" y="connsiteY2-6-6"/>
              </a:cxn>
              <a:cxn ang="0">
                <a:pos x="connsiteX3-7-7" y="connsiteY3-8-8"/>
              </a:cxn>
            </a:cxnLst>
            <a:rect l="l" t="t" r="r" b="b"/>
            <a:pathLst>
              <a:path w="4878381" h="2381862">
                <a:moveTo>
                  <a:pt x="3432493" y="2380977"/>
                </a:moveTo>
                <a:cubicBezTo>
                  <a:pt x="2165805" y="1899989"/>
                  <a:pt x="765231" y="1070632"/>
                  <a:pt x="0" y="0"/>
                </a:cubicBezTo>
                <a:cubicBezTo>
                  <a:pt x="902450" y="921632"/>
                  <a:pt x="2646302" y="1999823"/>
                  <a:pt x="4878381" y="2381862"/>
                </a:cubicBezTo>
                <a:lnTo>
                  <a:pt x="3432493" y="2380977"/>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3"/>
          <p:cNvSpPr/>
          <p:nvPr userDrawn="1"/>
        </p:nvSpPr>
        <p:spPr>
          <a:xfrm>
            <a:off x="5126441" y="1908606"/>
            <a:ext cx="2994804" cy="494939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0 w 2926224"/>
              <a:gd name="connsiteY0-306" fmla="*/ 3941667 h 3941667"/>
              <a:gd name="connsiteX1-307" fmla="*/ 2926224 w 2926224"/>
              <a:gd name="connsiteY1-308" fmla="*/ 0 h 3941667"/>
              <a:gd name="connsiteX2-309" fmla="*/ 994815 w 2926224"/>
              <a:gd name="connsiteY2-310" fmla="*/ 3922617 h 3941667"/>
              <a:gd name="connsiteX3-311" fmla="*/ 0 w 2926224"/>
              <a:gd name="connsiteY3-312" fmla="*/ 3941667 h 3941667"/>
              <a:gd name="connsiteX0-313" fmla="*/ 0 w 2926224"/>
              <a:gd name="connsiteY0-314" fmla="*/ 3941667 h 3941667"/>
              <a:gd name="connsiteX1-315" fmla="*/ 2926224 w 2926224"/>
              <a:gd name="connsiteY1-316" fmla="*/ 0 h 3941667"/>
              <a:gd name="connsiteX2-317" fmla="*/ 994815 w 2926224"/>
              <a:gd name="connsiteY2-318" fmla="*/ 3922617 h 3941667"/>
              <a:gd name="connsiteX3-319" fmla="*/ 0 w 2926224"/>
              <a:gd name="connsiteY3-320" fmla="*/ 3941667 h 3941667"/>
              <a:gd name="connsiteX0-321" fmla="*/ 0 w 2926224"/>
              <a:gd name="connsiteY0-322" fmla="*/ 3941667 h 3941667"/>
              <a:gd name="connsiteX1-323" fmla="*/ 2926224 w 2926224"/>
              <a:gd name="connsiteY1-324" fmla="*/ 0 h 3941667"/>
              <a:gd name="connsiteX2-325" fmla="*/ 994815 w 2926224"/>
              <a:gd name="connsiteY2-326" fmla="*/ 3922617 h 3941667"/>
              <a:gd name="connsiteX3-327" fmla="*/ 0 w 2926224"/>
              <a:gd name="connsiteY3-328" fmla="*/ 3941667 h 3941667"/>
              <a:gd name="connsiteX0-329" fmla="*/ 0 w 2926224"/>
              <a:gd name="connsiteY0-330" fmla="*/ 3920789 h 3922617"/>
              <a:gd name="connsiteX1-331" fmla="*/ 2926224 w 2926224"/>
              <a:gd name="connsiteY1-332" fmla="*/ 0 h 3922617"/>
              <a:gd name="connsiteX2-333" fmla="*/ 994815 w 2926224"/>
              <a:gd name="connsiteY2-334" fmla="*/ 3922617 h 3922617"/>
              <a:gd name="connsiteX3-335" fmla="*/ 0 w 2926224"/>
              <a:gd name="connsiteY3-336" fmla="*/ 3920789 h 3922617"/>
              <a:gd name="connsiteX0-337" fmla="*/ 0 w 2926224"/>
              <a:gd name="connsiteY0-338" fmla="*/ 3920789 h 3922617"/>
              <a:gd name="connsiteX1-339" fmla="*/ 2926224 w 2926224"/>
              <a:gd name="connsiteY1-340" fmla="*/ 0 h 3922617"/>
              <a:gd name="connsiteX2-341" fmla="*/ 994815 w 2926224"/>
              <a:gd name="connsiteY2-342" fmla="*/ 3922617 h 3922617"/>
              <a:gd name="connsiteX3-343" fmla="*/ 0 w 2926224"/>
              <a:gd name="connsiteY3-344" fmla="*/ 3920789 h 3922617"/>
              <a:gd name="connsiteX0-345" fmla="*/ 0 w 2926224"/>
              <a:gd name="connsiteY0-346" fmla="*/ 3920789 h 3922617"/>
              <a:gd name="connsiteX1-347" fmla="*/ 2926224 w 2926224"/>
              <a:gd name="connsiteY1-348" fmla="*/ 0 h 3922617"/>
              <a:gd name="connsiteX2-349" fmla="*/ 994815 w 2926224"/>
              <a:gd name="connsiteY2-350" fmla="*/ 3922617 h 3922617"/>
              <a:gd name="connsiteX3-351" fmla="*/ 0 w 2926224"/>
              <a:gd name="connsiteY3-352" fmla="*/ 3920789 h 3922617"/>
              <a:gd name="connsiteX0-353" fmla="*/ 0 w 2926224"/>
              <a:gd name="connsiteY0-354" fmla="*/ 3920789 h 3922617"/>
              <a:gd name="connsiteX1-355" fmla="*/ 2926224 w 2926224"/>
              <a:gd name="connsiteY1-356" fmla="*/ 0 h 3922617"/>
              <a:gd name="connsiteX2-357" fmla="*/ 994815 w 2926224"/>
              <a:gd name="connsiteY2-358" fmla="*/ 3922617 h 3922617"/>
              <a:gd name="connsiteX3-359" fmla="*/ 0 w 2926224"/>
              <a:gd name="connsiteY3-360" fmla="*/ 3920789 h 3922617"/>
              <a:gd name="connsiteX0-361" fmla="*/ 0 w 2926224"/>
              <a:gd name="connsiteY0-362" fmla="*/ 3920789 h 3922617"/>
              <a:gd name="connsiteX1-363" fmla="*/ 2926224 w 2926224"/>
              <a:gd name="connsiteY1-364" fmla="*/ 0 h 3922617"/>
              <a:gd name="connsiteX2-365" fmla="*/ 994815 w 2926224"/>
              <a:gd name="connsiteY2-366" fmla="*/ 3922617 h 3922617"/>
              <a:gd name="connsiteX3-367" fmla="*/ 0 w 2926224"/>
              <a:gd name="connsiteY3-368" fmla="*/ 3920789 h 3922617"/>
              <a:gd name="connsiteX0-369" fmla="*/ 0 w 2926224"/>
              <a:gd name="connsiteY0-370" fmla="*/ 3920789 h 3922617"/>
              <a:gd name="connsiteX1-371" fmla="*/ 2926224 w 2926224"/>
              <a:gd name="connsiteY1-372" fmla="*/ 0 h 3922617"/>
              <a:gd name="connsiteX2-373" fmla="*/ 994815 w 2926224"/>
              <a:gd name="connsiteY2-374" fmla="*/ 3922617 h 3922617"/>
              <a:gd name="connsiteX3-375" fmla="*/ 0 w 2926224"/>
              <a:gd name="connsiteY3-376" fmla="*/ 3920789 h 3922617"/>
              <a:gd name="connsiteX0-377" fmla="*/ 0 w 2926224"/>
              <a:gd name="connsiteY0-378" fmla="*/ 3920789 h 3922617"/>
              <a:gd name="connsiteX1-379" fmla="*/ 2926224 w 2926224"/>
              <a:gd name="connsiteY1-380" fmla="*/ 0 h 3922617"/>
              <a:gd name="connsiteX2-381" fmla="*/ 994815 w 2926224"/>
              <a:gd name="connsiteY2-382" fmla="*/ 3922617 h 3922617"/>
              <a:gd name="connsiteX3-383" fmla="*/ 0 w 2926224"/>
              <a:gd name="connsiteY3-384" fmla="*/ 3920789 h 3922617"/>
              <a:gd name="connsiteX0-385" fmla="*/ 0 w 2926224"/>
              <a:gd name="connsiteY0-386" fmla="*/ 3920789 h 3922617"/>
              <a:gd name="connsiteX1-387" fmla="*/ 2926224 w 2926224"/>
              <a:gd name="connsiteY1-388" fmla="*/ 0 h 3922617"/>
              <a:gd name="connsiteX2-389" fmla="*/ 994815 w 2926224"/>
              <a:gd name="connsiteY2-390" fmla="*/ 3922617 h 3922617"/>
              <a:gd name="connsiteX3-391" fmla="*/ 0 w 2926224"/>
              <a:gd name="connsiteY3-392" fmla="*/ 3920789 h 3922617"/>
              <a:gd name="connsiteX0-393" fmla="*/ 0 w 2926224"/>
              <a:gd name="connsiteY0-394" fmla="*/ 3920789 h 3922617"/>
              <a:gd name="connsiteX1-395" fmla="*/ 2926224 w 2926224"/>
              <a:gd name="connsiteY1-396" fmla="*/ 0 h 3922617"/>
              <a:gd name="connsiteX2-397" fmla="*/ 994815 w 2926224"/>
              <a:gd name="connsiteY2-398" fmla="*/ 3922617 h 3922617"/>
              <a:gd name="connsiteX3-399" fmla="*/ 0 w 2926224"/>
              <a:gd name="connsiteY3-400" fmla="*/ 3920789 h 3922617"/>
              <a:gd name="connsiteX0-401" fmla="*/ 0 w 2926224"/>
              <a:gd name="connsiteY0-402" fmla="*/ 3920789 h 3922617"/>
              <a:gd name="connsiteX1-403" fmla="*/ 2926224 w 2926224"/>
              <a:gd name="connsiteY1-404" fmla="*/ 0 h 3922617"/>
              <a:gd name="connsiteX2-405" fmla="*/ 994815 w 2926224"/>
              <a:gd name="connsiteY2-406" fmla="*/ 3922617 h 3922617"/>
              <a:gd name="connsiteX3-407" fmla="*/ 0 w 2926224"/>
              <a:gd name="connsiteY3-408" fmla="*/ 3920789 h 3922617"/>
              <a:gd name="connsiteX0-409" fmla="*/ 0 w 2926224"/>
              <a:gd name="connsiteY0-410" fmla="*/ 3920789 h 3922617"/>
              <a:gd name="connsiteX1-411" fmla="*/ 2926224 w 2926224"/>
              <a:gd name="connsiteY1-412" fmla="*/ 0 h 3922617"/>
              <a:gd name="connsiteX2-413" fmla="*/ 994815 w 2926224"/>
              <a:gd name="connsiteY2-414" fmla="*/ 3922617 h 3922617"/>
              <a:gd name="connsiteX3-415" fmla="*/ 0 w 2926224"/>
              <a:gd name="connsiteY3-416" fmla="*/ 3920789 h 3922617"/>
              <a:gd name="connsiteX0-417" fmla="*/ 0 w 2926224"/>
              <a:gd name="connsiteY0-418" fmla="*/ 3920789 h 3927836"/>
              <a:gd name="connsiteX1-419" fmla="*/ 2926224 w 2926224"/>
              <a:gd name="connsiteY1-420" fmla="*/ 0 h 3927836"/>
              <a:gd name="connsiteX2-421" fmla="*/ 745433 w 2926224"/>
              <a:gd name="connsiteY2-422" fmla="*/ 3927836 h 3927836"/>
              <a:gd name="connsiteX3-423" fmla="*/ 0 w 2926224"/>
              <a:gd name="connsiteY3-424" fmla="*/ 3920789 h 3927836"/>
              <a:gd name="connsiteX0-425" fmla="*/ 0 w 2926224"/>
              <a:gd name="connsiteY0-426" fmla="*/ 3920789 h 3927836"/>
              <a:gd name="connsiteX1-427" fmla="*/ 2926224 w 2926224"/>
              <a:gd name="connsiteY1-428" fmla="*/ 0 h 3927836"/>
              <a:gd name="connsiteX2-429" fmla="*/ 745433 w 2926224"/>
              <a:gd name="connsiteY2-430" fmla="*/ 3927836 h 3927836"/>
              <a:gd name="connsiteX3-431" fmla="*/ 0 w 2926224"/>
              <a:gd name="connsiteY3-432" fmla="*/ 3920789 h 3927836"/>
              <a:gd name="connsiteX0-433" fmla="*/ 0 w 2926224"/>
              <a:gd name="connsiteY0-434" fmla="*/ 3920789 h 3927836"/>
              <a:gd name="connsiteX1-435" fmla="*/ 2926224 w 2926224"/>
              <a:gd name="connsiteY1-436" fmla="*/ 0 h 3927836"/>
              <a:gd name="connsiteX2-437" fmla="*/ 745433 w 2926224"/>
              <a:gd name="connsiteY2-438" fmla="*/ 3927836 h 3927836"/>
              <a:gd name="connsiteX3-439" fmla="*/ 0 w 2926224"/>
              <a:gd name="connsiteY3-440" fmla="*/ 3920789 h 3927836"/>
              <a:gd name="connsiteX0-441" fmla="*/ 0 w 2926224"/>
              <a:gd name="connsiteY0-442" fmla="*/ 3920789 h 3927836"/>
              <a:gd name="connsiteX1-443" fmla="*/ 2926224 w 2926224"/>
              <a:gd name="connsiteY1-444" fmla="*/ 0 h 3927836"/>
              <a:gd name="connsiteX2-445" fmla="*/ 745433 w 2926224"/>
              <a:gd name="connsiteY2-446" fmla="*/ 3927836 h 3927836"/>
              <a:gd name="connsiteX3-447" fmla="*/ 0 w 2926224"/>
              <a:gd name="connsiteY3-448" fmla="*/ 3920789 h 3927836"/>
              <a:gd name="connsiteX0-1-1" fmla="*/ 0 w 2994804"/>
              <a:gd name="connsiteY0-2-2" fmla="*/ 3840408 h 3847455"/>
              <a:gd name="connsiteX1-3-3" fmla="*/ 2994804 w 2994804"/>
              <a:gd name="connsiteY1-4-4" fmla="*/ 0 h 3847455"/>
              <a:gd name="connsiteX2-5-5" fmla="*/ 745433 w 2994804"/>
              <a:gd name="connsiteY2-6-6" fmla="*/ 3847455 h 3847455"/>
              <a:gd name="connsiteX3-7-7" fmla="*/ 0 w 2994804"/>
              <a:gd name="connsiteY3-8-8" fmla="*/ 3840408 h 3847455"/>
            </a:gdLst>
            <a:ahLst/>
            <a:cxnLst>
              <a:cxn ang="0">
                <a:pos x="connsiteX0-1-1" y="connsiteY0-2-2"/>
              </a:cxn>
              <a:cxn ang="0">
                <a:pos x="connsiteX1-3-3" y="connsiteY1-4-4"/>
              </a:cxn>
              <a:cxn ang="0">
                <a:pos x="connsiteX2-5-5" y="connsiteY2-6-6"/>
              </a:cxn>
              <a:cxn ang="0">
                <a:pos x="connsiteX3-7-7" y="connsiteY3-8-8"/>
              </a:cxn>
            </a:cxnLst>
            <a:rect l="l" t="t" r="r" b="b"/>
            <a:pathLst>
              <a:path w="2994804" h="3847455">
                <a:moveTo>
                  <a:pt x="0" y="3840408"/>
                </a:moveTo>
                <a:cubicBezTo>
                  <a:pt x="160042" y="2478038"/>
                  <a:pt x="1602285" y="745927"/>
                  <a:pt x="2994804" y="0"/>
                </a:cubicBezTo>
                <a:cubicBezTo>
                  <a:pt x="1891943" y="671558"/>
                  <a:pt x="774569" y="2309571"/>
                  <a:pt x="745433" y="3847455"/>
                </a:cubicBezTo>
                <a:lnTo>
                  <a:pt x="0" y="3840408"/>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7"/>
          <p:cNvCxnSpPr/>
          <p:nvPr userDrawn="1"/>
        </p:nvCxnSpPr>
        <p:spPr>
          <a:xfrm>
            <a:off x="737984" y="586747"/>
            <a:ext cx="674765" cy="0"/>
          </a:xfrm>
          <a:prstGeom prst="line">
            <a:avLst/>
          </a:prstGeom>
          <a:ln w="127000">
            <a:solidFill>
              <a:srgbClr val="99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userDrawn="1"/>
        </p:nvSpPr>
        <p:spPr>
          <a:xfrm>
            <a:off x="89141" y="873227"/>
            <a:ext cx="4080664" cy="768350"/>
          </a:xfrm>
          <a:prstGeom prst="rect">
            <a:avLst/>
          </a:prstGeom>
          <a:noFill/>
        </p:spPr>
        <p:txBody>
          <a:bodyPr wrap="square" rtlCol="0">
            <a:spAutoFit/>
          </a:bodyPr>
          <a:lstStyle/>
          <a:p>
            <a:pPr lvl="1"/>
            <a:r>
              <a:rPr lang="zh-CN" altLang="en-US" sz="4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目录</a:t>
            </a:r>
            <a:r>
              <a:rPr lang="en-US" altLang="zh-CN"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en-US" altLang="zh-CN" sz="28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CONTENTS</a:t>
            </a:r>
          </a:p>
        </p:txBody>
      </p:sp>
      <p:pic>
        <p:nvPicPr>
          <p:cNvPr id="27" name="图片 26"/>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10252949" y="441148"/>
            <a:ext cx="1613222" cy="509858"/>
          </a:xfrm>
          <a:prstGeom prst="rect">
            <a:avLst/>
          </a:prstGeom>
        </p:spPr>
      </p:pic>
      <p:sp>
        <p:nvSpPr>
          <p:cNvPr id="26" name="文本占位符 34"/>
          <p:cNvSpPr>
            <a:spLocks noGrp="1"/>
          </p:cNvSpPr>
          <p:nvPr>
            <p:ph type="body" sz="quarter" idx="10" hasCustomPrompt="1"/>
          </p:nvPr>
        </p:nvSpPr>
        <p:spPr>
          <a:xfrm>
            <a:off x="1496672" y="2012221"/>
            <a:ext cx="2419933"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28" name="文本占位符 34"/>
          <p:cNvSpPr>
            <a:spLocks noGrp="1"/>
          </p:cNvSpPr>
          <p:nvPr>
            <p:ph type="body" sz="quarter" idx="11" hasCustomPrompt="1"/>
          </p:nvPr>
        </p:nvSpPr>
        <p:spPr>
          <a:xfrm>
            <a:off x="569004" y="2143084"/>
            <a:ext cx="904411" cy="593819"/>
          </a:xfrm>
          <a:prstGeom prst="rect">
            <a:avLst/>
          </a:prstGeom>
        </p:spPr>
        <p:txBody>
          <a:bodyPr anchor="ctr"/>
          <a:lstStyle>
            <a:lvl1pPr marL="0" indent="0">
              <a:buNone/>
              <a:defRPr sz="4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01</a:t>
            </a:r>
            <a:endParaRPr kumimoji="1" lang="zh-CN" altLang="en-US" dirty="0"/>
          </a:p>
        </p:txBody>
      </p:sp>
      <p:sp>
        <p:nvSpPr>
          <p:cNvPr id="29" name="文本占位符 34"/>
          <p:cNvSpPr>
            <a:spLocks noGrp="1"/>
          </p:cNvSpPr>
          <p:nvPr>
            <p:ph type="body" sz="quarter" idx="12" hasCustomPrompt="1"/>
          </p:nvPr>
        </p:nvSpPr>
        <p:spPr>
          <a:xfrm>
            <a:off x="1496671" y="2545621"/>
            <a:ext cx="3307109" cy="301621"/>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30" name="文本占位符 34"/>
          <p:cNvSpPr>
            <a:spLocks noGrp="1"/>
          </p:cNvSpPr>
          <p:nvPr>
            <p:ph type="body" sz="quarter" idx="13" hasCustomPrompt="1"/>
          </p:nvPr>
        </p:nvSpPr>
        <p:spPr>
          <a:xfrm>
            <a:off x="1496672" y="3071401"/>
            <a:ext cx="2419933"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31" name="文本占位符 34"/>
          <p:cNvSpPr>
            <a:spLocks noGrp="1"/>
          </p:cNvSpPr>
          <p:nvPr>
            <p:ph type="body" sz="quarter" idx="14" hasCustomPrompt="1"/>
          </p:nvPr>
        </p:nvSpPr>
        <p:spPr>
          <a:xfrm>
            <a:off x="569004" y="3202264"/>
            <a:ext cx="904411" cy="593819"/>
          </a:xfrm>
          <a:prstGeom prst="rect">
            <a:avLst/>
          </a:prstGeom>
        </p:spPr>
        <p:txBody>
          <a:bodyPr anchor="ctr"/>
          <a:lstStyle>
            <a:lvl1pPr marL="0" indent="0">
              <a:buNone/>
              <a:defRPr sz="4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02</a:t>
            </a:r>
            <a:endParaRPr kumimoji="1" lang="zh-CN" altLang="en-US" dirty="0"/>
          </a:p>
        </p:txBody>
      </p:sp>
      <p:sp>
        <p:nvSpPr>
          <p:cNvPr id="32" name="文本占位符 34"/>
          <p:cNvSpPr>
            <a:spLocks noGrp="1"/>
          </p:cNvSpPr>
          <p:nvPr>
            <p:ph type="body" sz="quarter" idx="15" hasCustomPrompt="1"/>
          </p:nvPr>
        </p:nvSpPr>
        <p:spPr>
          <a:xfrm>
            <a:off x="1496671" y="3604801"/>
            <a:ext cx="3307109" cy="301621"/>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33" name="文本占位符 34"/>
          <p:cNvSpPr>
            <a:spLocks noGrp="1"/>
          </p:cNvSpPr>
          <p:nvPr>
            <p:ph type="body" sz="quarter" idx="16" hasCustomPrompt="1"/>
          </p:nvPr>
        </p:nvSpPr>
        <p:spPr>
          <a:xfrm>
            <a:off x="1496672" y="4107721"/>
            <a:ext cx="2419933"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34" name="文本占位符 34"/>
          <p:cNvSpPr>
            <a:spLocks noGrp="1"/>
          </p:cNvSpPr>
          <p:nvPr>
            <p:ph type="body" sz="quarter" idx="17" hasCustomPrompt="1"/>
          </p:nvPr>
        </p:nvSpPr>
        <p:spPr>
          <a:xfrm>
            <a:off x="569004" y="4238584"/>
            <a:ext cx="904411" cy="593819"/>
          </a:xfrm>
          <a:prstGeom prst="rect">
            <a:avLst/>
          </a:prstGeom>
        </p:spPr>
        <p:txBody>
          <a:bodyPr anchor="ctr"/>
          <a:lstStyle>
            <a:lvl1pPr marL="0" indent="0">
              <a:buNone/>
              <a:defRPr sz="4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03</a:t>
            </a:r>
            <a:endParaRPr kumimoji="1" lang="zh-CN" altLang="en-US" dirty="0"/>
          </a:p>
        </p:txBody>
      </p:sp>
      <p:sp>
        <p:nvSpPr>
          <p:cNvPr id="36" name="文本占位符 34"/>
          <p:cNvSpPr>
            <a:spLocks noGrp="1"/>
          </p:cNvSpPr>
          <p:nvPr>
            <p:ph type="body" sz="quarter" idx="18" hasCustomPrompt="1"/>
          </p:nvPr>
        </p:nvSpPr>
        <p:spPr>
          <a:xfrm>
            <a:off x="1496671" y="4641121"/>
            <a:ext cx="3307109" cy="301621"/>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37" name="文本占位符 34"/>
          <p:cNvSpPr>
            <a:spLocks noGrp="1"/>
          </p:cNvSpPr>
          <p:nvPr>
            <p:ph type="body" sz="quarter" idx="19" hasCustomPrompt="1"/>
          </p:nvPr>
        </p:nvSpPr>
        <p:spPr>
          <a:xfrm>
            <a:off x="1496672" y="5205001"/>
            <a:ext cx="2419933"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38" name="文本占位符 34"/>
          <p:cNvSpPr>
            <a:spLocks noGrp="1"/>
          </p:cNvSpPr>
          <p:nvPr>
            <p:ph type="body" sz="quarter" idx="20" hasCustomPrompt="1"/>
          </p:nvPr>
        </p:nvSpPr>
        <p:spPr>
          <a:xfrm>
            <a:off x="569004" y="5333959"/>
            <a:ext cx="904411" cy="593819"/>
          </a:xfrm>
          <a:prstGeom prst="rect">
            <a:avLst/>
          </a:prstGeom>
        </p:spPr>
        <p:txBody>
          <a:bodyPr anchor="ctr"/>
          <a:lstStyle>
            <a:lvl1pPr marL="0" indent="0">
              <a:buNone/>
              <a:defRPr sz="4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04</a:t>
            </a:r>
            <a:endParaRPr kumimoji="1" lang="zh-CN" altLang="en-US" dirty="0"/>
          </a:p>
        </p:txBody>
      </p:sp>
      <p:sp>
        <p:nvSpPr>
          <p:cNvPr id="39" name="文本占位符 34"/>
          <p:cNvSpPr>
            <a:spLocks noGrp="1"/>
          </p:cNvSpPr>
          <p:nvPr>
            <p:ph type="body" sz="quarter" idx="21" hasCustomPrompt="1"/>
          </p:nvPr>
        </p:nvSpPr>
        <p:spPr>
          <a:xfrm>
            <a:off x="1496671" y="5738401"/>
            <a:ext cx="3307109" cy="301621"/>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一级目录页（纯中文目录名）">
    <p:spTree>
      <p:nvGrpSpPr>
        <p:cNvPr id="1" name=""/>
        <p:cNvGrpSpPr/>
        <p:nvPr/>
      </p:nvGrpSpPr>
      <p:grpSpPr>
        <a:xfrm>
          <a:off x="0" y="0"/>
          <a:ext cx="0" cy="0"/>
          <a:chOff x="0" y="0"/>
          <a:chExt cx="0" cy="0"/>
        </a:xfrm>
      </p:grpSpPr>
      <p:sp>
        <p:nvSpPr>
          <p:cNvPr id="8" name="任意多边形: 形状 7"/>
          <p:cNvSpPr/>
          <p:nvPr userDrawn="1"/>
        </p:nvSpPr>
        <p:spPr>
          <a:xfrm>
            <a:off x="5065775" y="3"/>
            <a:ext cx="7126225" cy="6857997"/>
          </a:xfrm>
          <a:custGeom>
            <a:avLst/>
            <a:gdLst>
              <a:gd name="connsiteX0" fmla="*/ 6059793 w 6994638"/>
              <a:gd name="connsiteY0" fmla="*/ 0 h 6858000"/>
              <a:gd name="connsiteX1" fmla="*/ 6994638 w 6994638"/>
              <a:gd name="connsiteY1" fmla="*/ 0 h 6858000"/>
              <a:gd name="connsiteX2" fmla="*/ 6994638 w 6994638"/>
              <a:gd name="connsiteY2" fmla="*/ 6858000 h 6858000"/>
              <a:gd name="connsiteX3" fmla="*/ 0 w 6994638"/>
              <a:gd name="connsiteY3" fmla="*/ 6858000 h 6858000"/>
              <a:gd name="connsiteX4" fmla="*/ 75419 w 6994638"/>
              <a:gd name="connsiteY4" fmla="*/ 6412110 h 6858000"/>
              <a:gd name="connsiteX5" fmla="*/ 5697285 w 6994638"/>
              <a:gd name="connsiteY5" fmla="*/ 1105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4638" h="6858000">
                <a:moveTo>
                  <a:pt x="6059793" y="0"/>
                </a:moveTo>
                <a:lnTo>
                  <a:pt x="6994638" y="0"/>
                </a:lnTo>
                <a:lnTo>
                  <a:pt x="6994638" y="6858000"/>
                </a:lnTo>
                <a:lnTo>
                  <a:pt x="0" y="6858000"/>
                </a:lnTo>
                <a:lnTo>
                  <a:pt x="75419" y="6412110"/>
                </a:lnTo>
                <a:cubicBezTo>
                  <a:pt x="524329" y="4184172"/>
                  <a:pt x="2160117" y="1270689"/>
                  <a:pt x="5697285" y="110545"/>
                </a:cubicBezTo>
                <a:close/>
              </a:path>
            </a:pathLst>
          </a:custGeom>
          <a:blipFill rotWithShape="1">
            <a:blip r:embed="rId2"/>
            <a:stretch>
              <a:fillRect l="-19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直角三角形 3"/>
          <p:cNvSpPr/>
          <p:nvPr userDrawn="1"/>
        </p:nvSpPr>
        <p:spPr>
          <a:xfrm flipV="1">
            <a:off x="6575635" y="0"/>
            <a:ext cx="4878381" cy="316114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 name="connsiteX0-609" fmla="*/ 3184015 w 4678999"/>
              <a:gd name="connsiteY0-610" fmla="*/ 2493311 h 2494196"/>
              <a:gd name="connsiteX1-611" fmla="*/ 0 w 4678999"/>
              <a:gd name="connsiteY1-612" fmla="*/ 0 h 2494196"/>
              <a:gd name="connsiteX2-613" fmla="*/ 4678999 w 4678999"/>
              <a:gd name="connsiteY2-614" fmla="*/ 2494196 h 2494196"/>
              <a:gd name="connsiteX3-615" fmla="*/ 3184015 w 4678999"/>
              <a:gd name="connsiteY3-616" fmla="*/ 2493311 h 2494196"/>
              <a:gd name="connsiteX0-617" fmla="*/ 3184015 w 4678999"/>
              <a:gd name="connsiteY0-618" fmla="*/ 2493311 h 2494196"/>
              <a:gd name="connsiteX1-619" fmla="*/ 0 w 4678999"/>
              <a:gd name="connsiteY1-620" fmla="*/ 0 h 2494196"/>
              <a:gd name="connsiteX2-621" fmla="*/ 4678999 w 4678999"/>
              <a:gd name="connsiteY2-622" fmla="*/ 2494196 h 2494196"/>
              <a:gd name="connsiteX3-623" fmla="*/ 3184015 w 4678999"/>
              <a:gd name="connsiteY3-624" fmla="*/ 2493311 h 2494196"/>
              <a:gd name="connsiteX0-625" fmla="*/ 3184015 w 4678999"/>
              <a:gd name="connsiteY0-626" fmla="*/ 2493311 h 2494196"/>
              <a:gd name="connsiteX1-627" fmla="*/ 0 w 4678999"/>
              <a:gd name="connsiteY1-628" fmla="*/ 0 h 2494196"/>
              <a:gd name="connsiteX2-629" fmla="*/ 4678999 w 4678999"/>
              <a:gd name="connsiteY2-630" fmla="*/ 2494196 h 2494196"/>
              <a:gd name="connsiteX3-631" fmla="*/ 3184015 w 4678999"/>
              <a:gd name="connsiteY3-632" fmla="*/ 2493311 h 2494196"/>
              <a:gd name="connsiteX0-633" fmla="*/ 3184015 w 4678999"/>
              <a:gd name="connsiteY0-634" fmla="*/ 2493311 h 2494196"/>
              <a:gd name="connsiteX1-635" fmla="*/ 0 w 4678999"/>
              <a:gd name="connsiteY1-636" fmla="*/ 0 h 2494196"/>
              <a:gd name="connsiteX2-637" fmla="*/ 4678999 w 4678999"/>
              <a:gd name="connsiteY2-638" fmla="*/ 2494196 h 2494196"/>
              <a:gd name="connsiteX3-639" fmla="*/ 3184015 w 4678999"/>
              <a:gd name="connsiteY3-640" fmla="*/ 2493311 h 2494196"/>
              <a:gd name="connsiteX0-641" fmla="*/ 3184015 w 4678999"/>
              <a:gd name="connsiteY0-642" fmla="*/ 2493311 h 2494196"/>
              <a:gd name="connsiteX1-643" fmla="*/ 0 w 4678999"/>
              <a:gd name="connsiteY1-644" fmla="*/ 0 h 2494196"/>
              <a:gd name="connsiteX2-645" fmla="*/ 4678999 w 4678999"/>
              <a:gd name="connsiteY2-646" fmla="*/ 2494196 h 2494196"/>
              <a:gd name="connsiteX3-647" fmla="*/ 3184015 w 4678999"/>
              <a:gd name="connsiteY3-648" fmla="*/ 2493311 h 2494196"/>
              <a:gd name="connsiteX0-649" fmla="*/ 3184015 w 4678999"/>
              <a:gd name="connsiteY0-650" fmla="*/ 2493311 h 2494196"/>
              <a:gd name="connsiteX1-651" fmla="*/ 0 w 4678999"/>
              <a:gd name="connsiteY1-652" fmla="*/ 0 h 2494196"/>
              <a:gd name="connsiteX2-653" fmla="*/ 4678999 w 4678999"/>
              <a:gd name="connsiteY2-654" fmla="*/ 2494196 h 2494196"/>
              <a:gd name="connsiteX3-655" fmla="*/ 3184015 w 4678999"/>
              <a:gd name="connsiteY3-656" fmla="*/ 2493311 h 2494196"/>
              <a:gd name="connsiteX0-657" fmla="*/ 3184015 w 4678999"/>
              <a:gd name="connsiteY0-658" fmla="*/ 2493311 h 2494196"/>
              <a:gd name="connsiteX1-659" fmla="*/ 0 w 4678999"/>
              <a:gd name="connsiteY1-660" fmla="*/ 0 h 2494196"/>
              <a:gd name="connsiteX2-661" fmla="*/ 4678999 w 4678999"/>
              <a:gd name="connsiteY2-662" fmla="*/ 2494196 h 2494196"/>
              <a:gd name="connsiteX3-663" fmla="*/ 3184015 w 4678999"/>
              <a:gd name="connsiteY3-664" fmla="*/ 2493311 h 2494196"/>
              <a:gd name="connsiteX0-665" fmla="*/ 3184015 w 4678999"/>
              <a:gd name="connsiteY0-666" fmla="*/ 2493311 h 2494196"/>
              <a:gd name="connsiteX1-667" fmla="*/ 0 w 4678999"/>
              <a:gd name="connsiteY1-668" fmla="*/ 0 h 2494196"/>
              <a:gd name="connsiteX2-669" fmla="*/ 4678999 w 4678999"/>
              <a:gd name="connsiteY2-670" fmla="*/ 2494196 h 2494196"/>
              <a:gd name="connsiteX3-671" fmla="*/ 3184015 w 4678999"/>
              <a:gd name="connsiteY3-672" fmla="*/ 2493311 h 2494196"/>
              <a:gd name="connsiteX0-673" fmla="*/ 3184015 w 4678999"/>
              <a:gd name="connsiteY0-674" fmla="*/ 2493311 h 2494196"/>
              <a:gd name="connsiteX1-675" fmla="*/ 0 w 4678999"/>
              <a:gd name="connsiteY1-676" fmla="*/ 0 h 2494196"/>
              <a:gd name="connsiteX2-677" fmla="*/ 4678999 w 4678999"/>
              <a:gd name="connsiteY2-678" fmla="*/ 2494196 h 2494196"/>
              <a:gd name="connsiteX3-679" fmla="*/ 3184015 w 4678999"/>
              <a:gd name="connsiteY3-680" fmla="*/ 2493311 h 2494196"/>
              <a:gd name="connsiteX0-681" fmla="*/ 3184015 w 4678999"/>
              <a:gd name="connsiteY0-682" fmla="*/ 2493311 h 2494196"/>
              <a:gd name="connsiteX1-683" fmla="*/ 0 w 4678999"/>
              <a:gd name="connsiteY1-684" fmla="*/ 0 h 2494196"/>
              <a:gd name="connsiteX2-685" fmla="*/ 4678999 w 4678999"/>
              <a:gd name="connsiteY2-686" fmla="*/ 2494196 h 2494196"/>
              <a:gd name="connsiteX3-687" fmla="*/ 3184015 w 4678999"/>
              <a:gd name="connsiteY3-688" fmla="*/ 2493311 h 2494196"/>
              <a:gd name="connsiteX0-689" fmla="*/ 3184015 w 4678999"/>
              <a:gd name="connsiteY0-690" fmla="*/ 2493311 h 2494196"/>
              <a:gd name="connsiteX1-691" fmla="*/ 0 w 4678999"/>
              <a:gd name="connsiteY1-692" fmla="*/ 0 h 2494196"/>
              <a:gd name="connsiteX2-693" fmla="*/ 4678999 w 4678999"/>
              <a:gd name="connsiteY2-694" fmla="*/ 2494196 h 2494196"/>
              <a:gd name="connsiteX3-695" fmla="*/ 3184015 w 4678999"/>
              <a:gd name="connsiteY3-696" fmla="*/ 2493311 h 2494196"/>
              <a:gd name="connsiteX0-697" fmla="*/ 3184015 w 4678999"/>
              <a:gd name="connsiteY0-698" fmla="*/ 2493311 h 2494196"/>
              <a:gd name="connsiteX1-699" fmla="*/ 0 w 4678999"/>
              <a:gd name="connsiteY1-700" fmla="*/ 0 h 2494196"/>
              <a:gd name="connsiteX2-701" fmla="*/ 4678999 w 4678999"/>
              <a:gd name="connsiteY2-702" fmla="*/ 2494196 h 2494196"/>
              <a:gd name="connsiteX3-703" fmla="*/ 3184015 w 4678999"/>
              <a:gd name="connsiteY3-704" fmla="*/ 2493311 h 2494196"/>
              <a:gd name="connsiteX0-705" fmla="*/ 3184015 w 4678999"/>
              <a:gd name="connsiteY0-706" fmla="*/ 2493311 h 2494196"/>
              <a:gd name="connsiteX1-707" fmla="*/ 0 w 4678999"/>
              <a:gd name="connsiteY1-708" fmla="*/ 0 h 2494196"/>
              <a:gd name="connsiteX2-709" fmla="*/ 4678999 w 4678999"/>
              <a:gd name="connsiteY2-710" fmla="*/ 2494196 h 2494196"/>
              <a:gd name="connsiteX3-711" fmla="*/ 3184015 w 4678999"/>
              <a:gd name="connsiteY3-712" fmla="*/ 2493311 h 2494196"/>
              <a:gd name="connsiteX0-713" fmla="*/ 3184015 w 4678999"/>
              <a:gd name="connsiteY0-714" fmla="*/ 2493311 h 2494196"/>
              <a:gd name="connsiteX1-715" fmla="*/ 0 w 4678999"/>
              <a:gd name="connsiteY1-716" fmla="*/ 0 h 2494196"/>
              <a:gd name="connsiteX2-717" fmla="*/ 4678999 w 4678999"/>
              <a:gd name="connsiteY2-718" fmla="*/ 2494196 h 2494196"/>
              <a:gd name="connsiteX3-719" fmla="*/ 3184015 w 4678999"/>
              <a:gd name="connsiteY3-720" fmla="*/ 2493311 h 2494196"/>
              <a:gd name="connsiteX0-721" fmla="*/ 3184015 w 4678999"/>
              <a:gd name="connsiteY0-722" fmla="*/ 2493311 h 2494196"/>
              <a:gd name="connsiteX1-723" fmla="*/ 0 w 4678999"/>
              <a:gd name="connsiteY1-724" fmla="*/ 0 h 2494196"/>
              <a:gd name="connsiteX2-725" fmla="*/ 4678999 w 4678999"/>
              <a:gd name="connsiteY2-726" fmla="*/ 2494196 h 2494196"/>
              <a:gd name="connsiteX3-727" fmla="*/ 3184015 w 4678999"/>
              <a:gd name="connsiteY3-728" fmla="*/ 2493311 h 2494196"/>
              <a:gd name="connsiteX0-1-1" fmla="*/ 3432493 w 4927477"/>
              <a:gd name="connsiteY0-2-2" fmla="*/ 2380977 h 2381862"/>
              <a:gd name="connsiteX1-3-3" fmla="*/ 0 w 4927477"/>
              <a:gd name="connsiteY1-4-4" fmla="*/ 0 h 2381862"/>
              <a:gd name="connsiteX2-5-5" fmla="*/ 4927477 w 4927477"/>
              <a:gd name="connsiteY2-6-6" fmla="*/ 2381862 h 2381862"/>
              <a:gd name="connsiteX3-7-7" fmla="*/ 3432493 w 4927477"/>
              <a:gd name="connsiteY3-8-8" fmla="*/ 2380977 h 2381862"/>
              <a:gd name="connsiteX0-9-9" fmla="*/ 3432493 w 4933614"/>
              <a:gd name="connsiteY0-10-10" fmla="*/ 2380977 h 2380977"/>
              <a:gd name="connsiteX1-11-11" fmla="*/ 0 w 4933614"/>
              <a:gd name="connsiteY1-12-12" fmla="*/ 0 h 2380977"/>
              <a:gd name="connsiteX2-13-13" fmla="*/ 4933614 w 4933614"/>
              <a:gd name="connsiteY2-14-14" fmla="*/ 2363366 h 2380977"/>
              <a:gd name="connsiteX3-15-15" fmla="*/ 3432493 w 4933614"/>
              <a:gd name="connsiteY3-16-16" fmla="*/ 2380977 h 2380977"/>
              <a:gd name="connsiteX0-17-17" fmla="*/ 3432493 w 4878381"/>
              <a:gd name="connsiteY0-18-18" fmla="*/ 2380977 h 2381862"/>
              <a:gd name="connsiteX1-19-19" fmla="*/ 0 w 4878381"/>
              <a:gd name="connsiteY1-20-20" fmla="*/ 0 h 2381862"/>
              <a:gd name="connsiteX2-21-21" fmla="*/ 4878381 w 4878381"/>
              <a:gd name="connsiteY2-22-22" fmla="*/ 2381862 h 2381862"/>
              <a:gd name="connsiteX3-23-23" fmla="*/ 3432493 w 4878381"/>
              <a:gd name="connsiteY3-24-24" fmla="*/ 2380977 h 2381862"/>
            </a:gdLst>
            <a:ahLst/>
            <a:cxnLst>
              <a:cxn ang="0">
                <a:pos x="connsiteX0-1-1" y="connsiteY0-2-2"/>
              </a:cxn>
              <a:cxn ang="0">
                <a:pos x="connsiteX1-3-3" y="connsiteY1-4-4"/>
              </a:cxn>
              <a:cxn ang="0">
                <a:pos x="connsiteX2-5-5" y="connsiteY2-6-6"/>
              </a:cxn>
              <a:cxn ang="0">
                <a:pos x="connsiteX3-7-7" y="connsiteY3-8-8"/>
              </a:cxn>
            </a:cxnLst>
            <a:rect l="l" t="t" r="r" b="b"/>
            <a:pathLst>
              <a:path w="4878381" h="2381862">
                <a:moveTo>
                  <a:pt x="3432493" y="2380977"/>
                </a:moveTo>
                <a:cubicBezTo>
                  <a:pt x="2165805" y="1899989"/>
                  <a:pt x="765231" y="1070632"/>
                  <a:pt x="0" y="0"/>
                </a:cubicBezTo>
                <a:cubicBezTo>
                  <a:pt x="902450" y="921632"/>
                  <a:pt x="2646302" y="1999823"/>
                  <a:pt x="4878381" y="2381862"/>
                </a:cubicBezTo>
                <a:lnTo>
                  <a:pt x="3432493" y="2380977"/>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3"/>
          <p:cNvSpPr/>
          <p:nvPr userDrawn="1"/>
        </p:nvSpPr>
        <p:spPr>
          <a:xfrm>
            <a:off x="5126441" y="1908606"/>
            <a:ext cx="2994804" cy="494939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0 w 2926224"/>
              <a:gd name="connsiteY0-306" fmla="*/ 3941667 h 3941667"/>
              <a:gd name="connsiteX1-307" fmla="*/ 2926224 w 2926224"/>
              <a:gd name="connsiteY1-308" fmla="*/ 0 h 3941667"/>
              <a:gd name="connsiteX2-309" fmla="*/ 994815 w 2926224"/>
              <a:gd name="connsiteY2-310" fmla="*/ 3922617 h 3941667"/>
              <a:gd name="connsiteX3-311" fmla="*/ 0 w 2926224"/>
              <a:gd name="connsiteY3-312" fmla="*/ 3941667 h 3941667"/>
              <a:gd name="connsiteX0-313" fmla="*/ 0 w 2926224"/>
              <a:gd name="connsiteY0-314" fmla="*/ 3941667 h 3941667"/>
              <a:gd name="connsiteX1-315" fmla="*/ 2926224 w 2926224"/>
              <a:gd name="connsiteY1-316" fmla="*/ 0 h 3941667"/>
              <a:gd name="connsiteX2-317" fmla="*/ 994815 w 2926224"/>
              <a:gd name="connsiteY2-318" fmla="*/ 3922617 h 3941667"/>
              <a:gd name="connsiteX3-319" fmla="*/ 0 w 2926224"/>
              <a:gd name="connsiteY3-320" fmla="*/ 3941667 h 3941667"/>
              <a:gd name="connsiteX0-321" fmla="*/ 0 w 2926224"/>
              <a:gd name="connsiteY0-322" fmla="*/ 3941667 h 3941667"/>
              <a:gd name="connsiteX1-323" fmla="*/ 2926224 w 2926224"/>
              <a:gd name="connsiteY1-324" fmla="*/ 0 h 3941667"/>
              <a:gd name="connsiteX2-325" fmla="*/ 994815 w 2926224"/>
              <a:gd name="connsiteY2-326" fmla="*/ 3922617 h 3941667"/>
              <a:gd name="connsiteX3-327" fmla="*/ 0 w 2926224"/>
              <a:gd name="connsiteY3-328" fmla="*/ 3941667 h 3941667"/>
              <a:gd name="connsiteX0-329" fmla="*/ 0 w 2926224"/>
              <a:gd name="connsiteY0-330" fmla="*/ 3920789 h 3922617"/>
              <a:gd name="connsiteX1-331" fmla="*/ 2926224 w 2926224"/>
              <a:gd name="connsiteY1-332" fmla="*/ 0 h 3922617"/>
              <a:gd name="connsiteX2-333" fmla="*/ 994815 w 2926224"/>
              <a:gd name="connsiteY2-334" fmla="*/ 3922617 h 3922617"/>
              <a:gd name="connsiteX3-335" fmla="*/ 0 w 2926224"/>
              <a:gd name="connsiteY3-336" fmla="*/ 3920789 h 3922617"/>
              <a:gd name="connsiteX0-337" fmla="*/ 0 w 2926224"/>
              <a:gd name="connsiteY0-338" fmla="*/ 3920789 h 3922617"/>
              <a:gd name="connsiteX1-339" fmla="*/ 2926224 w 2926224"/>
              <a:gd name="connsiteY1-340" fmla="*/ 0 h 3922617"/>
              <a:gd name="connsiteX2-341" fmla="*/ 994815 w 2926224"/>
              <a:gd name="connsiteY2-342" fmla="*/ 3922617 h 3922617"/>
              <a:gd name="connsiteX3-343" fmla="*/ 0 w 2926224"/>
              <a:gd name="connsiteY3-344" fmla="*/ 3920789 h 3922617"/>
              <a:gd name="connsiteX0-345" fmla="*/ 0 w 2926224"/>
              <a:gd name="connsiteY0-346" fmla="*/ 3920789 h 3922617"/>
              <a:gd name="connsiteX1-347" fmla="*/ 2926224 w 2926224"/>
              <a:gd name="connsiteY1-348" fmla="*/ 0 h 3922617"/>
              <a:gd name="connsiteX2-349" fmla="*/ 994815 w 2926224"/>
              <a:gd name="connsiteY2-350" fmla="*/ 3922617 h 3922617"/>
              <a:gd name="connsiteX3-351" fmla="*/ 0 w 2926224"/>
              <a:gd name="connsiteY3-352" fmla="*/ 3920789 h 3922617"/>
              <a:gd name="connsiteX0-353" fmla="*/ 0 w 2926224"/>
              <a:gd name="connsiteY0-354" fmla="*/ 3920789 h 3922617"/>
              <a:gd name="connsiteX1-355" fmla="*/ 2926224 w 2926224"/>
              <a:gd name="connsiteY1-356" fmla="*/ 0 h 3922617"/>
              <a:gd name="connsiteX2-357" fmla="*/ 994815 w 2926224"/>
              <a:gd name="connsiteY2-358" fmla="*/ 3922617 h 3922617"/>
              <a:gd name="connsiteX3-359" fmla="*/ 0 w 2926224"/>
              <a:gd name="connsiteY3-360" fmla="*/ 3920789 h 3922617"/>
              <a:gd name="connsiteX0-361" fmla="*/ 0 w 2926224"/>
              <a:gd name="connsiteY0-362" fmla="*/ 3920789 h 3922617"/>
              <a:gd name="connsiteX1-363" fmla="*/ 2926224 w 2926224"/>
              <a:gd name="connsiteY1-364" fmla="*/ 0 h 3922617"/>
              <a:gd name="connsiteX2-365" fmla="*/ 994815 w 2926224"/>
              <a:gd name="connsiteY2-366" fmla="*/ 3922617 h 3922617"/>
              <a:gd name="connsiteX3-367" fmla="*/ 0 w 2926224"/>
              <a:gd name="connsiteY3-368" fmla="*/ 3920789 h 3922617"/>
              <a:gd name="connsiteX0-369" fmla="*/ 0 w 2926224"/>
              <a:gd name="connsiteY0-370" fmla="*/ 3920789 h 3922617"/>
              <a:gd name="connsiteX1-371" fmla="*/ 2926224 w 2926224"/>
              <a:gd name="connsiteY1-372" fmla="*/ 0 h 3922617"/>
              <a:gd name="connsiteX2-373" fmla="*/ 994815 w 2926224"/>
              <a:gd name="connsiteY2-374" fmla="*/ 3922617 h 3922617"/>
              <a:gd name="connsiteX3-375" fmla="*/ 0 w 2926224"/>
              <a:gd name="connsiteY3-376" fmla="*/ 3920789 h 3922617"/>
              <a:gd name="connsiteX0-377" fmla="*/ 0 w 2926224"/>
              <a:gd name="connsiteY0-378" fmla="*/ 3920789 h 3922617"/>
              <a:gd name="connsiteX1-379" fmla="*/ 2926224 w 2926224"/>
              <a:gd name="connsiteY1-380" fmla="*/ 0 h 3922617"/>
              <a:gd name="connsiteX2-381" fmla="*/ 994815 w 2926224"/>
              <a:gd name="connsiteY2-382" fmla="*/ 3922617 h 3922617"/>
              <a:gd name="connsiteX3-383" fmla="*/ 0 w 2926224"/>
              <a:gd name="connsiteY3-384" fmla="*/ 3920789 h 3922617"/>
              <a:gd name="connsiteX0-385" fmla="*/ 0 w 2926224"/>
              <a:gd name="connsiteY0-386" fmla="*/ 3920789 h 3922617"/>
              <a:gd name="connsiteX1-387" fmla="*/ 2926224 w 2926224"/>
              <a:gd name="connsiteY1-388" fmla="*/ 0 h 3922617"/>
              <a:gd name="connsiteX2-389" fmla="*/ 994815 w 2926224"/>
              <a:gd name="connsiteY2-390" fmla="*/ 3922617 h 3922617"/>
              <a:gd name="connsiteX3-391" fmla="*/ 0 w 2926224"/>
              <a:gd name="connsiteY3-392" fmla="*/ 3920789 h 3922617"/>
              <a:gd name="connsiteX0-393" fmla="*/ 0 w 2926224"/>
              <a:gd name="connsiteY0-394" fmla="*/ 3920789 h 3922617"/>
              <a:gd name="connsiteX1-395" fmla="*/ 2926224 w 2926224"/>
              <a:gd name="connsiteY1-396" fmla="*/ 0 h 3922617"/>
              <a:gd name="connsiteX2-397" fmla="*/ 994815 w 2926224"/>
              <a:gd name="connsiteY2-398" fmla="*/ 3922617 h 3922617"/>
              <a:gd name="connsiteX3-399" fmla="*/ 0 w 2926224"/>
              <a:gd name="connsiteY3-400" fmla="*/ 3920789 h 3922617"/>
              <a:gd name="connsiteX0-401" fmla="*/ 0 w 2926224"/>
              <a:gd name="connsiteY0-402" fmla="*/ 3920789 h 3922617"/>
              <a:gd name="connsiteX1-403" fmla="*/ 2926224 w 2926224"/>
              <a:gd name="connsiteY1-404" fmla="*/ 0 h 3922617"/>
              <a:gd name="connsiteX2-405" fmla="*/ 994815 w 2926224"/>
              <a:gd name="connsiteY2-406" fmla="*/ 3922617 h 3922617"/>
              <a:gd name="connsiteX3-407" fmla="*/ 0 w 2926224"/>
              <a:gd name="connsiteY3-408" fmla="*/ 3920789 h 3922617"/>
              <a:gd name="connsiteX0-409" fmla="*/ 0 w 2926224"/>
              <a:gd name="connsiteY0-410" fmla="*/ 3920789 h 3922617"/>
              <a:gd name="connsiteX1-411" fmla="*/ 2926224 w 2926224"/>
              <a:gd name="connsiteY1-412" fmla="*/ 0 h 3922617"/>
              <a:gd name="connsiteX2-413" fmla="*/ 994815 w 2926224"/>
              <a:gd name="connsiteY2-414" fmla="*/ 3922617 h 3922617"/>
              <a:gd name="connsiteX3-415" fmla="*/ 0 w 2926224"/>
              <a:gd name="connsiteY3-416" fmla="*/ 3920789 h 3922617"/>
              <a:gd name="connsiteX0-417" fmla="*/ 0 w 2926224"/>
              <a:gd name="connsiteY0-418" fmla="*/ 3920789 h 3927836"/>
              <a:gd name="connsiteX1-419" fmla="*/ 2926224 w 2926224"/>
              <a:gd name="connsiteY1-420" fmla="*/ 0 h 3927836"/>
              <a:gd name="connsiteX2-421" fmla="*/ 745433 w 2926224"/>
              <a:gd name="connsiteY2-422" fmla="*/ 3927836 h 3927836"/>
              <a:gd name="connsiteX3-423" fmla="*/ 0 w 2926224"/>
              <a:gd name="connsiteY3-424" fmla="*/ 3920789 h 3927836"/>
              <a:gd name="connsiteX0-425" fmla="*/ 0 w 2926224"/>
              <a:gd name="connsiteY0-426" fmla="*/ 3920789 h 3927836"/>
              <a:gd name="connsiteX1-427" fmla="*/ 2926224 w 2926224"/>
              <a:gd name="connsiteY1-428" fmla="*/ 0 h 3927836"/>
              <a:gd name="connsiteX2-429" fmla="*/ 745433 w 2926224"/>
              <a:gd name="connsiteY2-430" fmla="*/ 3927836 h 3927836"/>
              <a:gd name="connsiteX3-431" fmla="*/ 0 w 2926224"/>
              <a:gd name="connsiteY3-432" fmla="*/ 3920789 h 3927836"/>
              <a:gd name="connsiteX0-433" fmla="*/ 0 w 2926224"/>
              <a:gd name="connsiteY0-434" fmla="*/ 3920789 h 3927836"/>
              <a:gd name="connsiteX1-435" fmla="*/ 2926224 w 2926224"/>
              <a:gd name="connsiteY1-436" fmla="*/ 0 h 3927836"/>
              <a:gd name="connsiteX2-437" fmla="*/ 745433 w 2926224"/>
              <a:gd name="connsiteY2-438" fmla="*/ 3927836 h 3927836"/>
              <a:gd name="connsiteX3-439" fmla="*/ 0 w 2926224"/>
              <a:gd name="connsiteY3-440" fmla="*/ 3920789 h 3927836"/>
              <a:gd name="connsiteX0-441" fmla="*/ 0 w 2926224"/>
              <a:gd name="connsiteY0-442" fmla="*/ 3920789 h 3927836"/>
              <a:gd name="connsiteX1-443" fmla="*/ 2926224 w 2926224"/>
              <a:gd name="connsiteY1-444" fmla="*/ 0 h 3927836"/>
              <a:gd name="connsiteX2-445" fmla="*/ 745433 w 2926224"/>
              <a:gd name="connsiteY2-446" fmla="*/ 3927836 h 3927836"/>
              <a:gd name="connsiteX3-447" fmla="*/ 0 w 2926224"/>
              <a:gd name="connsiteY3-448" fmla="*/ 3920789 h 3927836"/>
              <a:gd name="connsiteX0-1-1" fmla="*/ 0 w 2994804"/>
              <a:gd name="connsiteY0-2-2" fmla="*/ 3840408 h 3847455"/>
              <a:gd name="connsiteX1-3-3" fmla="*/ 2994804 w 2994804"/>
              <a:gd name="connsiteY1-4-4" fmla="*/ 0 h 3847455"/>
              <a:gd name="connsiteX2-5-5" fmla="*/ 745433 w 2994804"/>
              <a:gd name="connsiteY2-6-6" fmla="*/ 3847455 h 3847455"/>
              <a:gd name="connsiteX3-7-7" fmla="*/ 0 w 2994804"/>
              <a:gd name="connsiteY3-8-8" fmla="*/ 3840408 h 3847455"/>
            </a:gdLst>
            <a:ahLst/>
            <a:cxnLst>
              <a:cxn ang="0">
                <a:pos x="connsiteX0-1-1" y="connsiteY0-2-2"/>
              </a:cxn>
              <a:cxn ang="0">
                <a:pos x="connsiteX1-3-3" y="connsiteY1-4-4"/>
              </a:cxn>
              <a:cxn ang="0">
                <a:pos x="connsiteX2-5-5" y="connsiteY2-6-6"/>
              </a:cxn>
              <a:cxn ang="0">
                <a:pos x="connsiteX3-7-7" y="connsiteY3-8-8"/>
              </a:cxn>
            </a:cxnLst>
            <a:rect l="l" t="t" r="r" b="b"/>
            <a:pathLst>
              <a:path w="2994804" h="3847455">
                <a:moveTo>
                  <a:pt x="0" y="3840408"/>
                </a:moveTo>
                <a:cubicBezTo>
                  <a:pt x="160042" y="2478038"/>
                  <a:pt x="1602285" y="745927"/>
                  <a:pt x="2994804" y="0"/>
                </a:cubicBezTo>
                <a:cubicBezTo>
                  <a:pt x="1891943" y="671558"/>
                  <a:pt x="774569" y="2309571"/>
                  <a:pt x="745433" y="3847455"/>
                </a:cubicBezTo>
                <a:lnTo>
                  <a:pt x="0" y="3840408"/>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7"/>
          <p:cNvCxnSpPr/>
          <p:nvPr userDrawn="1"/>
        </p:nvCxnSpPr>
        <p:spPr>
          <a:xfrm>
            <a:off x="737984" y="586747"/>
            <a:ext cx="674765" cy="0"/>
          </a:xfrm>
          <a:prstGeom prst="line">
            <a:avLst/>
          </a:prstGeom>
          <a:ln w="127000">
            <a:solidFill>
              <a:srgbClr val="990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userDrawn="1"/>
        </p:nvSpPr>
        <p:spPr>
          <a:xfrm>
            <a:off x="89141" y="873227"/>
            <a:ext cx="4080664" cy="768350"/>
          </a:xfrm>
          <a:prstGeom prst="rect">
            <a:avLst/>
          </a:prstGeom>
          <a:noFill/>
        </p:spPr>
        <p:txBody>
          <a:bodyPr wrap="square" rtlCol="0">
            <a:spAutoFit/>
          </a:bodyPr>
          <a:lstStyle/>
          <a:p>
            <a:pPr lvl="1"/>
            <a:r>
              <a:rPr lang="zh-CN" altLang="en-US" sz="4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目录</a:t>
            </a:r>
            <a:r>
              <a:rPr lang="en-US" altLang="zh-CN"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en-US" altLang="zh-CN" sz="28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CONTENTS</a:t>
            </a:r>
          </a:p>
        </p:txBody>
      </p:sp>
      <p:pic>
        <p:nvPicPr>
          <p:cNvPr id="27" name="图片 26"/>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10252949" y="441148"/>
            <a:ext cx="1613222" cy="509858"/>
          </a:xfrm>
          <a:prstGeom prst="rect">
            <a:avLst/>
          </a:prstGeom>
        </p:spPr>
      </p:pic>
      <p:sp>
        <p:nvSpPr>
          <p:cNvPr id="35" name="文本占位符 34"/>
          <p:cNvSpPr>
            <a:spLocks noGrp="1"/>
          </p:cNvSpPr>
          <p:nvPr userDrawn="1">
            <p:ph type="body" sz="quarter" idx="10" hasCustomPrompt="1"/>
          </p:nvPr>
        </p:nvSpPr>
        <p:spPr>
          <a:xfrm>
            <a:off x="687070" y="1795780"/>
            <a:ext cx="4735830" cy="3868420"/>
          </a:xfrm>
          <a:prstGeom prst="rect">
            <a:avLst/>
          </a:prstGeom>
        </p:spPr>
        <p:txBody>
          <a:bodyPr anchor="t" anchorCtr="0"/>
          <a:lstStyle>
            <a:lvl1pPr marL="0" indent="0" eaLnBrk="1" fontAlgn="auto" latinLnBrk="0" hangingPunct="1">
              <a:lnSpc>
                <a:spcPts val="5000"/>
              </a:lnSpc>
              <a:buNone/>
              <a:defRPr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01  请输入目录标题</a:t>
            </a:r>
          </a:p>
          <a:p>
            <a:pPr lvl="0"/>
            <a:r>
              <a:rPr kumimoji="1" lang="zh-CN" altLang="en-US" dirty="0">
                <a:sym typeface="+mn-ea"/>
              </a:rPr>
              <a:t>02  请输入目录标题</a:t>
            </a:r>
          </a:p>
          <a:p>
            <a:pPr lvl="0"/>
            <a:r>
              <a:rPr kumimoji="1" lang="zh-CN" altLang="en-US" dirty="0">
                <a:sym typeface="+mn-ea"/>
              </a:rPr>
              <a:t>03  请输入目录标题</a:t>
            </a:r>
          </a:p>
          <a:p>
            <a:pPr lvl="0"/>
            <a:r>
              <a:rPr kumimoji="1" lang="zh-CN" altLang="en-US" dirty="0">
                <a:sym typeface="+mn-ea"/>
              </a:rPr>
              <a:t>04  请输入目录标题</a:t>
            </a:r>
          </a:p>
          <a:p>
            <a:pPr lvl="0"/>
            <a:r>
              <a:rPr kumimoji="1" lang="zh-CN" altLang="en-US" dirty="0">
                <a:sym typeface="+mn-ea"/>
              </a:rPr>
              <a:t>05  请输入目录标题</a:t>
            </a:r>
          </a:p>
          <a:p>
            <a:pPr lvl="0"/>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目录标题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231648" y="0"/>
            <a:ext cx="11960352" cy="6858000"/>
          </a:xfrm>
          <a:prstGeom prst="rect">
            <a:avLst/>
          </a:prstGeom>
        </p:spPr>
      </p:pic>
      <p:sp>
        <p:nvSpPr>
          <p:cNvPr id="4" name="矩形: 圆角 1"/>
          <p:cNvSpPr/>
          <p:nvPr userDrawn="1"/>
        </p:nvSpPr>
        <p:spPr>
          <a:xfrm>
            <a:off x="475356" y="521586"/>
            <a:ext cx="5859097" cy="830997"/>
          </a:xfrm>
          <a:prstGeom prst="roundRect">
            <a:avLst>
              <a:gd name="adj" fmla="val 50000"/>
            </a:avLst>
          </a:prstGeom>
          <a:solidFill>
            <a:srgbClr val="9A0000"/>
          </a:solidFill>
          <a:ln w="12700" cap="flat" cmpd="sng" algn="ctr">
            <a:noFill/>
            <a:prstDash val="solid"/>
            <a:miter lim="800000"/>
          </a:ln>
          <a:effectLst/>
        </p:spPr>
        <p:txBody>
          <a:bodyPr rtlCol="0" anchor="ctr"/>
          <a:lstStyle/>
          <a:p>
            <a:pPr algn="ctr">
              <a:defRPr/>
            </a:pPr>
            <a:endParaRPr lang="zh-CN" altLang="en-US" sz="4800" b="1" kern="0" dirty="0">
              <a:solidFill>
                <a:schemeClr val="bg1"/>
              </a:solidFill>
              <a:highlight>
                <a:srgbClr val="800000"/>
              </a:highlight>
              <a:latin typeface="微软雅黑" panose="020B0503020204020204" charset="-122"/>
              <a:ea typeface="微软雅黑" panose="020B0503020204020204" charset="-122"/>
              <a:cs typeface="思源宋体 CN Heavy" panose="02020900000000000000" charset="-122"/>
            </a:endParaRPr>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9996917" y="392380"/>
            <a:ext cx="1613222" cy="509858"/>
          </a:xfrm>
          <a:prstGeom prst="rect">
            <a:avLst/>
          </a:prstGeom>
        </p:spPr>
      </p:pic>
      <p:sp>
        <p:nvSpPr>
          <p:cNvPr id="6" name="文本占位符 21"/>
          <p:cNvSpPr>
            <a:spLocks noGrp="1"/>
          </p:cNvSpPr>
          <p:nvPr>
            <p:ph type="body" sz="quarter" idx="12" hasCustomPrompt="1"/>
          </p:nvPr>
        </p:nvSpPr>
        <p:spPr>
          <a:xfrm>
            <a:off x="785542" y="727534"/>
            <a:ext cx="5319199" cy="419100"/>
          </a:xfrm>
          <a:prstGeom prst="rect">
            <a:avLst/>
          </a:prstGeom>
        </p:spPr>
        <p:txBody>
          <a:bodyPr>
            <a:noAutofit/>
          </a:bodyPr>
          <a:lstStyle>
            <a:lvl1pPr marL="0" indent="0" algn="l">
              <a:buNone/>
              <a:defRPr kumimoji="1" lang="zh-CN" altLang="en-US" sz="2800" b="1" i="0" u="none" strike="noStrike" kern="1200" cap="none" spc="0" normalizeH="0" baseline="0" noProof="1" dirty="0">
                <a:solidFill>
                  <a:schemeClr val="bg1"/>
                </a:solidFill>
                <a:latin typeface="微软雅黑" panose="020B0503020204020204" charset="-122"/>
                <a:ea typeface="微软雅黑" panose="020B0503020204020204" charset="-122"/>
                <a:cs typeface="微软雅黑" panose="020B0503020204020204" charset="-122"/>
                <a:sym typeface="+mn-ea"/>
              </a:defRPr>
            </a:lvl1pPr>
          </a:lstStyle>
          <a:p>
            <a:pPr lvl="0"/>
            <a:r>
              <a:rPr kumimoji="1" lang="en-US" altLang="zh-CN" dirty="0"/>
              <a:t>01</a:t>
            </a:r>
            <a:r>
              <a:rPr kumimoji="1" lang="zh-CN" altLang="en-US" dirty="0"/>
              <a:t>  此处是一级目录标题</a:t>
            </a:r>
          </a:p>
        </p:txBody>
      </p:sp>
      <p:pic>
        <p:nvPicPr>
          <p:cNvPr id="8" name="图片 7" descr="形状, 圆圈&#10;&#10;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81304" y="304800"/>
            <a:ext cx="3960232" cy="6553200"/>
          </a:xfrm>
          <a:prstGeom prst="rect">
            <a:avLst/>
          </a:prstGeom>
        </p:spPr>
      </p:pic>
      <p:sp>
        <p:nvSpPr>
          <p:cNvPr id="35" name="文本占位符 34"/>
          <p:cNvSpPr>
            <a:spLocks noGrp="1"/>
          </p:cNvSpPr>
          <p:nvPr>
            <p:ph type="body" sz="quarter" idx="13" hasCustomPrompt="1"/>
          </p:nvPr>
        </p:nvSpPr>
        <p:spPr>
          <a:xfrm>
            <a:off x="687070" y="1795780"/>
            <a:ext cx="6759575" cy="3868420"/>
          </a:xfrm>
          <a:prstGeom prst="rect">
            <a:avLst/>
          </a:prstGeom>
        </p:spPr>
        <p:txBody>
          <a:bodyPr anchor="t" anchorCtr="0"/>
          <a:lstStyle>
            <a:lvl1pPr marL="0" indent="0" eaLnBrk="1" fontAlgn="auto" latinLnBrk="0" hangingPunct="1">
              <a:lnSpc>
                <a:spcPts val="5000"/>
              </a:lnSpc>
              <a:buNone/>
              <a:defRPr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1.1  </a:t>
            </a:r>
            <a:r>
              <a:rPr kumimoji="1" lang="zh-CN" altLang="en-US" dirty="0">
                <a:sym typeface="+mn-ea"/>
              </a:rPr>
              <a:t>此处是二级目录标题</a:t>
            </a:r>
            <a:endParaRPr kumimoji="1" lang="zh-CN" altLang="en-US" dirty="0"/>
          </a:p>
          <a:p>
            <a:pPr lvl="0"/>
            <a:r>
              <a:rPr kumimoji="1" lang="zh-CN" altLang="en-US" dirty="0">
                <a:sym typeface="+mn-ea"/>
              </a:rPr>
              <a:t>1.2  此处是二级目录标题</a:t>
            </a:r>
          </a:p>
          <a:p>
            <a:pPr lvl="0"/>
            <a:r>
              <a:rPr kumimoji="1" lang="zh-CN" altLang="en-US" dirty="0">
                <a:sym typeface="+mn-ea"/>
              </a:rPr>
              <a:t>1.3  此处是二级目录标题</a:t>
            </a:r>
          </a:p>
          <a:p>
            <a:pPr lvl="0"/>
            <a:r>
              <a:rPr kumimoji="1" lang="zh-CN" altLang="en-US" dirty="0">
                <a:sym typeface="+mn-ea"/>
              </a:rPr>
              <a:t>1.4  此处是二级目录标题</a:t>
            </a:r>
          </a:p>
          <a:p>
            <a:pPr lvl="0"/>
            <a:r>
              <a:rPr kumimoji="1" lang="zh-CN" altLang="en-US" dirty="0">
                <a:sym typeface="+mn-ea"/>
              </a:rPr>
              <a:t>1.5  此处是二级目录标题</a:t>
            </a:r>
          </a:p>
          <a:p>
            <a:pPr lvl="0"/>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一级目录页（横版目录版式）">
    <p:spTree>
      <p:nvGrpSpPr>
        <p:cNvPr id="1" name=""/>
        <p:cNvGrpSpPr/>
        <p:nvPr/>
      </p:nvGrpSpPr>
      <p:grpSpPr>
        <a:xfrm>
          <a:off x="0" y="0"/>
          <a:ext cx="0" cy="0"/>
          <a:chOff x="0" y="0"/>
          <a:chExt cx="0" cy="0"/>
        </a:xfrm>
      </p:grpSpPr>
      <p:pic>
        <p:nvPicPr>
          <p:cNvPr id="15" name="图片 14" descr="/Users/kongnixuewa/Desktop/图片4.png图片4"/>
          <p:cNvPicPr>
            <a:picLocks noChangeAspect="1"/>
          </p:cNvPicPr>
          <p:nvPr>
            <p:custDataLst>
              <p:tags r:id="rId1"/>
            </p:custDataLst>
          </p:nvPr>
        </p:nvPicPr>
        <p:blipFill>
          <a:blip r:embed="rId3"/>
          <a:srcRect/>
          <a:stretch>
            <a:fillRect/>
          </a:stretch>
        </p:blipFill>
        <p:spPr>
          <a:xfrm>
            <a:off x="1" y="-6095"/>
            <a:ext cx="12192000" cy="2350242"/>
          </a:xfrm>
          <a:prstGeom prst="rect">
            <a:avLst/>
          </a:prstGeom>
        </p:spPr>
      </p:pic>
      <p:sp>
        <p:nvSpPr>
          <p:cNvPr id="18" name="文本框 17"/>
          <p:cNvSpPr txBox="1"/>
          <p:nvPr userDrawn="1"/>
        </p:nvSpPr>
        <p:spPr>
          <a:xfrm>
            <a:off x="427990" y="318959"/>
            <a:ext cx="4342793" cy="922020"/>
          </a:xfrm>
          <a:prstGeom prst="rect">
            <a:avLst/>
          </a:prstGeom>
          <a:noFill/>
        </p:spPr>
        <p:txBody>
          <a:bodyPr wrap="square" rtlCol="0">
            <a:spAutoFit/>
          </a:bodyPr>
          <a:lstStyle/>
          <a:p>
            <a:r>
              <a:rPr lang="en-US" sz="5400" dirty="0">
                <a:solidFill>
                  <a:schemeClr val="bg1"/>
                </a:solidFill>
                <a:latin typeface="微软雅黑" panose="020B0503020204020204" charset="-122"/>
                <a:ea typeface="微软雅黑" panose="020B0503020204020204" charset="-122"/>
                <a:cs typeface="思源黑体 CN Bold" panose="020B0800000000000000" charset="-122"/>
              </a:rPr>
              <a:t>CONTENTS</a:t>
            </a:r>
          </a:p>
        </p:txBody>
      </p:sp>
      <p:sp>
        <p:nvSpPr>
          <p:cNvPr id="19" name="文本框 18"/>
          <p:cNvSpPr txBox="1"/>
          <p:nvPr userDrawn="1"/>
        </p:nvSpPr>
        <p:spPr>
          <a:xfrm>
            <a:off x="427990" y="1129894"/>
            <a:ext cx="1747520" cy="922020"/>
          </a:xfrm>
          <a:prstGeom prst="rect">
            <a:avLst/>
          </a:prstGeom>
          <a:noFill/>
        </p:spPr>
        <p:txBody>
          <a:bodyPr wrap="square" rtlCol="0">
            <a:spAutoFit/>
          </a:bodyPr>
          <a:lstStyle/>
          <a:p>
            <a:pPr algn="l"/>
            <a:r>
              <a:rPr lang="zh-CN" altLang="en-US" sz="5400" b="1" dirty="0">
                <a:solidFill>
                  <a:schemeClr val="bg1"/>
                </a:solidFill>
                <a:latin typeface="微软雅黑" panose="020B0503020204020204" charset="-122"/>
                <a:ea typeface="微软雅黑" panose="020B0503020204020204" charset="-122"/>
                <a:cs typeface="思源宋体 CN Heavy" panose="02020900000000000000" charset="-122"/>
                <a:sym typeface="+mn-lt"/>
              </a:rPr>
              <a:t>目</a:t>
            </a:r>
            <a:r>
              <a:rPr lang="zh-CN" sz="5400" b="1" dirty="0">
                <a:solidFill>
                  <a:schemeClr val="bg1"/>
                </a:solidFill>
                <a:latin typeface="微软雅黑" panose="020B0503020204020204" charset="-122"/>
                <a:ea typeface="微软雅黑" panose="020B0503020204020204" charset="-122"/>
                <a:cs typeface="思源宋体 CN Heavy" panose="02020900000000000000" charset="-122"/>
                <a:sym typeface="+mn-lt"/>
              </a:rPr>
              <a:t>录</a:t>
            </a:r>
          </a:p>
        </p:txBody>
      </p:sp>
      <p:sp>
        <p:nvSpPr>
          <p:cNvPr id="36" name="文本占位符 34"/>
          <p:cNvSpPr>
            <a:spLocks noGrp="1"/>
          </p:cNvSpPr>
          <p:nvPr>
            <p:ph type="body" sz="quarter" idx="11" hasCustomPrompt="1"/>
          </p:nvPr>
        </p:nvSpPr>
        <p:spPr>
          <a:xfrm>
            <a:off x="517525" y="3041015"/>
            <a:ext cx="1224280" cy="923290"/>
          </a:xfrm>
          <a:prstGeom prst="rect">
            <a:avLst/>
          </a:prstGeom>
        </p:spPr>
        <p:txBody>
          <a:bodyPr anchor="ctr" anchorCtr="0"/>
          <a:lstStyle>
            <a:lvl1pPr marL="0" indent="0" algn="just">
              <a:lnSpc>
                <a:spcPct val="80000"/>
              </a:lnSpc>
              <a:buNone/>
              <a:defRPr sz="56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01</a:t>
            </a:r>
            <a:endParaRPr kumimoji="1" lang="zh-CN" altLang="en-US" dirty="0"/>
          </a:p>
        </p:txBody>
      </p:sp>
      <p:sp>
        <p:nvSpPr>
          <p:cNvPr id="6" name="文本占位符 34"/>
          <p:cNvSpPr>
            <a:spLocks noGrp="1"/>
          </p:cNvSpPr>
          <p:nvPr>
            <p:ph type="body" sz="quarter" idx="13" hasCustomPrompt="1"/>
          </p:nvPr>
        </p:nvSpPr>
        <p:spPr>
          <a:xfrm>
            <a:off x="3444240" y="3020060"/>
            <a:ext cx="1224280" cy="923290"/>
          </a:xfrm>
          <a:prstGeom prst="rect">
            <a:avLst/>
          </a:prstGeom>
        </p:spPr>
        <p:txBody>
          <a:bodyPr anchor="ctr" anchorCtr="0"/>
          <a:lstStyle>
            <a:lvl1pPr marL="0" indent="0" algn="just">
              <a:lnSpc>
                <a:spcPct val="80000"/>
              </a:lnSpc>
              <a:buNone/>
              <a:defRPr sz="56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02</a:t>
            </a:r>
            <a:endParaRPr kumimoji="1" lang="zh-CN" altLang="en-US" dirty="0"/>
          </a:p>
        </p:txBody>
      </p:sp>
      <p:sp>
        <p:nvSpPr>
          <p:cNvPr id="8" name="文本占位符 34"/>
          <p:cNvSpPr>
            <a:spLocks noGrp="1"/>
          </p:cNvSpPr>
          <p:nvPr>
            <p:ph type="body" sz="quarter" idx="14" hasCustomPrompt="1"/>
          </p:nvPr>
        </p:nvSpPr>
        <p:spPr>
          <a:xfrm>
            <a:off x="9265285" y="3020060"/>
            <a:ext cx="1224280" cy="923290"/>
          </a:xfrm>
          <a:prstGeom prst="rect">
            <a:avLst/>
          </a:prstGeom>
        </p:spPr>
        <p:txBody>
          <a:bodyPr anchor="ctr" anchorCtr="0"/>
          <a:lstStyle>
            <a:lvl1pPr marL="0" indent="0" algn="just">
              <a:lnSpc>
                <a:spcPct val="80000"/>
              </a:lnSpc>
              <a:buNone/>
              <a:defRPr sz="56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04</a:t>
            </a:r>
            <a:endParaRPr kumimoji="1" lang="zh-CN" altLang="en-US" dirty="0"/>
          </a:p>
        </p:txBody>
      </p:sp>
      <p:sp>
        <p:nvSpPr>
          <p:cNvPr id="35" name="文本占位符 34"/>
          <p:cNvSpPr>
            <a:spLocks noGrp="1"/>
          </p:cNvSpPr>
          <p:nvPr>
            <p:ph type="body" sz="quarter" idx="10" hasCustomPrompt="1"/>
          </p:nvPr>
        </p:nvSpPr>
        <p:spPr>
          <a:xfrm>
            <a:off x="517525" y="4182745"/>
            <a:ext cx="2404110"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37" name="文本占位符 34"/>
          <p:cNvSpPr>
            <a:spLocks noGrp="1"/>
          </p:cNvSpPr>
          <p:nvPr>
            <p:ph type="body" sz="quarter" idx="12" hasCustomPrompt="1"/>
          </p:nvPr>
        </p:nvSpPr>
        <p:spPr>
          <a:xfrm>
            <a:off x="517525" y="4716145"/>
            <a:ext cx="2616835" cy="586105"/>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10" name="文本占位符 9"/>
          <p:cNvSpPr>
            <a:spLocks noGrp="1"/>
          </p:cNvSpPr>
          <p:nvPr>
            <p:ph type="body" sz="quarter" idx="15" hasCustomPrompt="1"/>
          </p:nvPr>
        </p:nvSpPr>
        <p:spPr>
          <a:xfrm>
            <a:off x="3425190" y="4172585"/>
            <a:ext cx="2404110"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11" name="文本占位符 34"/>
          <p:cNvSpPr>
            <a:spLocks noGrp="1"/>
          </p:cNvSpPr>
          <p:nvPr>
            <p:ph type="body" sz="quarter" idx="16" hasCustomPrompt="1"/>
          </p:nvPr>
        </p:nvSpPr>
        <p:spPr>
          <a:xfrm>
            <a:off x="3425190" y="4705985"/>
            <a:ext cx="2616835" cy="586105"/>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12" name="文本占位符 11"/>
          <p:cNvSpPr>
            <a:spLocks noGrp="1"/>
          </p:cNvSpPr>
          <p:nvPr>
            <p:ph type="body" sz="quarter" idx="17" hasCustomPrompt="1"/>
          </p:nvPr>
        </p:nvSpPr>
        <p:spPr>
          <a:xfrm>
            <a:off x="6304915" y="4172585"/>
            <a:ext cx="2404110"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13" name="文本占位符 34"/>
          <p:cNvSpPr>
            <a:spLocks noGrp="1"/>
          </p:cNvSpPr>
          <p:nvPr>
            <p:ph type="body" sz="quarter" idx="18" hasCustomPrompt="1"/>
          </p:nvPr>
        </p:nvSpPr>
        <p:spPr>
          <a:xfrm>
            <a:off x="6304915" y="4705985"/>
            <a:ext cx="2616835" cy="586105"/>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16" name="文本占位符 15"/>
          <p:cNvSpPr>
            <a:spLocks noGrp="1"/>
          </p:cNvSpPr>
          <p:nvPr>
            <p:ph type="body" sz="quarter" idx="19" hasCustomPrompt="1"/>
          </p:nvPr>
        </p:nvSpPr>
        <p:spPr>
          <a:xfrm>
            <a:off x="9265285" y="4164330"/>
            <a:ext cx="2404110" cy="482600"/>
          </a:xfrm>
          <a:prstGeom prst="rect">
            <a:avLst/>
          </a:prstGeom>
        </p:spPr>
        <p:txBody>
          <a:bodyPr anchor="ctr"/>
          <a:lstStyle>
            <a:lvl1pPr marL="0" indent="0">
              <a:buNone/>
              <a:defRPr sz="24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请输入目录标题</a:t>
            </a:r>
          </a:p>
        </p:txBody>
      </p:sp>
      <p:sp>
        <p:nvSpPr>
          <p:cNvPr id="20" name="文本占位符 34"/>
          <p:cNvSpPr>
            <a:spLocks noGrp="1"/>
          </p:cNvSpPr>
          <p:nvPr>
            <p:ph type="body" sz="quarter" idx="20" hasCustomPrompt="1"/>
          </p:nvPr>
        </p:nvSpPr>
        <p:spPr>
          <a:xfrm>
            <a:off x="9265285" y="4705985"/>
            <a:ext cx="2616835" cy="586105"/>
          </a:xfrm>
          <a:prstGeom prst="rect">
            <a:avLst/>
          </a:prstGeom>
        </p:spPr>
        <p:txBody>
          <a:bodyPr anchor="t"/>
          <a:lstStyle>
            <a:lvl1pPr marL="0" indent="0">
              <a:lnSpc>
                <a:spcPct val="100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请输入目录英文名（没有就不输入）</a:t>
            </a:r>
          </a:p>
        </p:txBody>
      </p:sp>
      <p:sp>
        <p:nvSpPr>
          <p:cNvPr id="21" name="文本占位符 34"/>
          <p:cNvSpPr>
            <a:spLocks noGrp="1"/>
          </p:cNvSpPr>
          <p:nvPr>
            <p:ph type="body" sz="quarter" idx="21" hasCustomPrompt="1"/>
          </p:nvPr>
        </p:nvSpPr>
        <p:spPr>
          <a:xfrm>
            <a:off x="6311900" y="3020695"/>
            <a:ext cx="1224280" cy="923290"/>
          </a:xfrm>
          <a:prstGeom prst="rect">
            <a:avLst/>
          </a:prstGeom>
        </p:spPr>
        <p:txBody>
          <a:bodyPr anchor="ctr" anchorCtr="0"/>
          <a:lstStyle>
            <a:lvl1pPr marL="0" indent="0" algn="just">
              <a:lnSpc>
                <a:spcPct val="80000"/>
              </a:lnSpc>
              <a:buNone/>
              <a:defRPr sz="56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03</a:t>
            </a:r>
            <a:endParaRPr kumimoji="1"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一级目录页（分页）">
    <p:spTree>
      <p:nvGrpSpPr>
        <p:cNvPr id="1" name=""/>
        <p:cNvGrpSpPr/>
        <p:nvPr/>
      </p:nvGrpSpPr>
      <p:grpSpPr>
        <a:xfrm>
          <a:off x="0" y="0"/>
          <a:ext cx="0" cy="0"/>
          <a:chOff x="0" y="0"/>
          <a:chExt cx="0" cy="0"/>
        </a:xfrm>
      </p:grpSpPr>
      <p:cxnSp>
        <p:nvCxnSpPr>
          <p:cNvPr id="14" name="直接连接符 55"/>
          <p:cNvCxnSpPr/>
          <p:nvPr userDrawn="1"/>
        </p:nvCxnSpPr>
        <p:spPr>
          <a:xfrm>
            <a:off x="794990" y="2933817"/>
            <a:ext cx="1710466" cy="0"/>
          </a:xfrm>
          <a:prstGeom prst="line">
            <a:avLst/>
          </a:prstGeom>
          <a:ln w="127000">
            <a:solidFill>
              <a:srgbClr val="990000"/>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0" hasCustomPrompt="1"/>
          </p:nvPr>
        </p:nvSpPr>
        <p:spPr>
          <a:xfrm>
            <a:off x="795136" y="1929714"/>
            <a:ext cx="1333500" cy="726440"/>
          </a:xfrm>
          <a:prstGeom prst="rect">
            <a:avLst/>
          </a:prstGeom>
        </p:spPr>
        <p:txBody>
          <a:bodyPr anchor="ctr"/>
          <a:lstStyle>
            <a:lvl1pPr marL="0" indent="0" algn="l">
              <a:lnSpc>
                <a:spcPct val="100000"/>
              </a:lnSpc>
              <a:buNone/>
              <a:defRPr sz="7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en-US" altLang="zh-CN" dirty="0"/>
              <a:t>01</a:t>
            </a:r>
            <a:endParaRPr kumimoji="1" lang="zh-CN" altLang="en-US" dirty="0"/>
          </a:p>
        </p:txBody>
      </p:sp>
      <p:sp>
        <p:nvSpPr>
          <p:cNvPr id="22" name="文本占位符 20"/>
          <p:cNvSpPr>
            <a:spLocks noGrp="1"/>
          </p:cNvSpPr>
          <p:nvPr>
            <p:ph type="body" sz="quarter" idx="11" hasCustomPrompt="1"/>
          </p:nvPr>
        </p:nvSpPr>
        <p:spPr>
          <a:xfrm>
            <a:off x="794762" y="3212151"/>
            <a:ext cx="5532788" cy="535178"/>
          </a:xfrm>
          <a:prstGeom prst="rect">
            <a:avLst/>
          </a:prstGeom>
        </p:spPr>
        <p:txBody>
          <a:bodyPr anchor="ctr"/>
          <a:lstStyle>
            <a:lvl1pPr marL="0" indent="0" algn="l">
              <a:lnSpc>
                <a:spcPct val="100000"/>
              </a:lnSpc>
              <a:buNone/>
              <a:defRPr sz="4000" b="1">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请输入一级目录标题名</a:t>
            </a:r>
          </a:p>
        </p:txBody>
      </p:sp>
      <p:sp>
        <p:nvSpPr>
          <p:cNvPr id="23" name="文本占位符 20"/>
          <p:cNvSpPr>
            <a:spLocks noGrp="1"/>
          </p:cNvSpPr>
          <p:nvPr>
            <p:ph type="body" sz="quarter" idx="12" hasCustomPrompt="1"/>
          </p:nvPr>
        </p:nvSpPr>
        <p:spPr>
          <a:xfrm>
            <a:off x="794762" y="3919048"/>
            <a:ext cx="5947956" cy="343621"/>
          </a:xfrm>
          <a:prstGeom prst="rect">
            <a:avLst/>
          </a:prstGeom>
        </p:spPr>
        <p:txBody>
          <a:bodyPr anchor="ctr"/>
          <a:lstStyle>
            <a:lvl1pPr marL="0" indent="0" algn="l">
              <a:lnSpc>
                <a:spcPct val="100000"/>
              </a:lnSpc>
              <a:buNone/>
              <a:defRPr sz="2400" b="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请输入目录英文标题名（没有就不输入）</a:t>
            </a:r>
          </a:p>
        </p:txBody>
      </p:sp>
      <p:pic>
        <p:nvPicPr>
          <p:cNvPr id="25" name="图片 24"/>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92247" y="322580"/>
            <a:ext cx="1613222" cy="509858"/>
          </a:xfrm>
          <a:prstGeom prst="rect">
            <a:avLst/>
          </a:prstGeom>
        </p:spPr>
      </p:pic>
      <p:pic>
        <p:nvPicPr>
          <p:cNvPr id="2" name="图片 1"/>
          <p:cNvPicPr>
            <a:picLocks noChangeAspect="1"/>
          </p:cNvPicPr>
          <p:nvPr userDrawn="1">
            <p:custDataLst>
              <p:tags r:id="rId1"/>
            </p:custDataLst>
          </p:nvPr>
        </p:nvPicPr>
        <p:blipFill>
          <a:blip r:embed="rId4">
            <a:extLst>
              <a:ext uri="{28A0092B-C50C-407E-A947-70E740481C1C}">
                <a14:useLocalDpi xmlns:a14="http://schemas.microsoft.com/office/drawing/2010/main" val="0"/>
              </a:ext>
            </a:extLst>
          </a:blip>
          <a:srcRect l="2" r="2"/>
          <a:stretch>
            <a:fillRect/>
          </a:stretch>
        </p:blipFill>
        <p:spPr>
          <a:xfrm>
            <a:off x="7023339" y="-2"/>
            <a:ext cx="5168661" cy="6858000"/>
          </a:xfrm>
          <a:prstGeom prst="rect">
            <a:avLst/>
          </a:prstGeom>
        </p:spPr>
      </p:pic>
      <p:grpSp>
        <p:nvGrpSpPr>
          <p:cNvPr id="3" name="组合 2"/>
          <p:cNvGrpSpPr/>
          <p:nvPr userDrawn="1"/>
        </p:nvGrpSpPr>
        <p:grpSpPr>
          <a:xfrm>
            <a:off x="6791749" y="74814"/>
            <a:ext cx="2019742" cy="6708371"/>
            <a:chOff x="5992345" y="0"/>
            <a:chExt cx="1994991" cy="6917256"/>
          </a:xfrm>
        </p:grpSpPr>
        <p:cxnSp>
          <p:nvCxnSpPr>
            <p:cNvPr id="4" name="直线连接符 3"/>
            <p:cNvCxnSpPr/>
            <p:nvPr/>
          </p:nvCxnSpPr>
          <p:spPr>
            <a:xfrm flipH="1">
              <a:off x="5992345" y="0"/>
              <a:ext cx="1730991" cy="3985797"/>
            </a:xfrm>
            <a:prstGeom prst="line">
              <a:avLst/>
            </a:prstGeom>
            <a:ln w="317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a:off x="5992345" y="3985797"/>
              <a:ext cx="1994991" cy="2931459"/>
            </a:xfrm>
            <a:prstGeom prst="line">
              <a:avLst/>
            </a:prstGeom>
            <a:ln w="25400">
              <a:solidFill>
                <a:srgbClr val="990000"/>
              </a:solidFill>
            </a:ln>
          </p:spPr>
          <p:style>
            <a:lnRef idx="1">
              <a:schemeClr val="accent1"/>
            </a:lnRef>
            <a:fillRef idx="0">
              <a:schemeClr val="accent1"/>
            </a:fillRef>
            <a:effectRef idx="0">
              <a:schemeClr val="accent1"/>
            </a:effectRef>
            <a:fontRef idx="minor">
              <a:schemeClr val="tx1"/>
            </a:fontRef>
          </p:style>
        </p:cxnSp>
      </p:grpSp>
      <p:sp>
        <p:nvSpPr>
          <p:cNvPr id="6" name="三角形 5"/>
          <p:cNvSpPr/>
          <p:nvPr userDrawn="1"/>
        </p:nvSpPr>
        <p:spPr>
          <a:xfrm>
            <a:off x="6911787" y="5318054"/>
            <a:ext cx="1729919" cy="1539944"/>
          </a:xfrm>
          <a:prstGeom prst="triangle">
            <a:avLst>
              <a:gd name="adj" fmla="val 38400"/>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990000"/>
              </a:highlight>
              <a:latin typeface="思源黑体 CN Normal" panose="020B0400000000000000" pitchFamily="34" charset="-128"/>
              <a:ea typeface="思源黑体 CN Normal" panose="020B0400000000000000" pitchFamily="34" charset="-128"/>
            </a:endParaRPr>
          </a:p>
        </p:txBody>
      </p:sp>
      <p:sp>
        <p:nvSpPr>
          <p:cNvPr id="9" name="三角形 8"/>
          <p:cNvSpPr/>
          <p:nvPr userDrawn="1"/>
        </p:nvSpPr>
        <p:spPr>
          <a:xfrm rot="10800000">
            <a:off x="7202090" y="-5080"/>
            <a:ext cx="1274064" cy="1164336"/>
          </a:xfrm>
          <a:prstGeom prst="triangle">
            <a:avLst>
              <a:gd name="adj" fmla="val 4138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2026/1/29</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版式14">
    <p:spTree>
      <p:nvGrpSpPr>
        <p:cNvPr id="1" name=""/>
        <p:cNvGrpSpPr/>
        <p:nvPr/>
      </p:nvGrpSpPr>
      <p:grpSpPr>
        <a:xfrm>
          <a:off x="0" y="0"/>
          <a:ext cx="0" cy="0"/>
          <a:chOff x="0" y="0"/>
          <a:chExt cx="0" cy="0"/>
        </a:xfrm>
      </p:grpSpPr>
      <p:sp>
        <p:nvSpPr>
          <p:cNvPr id="6" name="文本占位符 5"/>
          <p:cNvSpPr>
            <a:spLocks noGrp="1"/>
          </p:cNvSpPr>
          <p:nvPr>
            <p:ph type="body" sz="quarter" idx="11" hasCustomPrompt="1"/>
          </p:nvPr>
        </p:nvSpPr>
        <p:spPr>
          <a:xfrm>
            <a:off x="551319" y="1154517"/>
            <a:ext cx="10890253" cy="412750"/>
          </a:xfrm>
          <a:prstGeom prst="rect">
            <a:avLst/>
          </a:prstGeom>
        </p:spPr>
        <p:txBody>
          <a:bodyPr anchor="t"/>
          <a:lstStyle>
            <a:lvl1pPr marL="0" indent="0" eaLnBrk="1" fontAlgn="auto" latinLnBrk="0" hangingPunct="1">
              <a:lnSpc>
                <a:spcPct val="125000"/>
              </a:lnSpc>
              <a:buNone/>
              <a:defRPr kumimoji="1" lang="zh-CN" altLang="en-US" sz="1400" b="0" i="0" u="none" strike="noStrike" kern="1200" cap="none" spc="0" normalizeH="0" baseline="0" noProof="1"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defRPr>
            </a:lvl1pPr>
          </a:lstStyle>
          <a:p>
            <a:pPr lvl="0"/>
            <a:r>
              <a:rPr kumimoji="1" lang="zh-CN" altLang="en-US" dirty="0">
                <a:sym typeface="+mn-ea"/>
              </a:rPr>
              <a:t>此处为正文内容</a:t>
            </a:r>
            <a:endParaRPr kumimoji="1" lang="zh-CN" altLang="en-US" dirty="0"/>
          </a:p>
        </p:txBody>
      </p:sp>
      <p:sp>
        <p:nvSpPr>
          <p:cNvPr id="5" name="内容占位符 5"/>
          <p:cNvSpPr>
            <a:spLocks noGrp="1"/>
          </p:cNvSpPr>
          <p:nvPr>
            <p:ph sz="quarter" idx="10" hasCustomPrompt="1"/>
          </p:nvPr>
        </p:nvSpPr>
        <p:spPr>
          <a:xfrm>
            <a:off x="551319" y="1851899"/>
            <a:ext cx="10890253" cy="4402332"/>
          </a:xfrm>
          <a:prstGeom prst="rect">
            <a:avLst/>
          </a:prstGeom>
        </p:spPr>
        <p:txBody>
          <a:bodyPr/>
          <a:lstStyle>
            <a:lvl1pPr marL="285750" indent="-285750">
              <a:buFont typeface="Arial" panose="020B0604020202020204" pitchFamily="34" charset="0"/>
              <a:buChar char="•"/>
              <a:defRPr sz="1400">
                <a:latin typeface="微软雅黑" panose="020B0503020204020204" pitchFamily="34" charset="-122"/>
                <a:ea typeface="微软雅黑" panose="020B0503020204020204" pitchFamily="34" charset="-122"/>
              </a:defRPr>
            </a:lvl1pPr>
          </a:lstStyle>
          <a:p>
            <a:pPr lvl="0"/>
            <a:r>
              <a:rPr kumimoji="1" lang="zh-CN" altLang="en-US" dirty="0"/>
              <a:t>此处插入内容元素</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pitchFamily="34" charset="-122"/>
                <a:ea typeface="微软雅黑" panose="020B0503020204020204" pitchFamily="34" charset="-122"/>
                <a:cs typeface="+mj-cs"/>
              </a:defRPr>
            </a:lvl1pPr>
          </a:lstStyle>
          <a:p>
            <a:r>
              <a:rPr>
                <a:sym typeface="+mn-ea"/>
              </a:rPr>
              <a:t>此处编辑页面大标题</a:t>
            </a:r>
            <a:endParaRPr kumimoji="1" lang="zh-CN" altLang="en-US"/>
          </a:p>
        </p:txBody>
      </p:sp>
    </p:spTree>
    <p:extLst>
      <p:ext uri="{BB962C8B-B14F-4D97-AF65-F5344CB8AC3E}">
        <p14:creationId xmlns:p14="http://schemas.microsoft.com/office/powerpoint/2010/main" val="3111602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2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extLst>
      <p:ext uri="{BB962C8B-B14F-4D97-AF65-F5344CB8AC3E}">
        <p14:creationId xmlns:p14="http://schemas.microsoft.com/office/powerpoint/2010/main" val="3457286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圆: 空心 9"/>
          <p:cNvSpPr/>
          <p:nvPr userDrawn="1"/>
        </p:nvSpPr>
        <p:spPr>
          <a:xfrm>
            <a:off x="4696982" y="2346382"/>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5" name="箭头: V 形 3"/>
          <p:cNvSpPr/>
          <p:nvPr/>
        </p:nvSpPr>
        <p:spPr>
          <a:xfrm rot="16101126">
            <a:off x="4542618" y="3657985"/>
            <a:ext cx="1445390" cy="1102039"/>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11" name="箭头: V 形 3"/>
          <p:cNvSpPr/>
          <p:nvPr/>
        </p:nvSpPr>
        <p:spPr>
          <a:xfrm rot="8846107">
            <a:off x="6164072" y="3468270"/>
            <a:ext cx="1445532"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4" name="箭头: V 形 3"/>
          <p:cNvSpPr/>
          <p:nvPr/>
        </p:nvSpPr>
        <p:spPr>
          <a:xfrm rot="2067833">
            <a:off x="5297698" y="2189026"/>
            <a:ext cx="1445390" cy="1102039"/>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16" name="文本占位符 21"/>
          <p:cNvSpPr>
            <a:spLocks noGrp="1"/>
          </p:cNvSpPr>
          <p:nvPr>
            <p:ph type="body" sz="quarter" idx="10" hasCustomPrompt="1"/>
          </p:nvPr>
        </p:nvSpPr>
        <p:spPr>
          <a:xfrm>
            <a:off x="713175" y="4262681"/>
            <a:ext cx="3868166"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7" name="文本占位符 21"/>
          <p:cNvSpPr>
            <a:spLocks noGrp="1"/>
          </p:cNvSpPr>
          <p:nvPr>
            <p:ph type="body" sz="quarter" idx="12" hasCustomPrompt="1"/>
          </p:nvPr>
        </p:nvSpPr>
        <p:spPr>
          <a:xfrm>
            <a:off x="703649" y="1378162"/>
            <a:ext cx="3878327"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此处编辑小标题</a:t>
            </a:r>
          </a:p>
        </p:txBody>
      </p:sp>
      <p:sp>
        <p:nvSpPr>
          <p:cNvPr id="19" name="文本占位符 21"/>
          <p:cNvSpPr>
            <a:spLocks noGrp="1"/>
          </p:cNvSpPr>
          <p:nvPr>
            <p:ph type="body" sz="quarter" idx="16" hasCustomPrompt="1"/>
          </p:nvPr>
        </p:nvSpPr>
        <p:spPr>
          <a:xfrm>
            <a:off x="7583362" y="2638839"/>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1" name="文本占位符 16"/>
          <p:cNvSpPr>
            <a:spLocks noGrp="1"/>
          </p:cNvSpPr>
          <p:nvPr>
            <p:ph type="body" sz="quarter" idx="17" hasCustomPrompt="1"/>
          </p:nvPr>
        </p:nvSpPr>
        <p:spPr>
          <a:xfrm>
            <a:off x="703263" y="179821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2" name="文本占位符 16"/>
          <p:cNvSpPr>
            <a:spLocks noGrp="1"/>
          </p:cNvSpPr>
          <p:nvPr>
            <p:ph type="body" sz="quarter" idx="18" hasCustomPrompt="1"/>
          </p:nvPr>
        </p:nvSpPr>
        <p:spPr>
          <a:xfrm>
            <a:off x="703263" y="4682500"/>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0" hasCustomPrompt="1"/>
          </p:nvPr>
        </p:nvSpPr>
        <p:spPr>
          <a:xfrm>
            <a:off x="7589203" y="305803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纯文字+标题+分列点">
    <p:spTree>
      <p:nvGrpSpPr>
        <p:cNvPr id="1" name=""/>
        <p:cNvGrpSpPr/>
        <p:nvPr/>
      </p:nvGrpSpPr>
      <p:grpSpPr>
        <a:xfrm>
          <a:off x="0" y="0"/>
          <a:ext cx="0" cy="0"/>
          <a:chOff x="0" y="0"/>
          <a:chExt cx="0" cy="0"/>
        </a:xfrm>
      </p:grpSpPr>
      <p:sp>
        <p:nvSpPr>
          <p:cNvPr id="3" name="圆: 空心 9"/>
          <p:cNvSpPr/>
          <p:nvPr userDrawn="1"/>
        </p:nvSpPr>
        <p:spPr>
          <a:xfrm>
            <a:off x="4696982" y="2294747"/>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5" name="箭头: V 形 3"/>
          <p:cNvSpPr/>
          <p:nvPr/>
        </p:nvSpPr>
        <p:spPr>
          <a:xfrm rot="15399425">
            <a:off x="4662487" y="3762271"/>
            <a:ext cx="1445390" cy="1102039"/>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8" name="箭头: V 形 3"/>
          <p:cNvSpPr/>
          <p:nvPr/>
        </p:nvSpPr>
        <p:spPr>
          <a:xfrm rot="20844493">
            <a:off x="4602659" y="2439045"/>
            <a:ext cx="1445532"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11" name="箭头: V 形 3"/>
          <p:cNvSpPr/>
          <p:nvPr/>
        </p:nvSpPr>
        <p:spPr>
          <a:xfrm rot="10168624">
            <a:off x="5962841" y="3716658"/>
            <a:ext cx="1445532"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4" name="箭头: V 形 3"/>
          <p:cNvSpPr/>
          <p:nvPr userDrawn="1"/>
        </p:nvSpPr>
        <p:spPr>
          <a:xfrm rot="4788010">
            <a:off x="5962913" y="2400575"/>
            <a:ext cx="1445390" cy="1102039"/>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22" name="文本占位符 21"/>
          <p:cNvSpPr>
            <a:spLocks noGrp="1"/>
          </p:cNvSpPr>
          <p:nvPr>
            <p:ph type="body" sz="quarter" idx="10" hasCustomPrompt="1"/>
          </p:nvPr>
        </p:nvSpPr>
        <p:spPr>
          <a:xfrm>
            <a:off x="713175" y="3856927"/>
            <a:ext cx="3868166"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6" name="文本占位符 21"/>
          <p:cNvSpPr>
            <a:spLocks noGrp="1"/>
          </p:cNvSpPr>
          <p:nvPr>
            <p:ph type="body" sz="quarter" idx="12" hasCustomPrompt="1"/>
          </p:nvPr>
        </p:nvSpPr>
        <p:spPr>
          <a:xfrm>
            <a:off x="703649" y="1943037"/>
            <a:ext cx="3878327"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此处编辑小标题</a:t>
            </a:r>
          </a:p>
        </p:txBody>
      </p:sp>
      <p:sp>
        <p:nvSpPr>
          <p:cNvPr id="29" name="文本占位符 21"/>
          <p:cNvSpPr>
            <a:spLocks noGrp="1"/>
          </p:cNvSpPr>
          <p:nvPr>
            <p:ph type="body" sz="quarter" idx="14" hasCustomPrompt="1"/>
          </p:nvPr>
        </p:nvSpPr>
        <p:spPr>
          <a:xfrm>
            <a:off x="7484847" y="1962501"/>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33" name="文本占位符 21"/>
          <p:cNvSpPr>
            <a:spLocks noGrp="1"/>
          </p:cNvSpPr>
          <p:nvPr>
            <p:ph type="body" sz="quarter" idx="16" hasCustomPrompt="1"/>
          </p:nvPr>
        </p:nvSpPr>
        <p:spPr>
          <a:xfrm>
            <a:off x="7484847" y="3856927"/>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 name="文本框 1"/>
          <p:cNvSpPr txBox="1"/>
          <p:nvPr userDrawn="1"/>
        </p:nvSpPr>
        <p:spPr>
          <a:xfrm>
            <a:off x="1245793" y="2669557"/>
            <a:ext cx="184731" cy="369332"/>
          </a:xfrm>
          <a:prstGeom prst="rect">
            <a:avLst/>
          </a:prstGeom>
          <a:noFill/>
        </p:spPr>
        <p:txBody>
          <a:bodyPr wrap="none" rtlCol="0">
            <a:spAutoFit/>
          </a:bodyPr>
          <a:lstStyle/>
          <a:p>
            <a:endParaRPr kumimoji="1" lang="zh-CN" altLang="en-US" dirty="0">
              <a:latin typeface="微软雅黑" panose="020B0503020204020204" charset="-122"/>
              <a:ea typeface="微软雅黑" panose="020B0503020204020204" charset="-122"/>
            </a:endParaRPr>
          </a:p>
        </p:txBody>
      </p:sp>
      <p:sp>
        <p:nvSpPr>
          <p:cNvPr id="17" name="文本占位符 16"/>
          <p:cNvSpPr>
            <a:spLocks noGrp="1"/>
          </p:cNvSpPr>
          <p:nvPr>
            <p:ph type="body" sz="quarter" idx="17" hasCustomPrompt="1"/>
          </p:nvPr>
        </p:nvSpPr>
        <p:spPr>
          <a:xfrm>
            <a:off x="703263" y="239166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16"/>
          <p:cNvSpPr>
            <a:spLocks noGrp="1"/>
          </p:cNvSpPr>
          <p:nvPr>
            <p:ph type="body" sz="quarter" idx="18" hasCustomPrompt="1"/>
          </p:nvPr>
        </p:nvSpPr>
        <p:spPr>
          <a:xfrm>
            <a:off x="703263" y="430532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文本占位符 16"/>
          <p:cNvSpPr>
            <a:spLocks noGrp="1"/>
          </p:cNvSpPr>
          <p:nvPr>
            <p:ph type="body" sz="quarter" idx="19" hasCustomPrompt="1"/>
          </p:nvPr>
        </p:nvSpPr>
        <p:spPr>
          <a:xfrm>
            <a:off x="7490688" y="239801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16"/>
          <p:cNvSpPr>
            <a:spLocks noGrp="1"/>
          </p:cNvSpPr>
          <p:nvPr>
            <p:ph type="body" sz="quarter" idx="20" hasCustomPrompt="1"/>
          </p:nvPr>
        </p:nvSpPr>
        <p:spPr>
          <a:xfrm>
            <a:off x="7490688" y="4295169"/>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纯文字+标题+分列点">
    <p:spTree>
      <p:nvGrpSpPr>
        <p:cNvPr id="1" name=""/>
        <p:cNvGrpSpPr/>
        <p:nvPr/>
      </p:nvGrpSpPr>
      <p:grpSpPr>
        <a:xfrm>
          <a:off x="0" y="0"/>
          <a:ext cx="0" cy="0"/>
          <a:chOff x="0" y="0"/>
          <a:chExt cx="0" cy="0"/>
        </a:xfrm>
      </p:grpSpPr>
      <p:sp>
        <p:nvSpPr>
          <p:cNvPr id="3" name="圆: 空心 9"/>
          <p:cNvSpPr/>
          <p:nvPr userDrawn="1"/>
        </p:nvSpPr>
        <p:spPr>
          <a:xfrm>
            <a:off x="4696982" y="2038270"/>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2" name="文本占位符 21"/>
          <p:cNvSpPr>
            <a:spLocks noGrp="1"/>
          </p:cNvSpPr>
          <p:nvPr>
            <p:ph type="body" sz="quarter" idx="10" hasCustomPrompt="1"/>
          </p:nvPr>
        </p:nvSpPr>
        <p:spPr>
          <a:xfrm>
            <a:off x="713175" y="4232944"/>
            <a:ext cx="3868166"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6" name="文本占位符 21"/>
          <p:cNvSpPr>
            <a:spLocks noGrp="1"/>
          </p:cNvSpPr>
          <p:nvPr>
            <p:ph type="body" sz="quarter" idx="12" hasCustomPrompt="1"/>
          </p:nvPr>
        </p:nvSpPr>
        <p:spPr>
          <a:xfrm>
            <a:off x="703649" y="1619403"/>
            <a:ext cx="3878327"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此处编辑小标题</a:t>
            </a:r>
          </a:p>
        </p:txBody>
      </p:sp>
      <p:sp>
        <p:nvSpPr>
          <p:cNvPr id="29" name="文本占位符 21"/>
          <p:cNvSpPr>
            <a:spLocks noGrp="1"/>
          </p:cNvSpPr>
          <p:nvPr>
            <p:ph type="body" sz="quarter" idx="14" hasCustomPrompt="1"/>
          </p:nvPr>
        </p:nvSpPr>
        <p:spPr>
          <a:xfrm>
            <a:off x="7484847" y="1315311"/>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33" name="文本占位符 21"/>
          <p:cNvSpPr>
            <a:spLocks noGrp="1"/>
          </p:cNvSpPr>
          <p:nvPr>
            <p:ph type="body" sz="quarter" idx="16" hasCustomPrompt="1"/>
          </p:nvPr>
        </p:nvSpPr>
        <p:spPr>
          <a:xfrm>
            <a:off x="7484847" y="3049125"/>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 name="文本框 1"/>
          <p:cNvSpPr txBox="1"/>
          <p:nvPr userDrawn="1"/>
        </p:nvSpPr>
        <p:spPr>
          <a:xfrm>
            <a:off x="1245793" y="2669557"/>
            <a:ext cx="184731" cy="369332"/>
          </a:xfrm>
          <a:prstGeom prst="rect">
            <a:avLst/>
          </a:prstGeom>
          <a:noFill/>
        </p:spPr>
        <p:txBody>
          <a:bodyPr wrap="none" rtlCol="0">
            <a:spAutoFit/>
          </a:bodyPr>
          <a:lstStyle/>
          <a:p>
            <a:endParaRPr kumimoji="1" lang="zh-CN" altLang="en-US" dirty="0">
              <a:latin typeface="微软雅黑" panose="020B0503020204020204" charset="-122"/>
              <a:ea typeface="微软雅黑" panose="020B0503020204020204" charset="-122"/>
            </a:endParaRPr>
          </a:p>
        </p:txBody>
      </p:sp>
      <p:sp>
        <p:nvSpPr>
          <p:cNvPr id="17" name="文本占位符 16"/>
          <p:cNvSpPr>
            <a:spLocks noGrp="1"/>
          </p:cNvSpPr>
          <p:nvPr>
            <p:ph type="body" sz="quarter" idx="17" hasCustomPrompt="1"/>
          </p:nvPr>
        </p:nvSpPr>
        <p:spPr>
          <a:xfrm>
            <a:off x="703263" y="2058506"/>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16"/>
          <p:cNvSpPr>
            <a:spLocks noGrp="1"/>
          </p:cNvSpPr>
          <p:nvPr>
            <p:ph type="body" sz="quarter" idx="18" hasCustomPrompt="1"/>
          </p:nvPr>
        </p:nvSpPr>
        <p:spPr>
          <a:xfrm>
            <a:off x="703263" y="4671813"/>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文本占位符 16"/>
          <p:cNvSpPr>
            <a:spLocks noGrp="1"/>
          </p:cNvSpPr>
          <p:nvPr>
            <p:ph type="body" sz="quarter" idx="19" hasCustomPrompt="1"/>
          </p:nvPr>
        </p:nvSpPr>
        <p:spPr>
          <a:xfrm>
            <a:off x="7490688" y="175082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16"/>
          <p:cNvSpPr>
            <a:spLocks noGrp="1"/>
          </p:cNvSpPr>
          <p:nvPr>
            <p:ph type="body" sz="quarter" idx="20" hasCustomPrompt="1"/>
          </p:nvPr>
        </p:nvSpPr>
        <p:spPr>
          <a:xfrm>
            <a:off x="7490688" y="3487367"/>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文本占位符 21"/>
          <p:cNvSpPr>
            <a:spLocks noGrp="1"/>
          </p:cNvSpPr>
          <p:nvPr>
            <p:ph type="body" sz="quarter" idx="21" hasCustomPrompt="1"/>
          </p:nvPr>
        </p:nvSpPr>
        <p:spPr>
          <a:xfrm>
            <a:off x="7484847" y="4882420"/>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6" name="文本占位符 16"/>
          <p:cNvSpPr>
            <a:spLocks noGrp="1"/>
          </p:cNvSpPr>
          <p:nvPr>
            <p:ph type="body" sz="quarter" idx="22" hasCustomPrompt="1"/>
          </p:nvPr>
        </p:nvSpPr>
        <p:spPr>
          <a:xfrm>
            <a:off x="7490688" y="5320662"/>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pic>
        <p:nvPicPr>
          <p:cNvPr id="12" name="图片 11" descr="图标&#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8421" y="1981201"/>
            <a:ext cx="2695228" cy="2695228"/>
          </a:xfrm>
          <a:prstGeom prst="rect">
            <a:avLst/>
          </a:prstGeom>
        </p:spPr>
      </p:pic>
      <p:sp>
        <p:nvSpPr>
          <p:cNvPr id="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纯文字+标题+分列点">
    <p:spTree>
      <p:nvGrpSpPr>
        <p:cNvPr id="1" name=""/>
        <p:cNvGrpSpPr/>
        <p:nvPr/>
      </p:nvGrpSpPr>
      <p:grpSpPr>
        <a:xfrm>
          <a:off x="0" y="0"/>
          <a:ext cx="0" cy="0"/>
          <a:chOff x="0" y="0"/>
          <a:chExt cx="0" cy="0"/>
        </a:xfrm>
      </p:grpSpPr>
      <p:sp>
        <p:nvSpPr>
          <p:cNvPr id="3" name="圆: 空心 9"/>
          <p:cNvSpPr/>
          <p:nvPr userDrawn="1"/>
        </p:nvSpPr>
        <p:spPr>
          <a:xfrm>
            <a:off x="4696982" y="2038270"/>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9" name="文本占位符 21"/>
          <p:cNvSpPr>
            <a:spLocks noGrp="1"/>
          </p:cNvSpPr>
          <p:nvPr>
            <p:ph type="body" sz="quarter" idx="14" hasCustomPrompt="1"/>
          </p:nvPr>
        </p:nvSpPr>
        <p:spPr>
          <a:xfrm>
            <a:off x="7484847" y="1315311"/>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33" name="文本占位符 21"/>
          <p:cNvSpPr>
            <a:spLocks noGrp="1"/>
          </p:cNvSpPr>
          <p:nvPr>
            <p:ph type="body" sz="quarter" idx="16" hasCustomPrompt="1"/>
          </p:nvPr>
        </p:nvSpPr>
        <p:spPr>
          <a:xfrm>
            <a:off x="7484847" y="3049125"/>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 name="文本框 1"/>
          <p:cNvSpPr txBox="1"/>
          <p:nvPr userDrawn="1"/>
        </p:nvSpPr>
        <p:spPr>
          <a:xfrm>
            <a:off x="1245793" y="2669557"/>
            <a:ext cx="184731" cy="369332"/>
          </a:xfrm>
          <a:prstGeom prst="rect">
            <a:avLst/>
          </a:prstGeom>
          <a:noFill/>
        </p:spPr>
        <p:txBody>
          <a:bodyPr wrap="none" rtlCol="0">
            <a:spAutoFit/>
          </a:bodyPr>
          <a:lstStyle/>
          <a:p>
            <a:endParaRPr kumimoji="1" lang="zh-CN" altLang="en-US" dirty="0">
              <a:latin typeface="微软雅黑" panose="020B0503020204020204" charset="-122"/>
              <a:ea typeface="微软雅黑" panose="020B0503020204020204" charset="-122"/>
            </a:endParaRPr>
          </a:p>
        </p:txBody>
      </p:sp>
      <p:sp>
        <p:nvSpPr>
          <p:cNvPr id="19" name="文本占位符 16"/>
          <p:cNvSpPr>
            <a:spLocks noGrp="1"/>
          </p:cNvSpPr>
          <p:nvPr>
            <p:ph type="body" sz="quarter" idx="19" hasCustomPrompt="1"/>
          </p:nvPr>
        </p:nvSpPr>
        <p:spPr>
          <a:xfrm>
            <a:off x="7490688" y="175082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16"/>
          <p:cNvSpPr>
            <a:spLocks noGrp="1"/>
          </p:cNvSpPr>
          <p:nvPr>
            <p:ph type="body" sz="quarter" idx="20" hasCustomPrompt="1"/>
          </p:nvPr>
        </p:nvSpPr>
        <p:spPr>
          <a:xfrm>
            <a:off x="7490688" y="3487367"/>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文本占位符 21"/>
          <p:cNvSpPr>
            <a:spLocks noGrp="1"/>
          </p:cNvSpPr>
          <p:nvPr>
            <p:ph type="body" sz="quarter" idx="21" hasCustomPrompt="1"/>
          </p:nvPr>
        </p:nvSpPr>
        <p:spPr>
          <a:xfrm>
            <a:off x="7484847" y="4882420"/>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6" name="文本占位符 16"/>
          <p:cNvSpPr>
            <a:spLocks noGrp="1"/>
          </p:cNvSpPr>
          <p:nvPr>
            <p:ph type="body" sz="quarter" idx="22" hasCustomPrompt="1"/>
          </p:nvPr>
        </p:nvSpPr>
        <p:spPr>
          <a:xfrm>
            <a:off x="7490688" y="5320662"/>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文本占位符 21"/>
          <p:cNvSpPr>
            <a:spLocks noGrp="1"/>
          </p:cNvSpPr>
          <p:nvPr>
            <p:ph type="body" sz="quarter" idx="23" hasCustomPrompt="1"/>
          </p:nvPr>
        </p:nvSpPr>
        <p:spPr>
          <a:xfrm>
            <a:off x="660300" y="1315311"/>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9" name="文本占位符 21"/>
          <p:cNvSpPr>
            <a:spLocks noGrp="1"/>
          </p:cNvSpPr>
          <p:nvPr>
            <p:ph type="body" sz="quarter" idx="24" hasCustomPrompt="1"/>
          </p:nvPr>
        </p:nvSpPr>
        <p:spPr>
          <a:xfrm>
            <a:off x="660300" y="3049125"/>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0" name="文本占位符 16"/>
          <p:cNvSpPr>
            <a:spLocks noGrp="1"/>
          </p:cNvSpPr>
          <p:nvPr>
            <p:ph type="body" sz="quarter" idx="25" hasCustomPrompt="1"/>
          </p:nvPr>
        </p:nvSpPr>
        <p:spPr>
          <a:xfrm>
            <a:off x="666141" y="1750825"/>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文本占位符 16"/>
          <p:cNvSpPr>
            <a:spLocks noGrp="1"/>
          </p:cNvSpPr>
          <p:nvPr>
            <p:ph type="body" sz="quarter" idx="26" hasCustomPrompt="1"/>
          </p:nvPr>
        </p:nvSpPr>
        <p:spPr>
          <a:xfrm>
            <a:off x="666141" y="3487367"/>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文本占位符 21"/>
          <p:cNvSpPr>
            <a:spLocks noGrp="1"/>
          </p:cNvSpPr>
          <p:nvPr>
            <p:ph type="body" sz="quarter" idx="27" hasCustomPrompt="1"/>
          </p:nvPr>
        </p:nvSpPr>
        <p:spPr>
          <a:xfrm>
            <a:off x="660300" y="4882420"/>
            <a:ext cx="3868166"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5" name="文本占位符 16"/>
          <p:cNvSpPr>
            <a:spLocks noGrp="1"/>
          </p:cNvSpPr>
          <p:nvPr>
            <p:ph type="body" sz="quarter" idx="28" hasCustomPrompt="1"/>
          </p:nvPr>
        </p:nvSpPr>
        <p:spPr>
          <a:xfrm>
            <a:off x="666141" y="5320662"/>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pic>
        <p:nvPicPr>
          <p:cNvPr id="25" name="图片 24" descr="图标&#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69510" y="2020798"/>
            <a:ext cx="2686947" cy="2686947"/>
          </a:xfrm>
          <a:prstGeom prst="rect">
            <a:avLst/>
          </a:prstGeom>
        </p:spPr>
      </p:pic>
      <p:sp>
        <p:nvSpPr>
          <p:cNvPr id="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版式4">
    <p:spTree>
      <p:nvGrpSpPr>
        <p:cNvPr id="1" name=""/>
        <p:cNvGrpSpPr/>
        <p:nvPr/>
      </p:nvGrpSpPr>
      <p:grpSpPr>
        <a:xfrm>
          <a:off x="0" y="0"/>
          <a:ext cx="0" cy="0"/>
          <a:chOff x="0" y="0"/>
          <a:chExt cx="0" cy="0"/>
        </a:xfrm>
      </p:grpSpPr>
      <p:grpSp>
        <p:nvGrpSpPr>
          <p:cNvPr id="3" name="组合 2"/>
          <p:cNvGrpSpPr/>
          <p:nvPr userDrawn="1"/>
        </p:nvGrpSpPr>
        <p:grpSpPr>
          <a:xfrm>
            <a:off x="887494" y="1258431"/>
            <a:ext cx="1318329" cy="5114161"/>
            <a:chOff x="-516561" y="807948"/>
            <a:chExt cx="1659019" cy="6436427"/>
          </a:xfrm>
        </p:grpSpPr>
        <p:sp>
          <p:nvSpPr>
            <p:cNvPr id="8" name="椭圆 7"/>
            <p:cNvSpPr/>
            <p:nvPr/>
          </p:nvSpPr>
          <p:spPr>
            <a:xfrm>
              <a:off x="-516561" y="807948"/>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椭圆 8"/>
            <p:cNvSpPr/>
            <p:nvPr/>
          </p:nvSpPr>
          <p:spPr>
            <a:xfrm>
              <a:off x="-516561" y="3224723"/>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0" name="椭圆 9"/>
            <p:cNvSpPr/>
            <p:nvPr/>
          </p:nvSpPr>
          <p:spPr>
            <a:xfrm>
              <a:off x="-516561" y="5585356"/>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efficiency_158344"/>
            <p:cNvSpPr>
              <a:spLocks noChangeAspect="1"/>
            </p:cNvSpPr>
            <p:nvPr/>
          </p:nvSpPr>
          <p:spPr bwMode="auto">
            <a:xfrm>
              <a:off x="12945" y="130424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3" name="efficiency_158344"/>
            <p:cNvSpPr>
              <a:spLocks noChangeAspect="1"/>
            </p:cNvSpPr>
            <p:nvPr/>
          </p:nvSpPr>
          <p:spPr bwMode="auto">
            <a:xfrm>
              <a:off x="16697" y="3723194"/>
              <a:ext cx="587684"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4" name="efficiency_158344"/>
            <p:cNvSpPr>
              <a:spLocks noChangeAspect="1"/>
            </p:cNvSpPr>
            <p:nvPr/>
          </p:nvSpPr>
          <p:spPr bwMode="auto">
            <a:xfrm>
              <a:off x="26705" y="6081650"/>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22" name="文本占位符 18"/>
          <p:cNvSpPr>
            <a:spLocks noGrp="1"/>
          </p:cNvSpPr>
          <p:nvPr>
            <p:ph type="body" sz="quarter" idx="12" hasCustomPrompt="1"/>
          </p:nvPr>
        </p:nvSpPr>
        <p:spPr>
          <a:xfrm>
            <a:off x="2409164" y="1192393"/>
            <a:ext cx="2526960" cy="460376"/>
          </a:xfrm>
          <a:prstGeom prst="rect">
            <a:avLst/>
          </a:prstGeom>
        </p:spPr>
        <p:txBody>
          <a:bodyPr anchor="ctr">
            <a:no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0" name="文本占位符 15"/>
          <p:cNvSpPr>
            <a:spLocks noGrp="1"/>
          </p:cNvSpPr>
          <p:nvPr>
            <p:ph type="body" sz="quarter" idx="20" hasCustomPrompt="1"/>
          </p:nvPr>
        </p:nvSpPr>
        <p:spPr>
          <a:xfrm>
            <a:off x="2409164" y="1716113"/>
            <a:ext cx="8895342" cy="88611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文本占位符 18"/>
          <p:cNvSpPr>
            <a:spLocks noGrp="1"/>
          </p:cNvSpPr>
          <p:nvPr>
            <p:ph type="body" sz="quarter" idx="21" hasCustomPrompt="1"/>
          </p:nvPr>
        </p:nvSpPr>
        <p:spPr>
          <a:xfrm>
            <a:off x="2409164" y="3043495"/>
            <a:ext cx="2526960" cy="460376"/>
          </a:xfrm>
          <a:prstGeom prst="rect">
            <a:avLst/>
          </a:prstGeom>
        </p:spPr>
        <p:txBody>
          <a:bodyPr anchor="ctr">
            <a:no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7" name="文本占位符 15"/>
          <p:cNvSpPr>
            <a:spLocks noGrp="1"/>
          </p:cNvSpPr>
          <p:nvPr>
            <p:ph type="body" sz="quarter" idx="22" hasCustomPrompt="1"/>
          </p:nvPr>
        </p:nvSpPr>
        <p:spPr>
          <a:xfrm>
            <a:off x="2409164" y="3567215"/>
            <a:ext cx="8895342" cy="88611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文本占位符 18"/>
          <p:cNvSpPr>
            <a:spLocks noGrp="1"/>
          </p:cNvSpPr>
          <p:nvPr>
            <p:ph type="body" sz="quarter" idx="23" hasCustomPrompt="1"/>
          </p:nvPr>
        </p:nvSpPr>
        <p:spPr>
          <a:xfrm>
            <a:off x="2409164" y="4916900"/>
            <a:ext cx="2526960" cy="460376"/>
          </a:xfrm>
          <a:prstGeom prst="rect">
            <a:avLst/>
          </a:prstGeom>
        </p:spPr>
        <p:txBody>
          <a:bodyPr anchor="ctr">
            <a:no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3" name="文本占位符 15"/>
          <p:cNvSpPr>
            <a:spLocks noGrp="1"/>
          </p:cNvSpPr>
          <p:nvPr>
            <p:ph type="body" sz="quarter" idx="24" hasCustomPrompt="1"/>
          </p:nvPr>
        </p:nvSpPr>
        <p:spPr>
          <a:xfrm>
            <a:off x="2409164" y="5440620"/>
            <a:ext cx="8895342" cy="88611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版式4">
    <p:spTree>
      <p:nvGrpSpPr>
        <p:cNvPr id="1" name=""/>
        <p:cNvGrpSpPr/>
        <p:nvPr/>
      </p:nvGrpSpPr>
      <p:grpSpPr>
        <a:xfrm>
          <a:off x="0" y="0"/>
          <a:ext cx="0" cy="0"/>
          <a:chOff x="0" y="0"/>
          <a:chExt cx="0" cy="0"/>
        </a:xfrm>
      </p:grpSpPr>
      <p:grpSp>
        <p:nvGrpSpPr>
          <p:cNvPr id="3" name="组合 2"/>
          <p:cNvGrpSpPr/>
          <p:nvPr userDrawn="1"/>
        </p:nvGrpSpPr>
        <p:grpSpPr>
          <a:xfrm>
            <a:off x="1752080" y="3136362"/>
            <a:ext cx="8702109" cy="1318200"/>
            <a:chOff x="571455" y="3171417"/>
            <a:chExt cx="10950956" cy="1659020"/>
          </a:xfrm>
        </p:grpSpPr>
        <p:sp>
          <p:nvSpPr>
            <p:cNvPr id="8" name="椭圆 7"/>
            <p:cNvSpPr/>
            <p:nvPr/>
          </p:nvSpPr>
          <p:spPr>
            <a:xfrm>
              <a:off x="571455" y="3171418"/>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椭圆 8"/>
            <p:cNvSpPr/>
            <p:nvPr/>
          </p:nvSpPr>
          <p:spPr>
            <a:xfrm>
              <a:off x="3668854"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0" name="椭圆 9"/>
            <p:cNvSpPr/>
            <p:nvPr/>
          </p:nvSpPr>
          <p:spPr>
            <a:xfrm>
              <a:off x="6766167"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椭圆 10"/>
            <p:cNvSpPr/>
            <p:nvPr/>
          </p:nvSpPr>
          <p:spPr>
            <a:xfrm>
              <a:off x="9863479" y="3171417"/>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efficiency_158344"/>
            <p:cNvSpPr>
              <a:spLocks noChangeAspect="1"/>
            </p:cNvSpPr>
            <p:nvPr/>
          </p:nvSpPr>
          <p:spPr bwMode="auto">
            <a:xfrm>
              <a:off x="1100962"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3" name="efficiency_158344"/>
            <p:cNvSpPr>
              <a:spLocks noChangeAspect="1"/>
            </p:cNvSpPr>
            <p:nvPr/>
          </p:nvSpPr>
          <p:spPr bwMode="auto">
            <a:xfrm>
              <a:off x="4182131" y="3667491"/>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4" name="efficiency_158344"/>
            <p:cNvSpPr>
              <a:spLocks noChangeAspect="1"/>
            </p:cNvSpPr>
            <p:nvPr/>
          </p:nvSpPr>
          <p:spPr bwMode="auto">
            <a:xfrm>
              <a:off x="7307719"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5" name="efficiency_158344"/>
            <p:cNvSpPr>
              <a:spLocks noChangeAspect="1"/>
            </p:cNvSpPr>
            <p:nvPr/>
          </p:nvSpPr>
          <p:spPr bwMode="auto">
            <a:xfrm>
              <a:off x="10399698" y="3712580"/>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19" name="文本占位符 18"/>
          <p:cNvSpPr>
            <a:spLocks noGrp="1"/>
          </p:cNvSpPr>
          <p:nvPr>
            <p:ph type="body" sz="quarter" idx="10" hasCustomPrompt="1"/>
          </p:nvPr>
        </p:nvSpPr>
        <p:spPr>
          <a:xfrm>
            <a:off x="1147630" y="459401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2" name="文本占位符 18"/>
          <p:cNvSpPr>
            <a:spLocks noGrp="1"/>
          </p:cNvSpPr>
          <p:nvPr>
            <p:ph type="body" sz="quarter" idx="12" hasCustomPrompt="1"/>
          </p:nvPr>
        </p:nvSpPr>
        <p:spPr>
          <a:xfrm>
            <a:off x="6071230" y="459401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5" name="文本占位符 18"/>
          <p:cNvSpPr>
            <a:spLocks noGrp="1"/>
          </p:cNvSpPr>
          <p:nvPr>
            <p:ph type="body" sz="quarter" idx="14" hasCustomPrompt="1"/>
          </p:nvPr>
        </p:nvSpPr>
        <p:spPr>
          <a:xfrm>
            <a:off x="3605175" y="2541070"/>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7" name="文本占位符 18"/>
          <p:cNvSpPr>
            <a:spLocks noGrp="1"/>
          </p:cNvSpPr>
          <p:nvPr>
            <p:ph type="body" sz="quarter" idx="16" hasCustomPrompt="1"/>
          </p:nvPr>
        </p:nvSpPr>
        <p:spPr>
          <a:xfrm>
            <a:off x="8519357" y="2550904"/>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6" name="文本占位符 15"/>
          <p:cNvSpPr>
            <a:spLocks noGrp="1"/>
          </p:cNvSpPr>
          <p:nvPr>
            <p:ph type="body" sz="quarter" idx="18" hasCustomPrompt="1"/>
          </p:nvPr>
        </p:nvSpPr>
        <p:spPr>
          <a:xfrm>
            <a:off x="3124921" y="1205865"/>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15"/>
          <p:cNvSpPr>
            <a:spLocks noGrp="1"/>
          </p:cNvSpPr>
          <p:nvPr>
            <p:ph type="body" sz="quarter" idx="19" hasCustomPrompt="1"/>
          </p:nvPr>
        </p:nvSpPr>
        <p:spPr>
          <a:xfrm>
            <a:off x="8042937" y="1205865"/>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15"/>
          <p:cNvSpPr>
            <a:spLocks noGrp="1"/>
          </p:cNvSpPr>
          <p:nvPr>
            <p:ph type="body" sz="quarter" idx="20" hasCustomPrompt="1"/>
          </p:nvPr>
        </p:nvSpPr>
        <p:spPr>
          <a:xfrm>
            <a:off x="5594810" y="5117736"/>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5"/>
          <p:cNvSpPr>
            <a:spLocks noGrp="1"/>
          </p:cNvSpPr>
          <p:nvPr>
            <p:ph type="body" sz="quarter" idx="21" hasCustomPrompt="1"/>
          </p:nvPr>
        </p:nvSpPr>
        <p:spPr>
          <a:xfrm>
            <a:off x="671210" y="5117736"/>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cxnSp>
        <p:nvCxnSpPr>
          <p:cNvPr id="4" name="直接连接符 3"/>
          <p:cNvCxnSpPr/>
          <p:nvPr userDrawn="1"/>
        </p:nvCxnSpPr>
        <p:spPr>
          <a:xfrm flipV="1">
            <a:off x="7320280" y="444563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custDataLst>
              <p:tags r:id="rId1"/>
            </p:custDataLst>
          </p:nvPr>
        </p:nvCxnSpPr>
        <p:spPr>
          <a:xfrm flipV="1">
            <a:off x="4854575" y="29965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custDataLst>
              <p:tags r:id="rId2"/>
            </p:custDataLst>
          </p:nvPr>
        </p:nvCxnSpPr>
        <p:spPr>
          <a:xfrm flipV="1">
            <a:off x="2406015" y="446341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custDataLst>
              <p:tags r:id="rId3"/>
            </p:custDataLst>
          </p:nvPr>
        </p:nvCxnSpPr>
        <p:spPr>
          <a:xfrm flipV="1">
            <a:off x="9784715" y="29965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版式4">
    <p:spTree>
      <p:nvGrpSpPr>
        <p:cNvPr id="1" name=""/>
        <p:cNvGrpSpPr/>
        <p:nvPr/>
      </p:nvGrpSpPr>
      <p:grpSpPr>
        <a:xfrm>
          <a:off x="0" y="0"/>
          <a:ext cx="0" cy="0"/>
          <a:chOff x="0" y="0"/>
          <a:chExt cx="0" cy="0"/>
        </a:xfrm>
      </p:grpSpPr>
      <p:grpSp>
        <p:nvGrpSpPr>
          <p:cNvPr id="3" name="组合 2"/>
          <p:cNvGrpSpPr/>
          <p:nvPr userDrawn="1"/>
        </p:nvGrpSpPr>
        <p:grpSpPr>
          <a:xfrm>
            <a:off x="1019122" y="3161895"/>
            <a:ext cx="10154989" cy="1318200"/>
            <a:chOff x="649764" y="3171417"/>
            <a:chExt cx="12779297" cy="1659020"/>
          </a:xfrm>
        </p:grpSpPr>
        <p:sp>
          <p:nvSpPr>
            <p:cNvPr id="8" name="椭圆 7"/>
            <p:cNvSpPr/>
            <p:nvPr/>
          </p:nvSpPr>
          <p:spPr>
            <a:xfrm>
              <a:off x="649764" y="3171418"/>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椭圆 8"/>
            <p:cNvSpPr/>
            <p:nvPr/>
          </p:nvSpPr>
          <p:spPr>
            <a:xfrm>
              <a:off x="3429921"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0" name="椭圆 9"/>
            <p:cNvSpPr/>
            <p:nvPr/>
          </p:nvSpPr>
          <p:spPr>
            <a:xfrm>
              <a:off x="6209990"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椭圆 10"/>
            <p:cNvSpPr/>
            <p:nvPr/>
          </p:nvSpPr>
          <p:spPr>
            <a:xfrm>
              <a:off x="8990060" y="3171417"/>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efficiency_158344"/>
            <p:cNvSpPr>
              <a:spLocks noChangeAspect="1"/>
            </p:cNvSpPr>
            <p:nvPr/>
          </p:nvSpPr>
          <p:spPr bwMode="auto">
            <a:xfrm>
              <a:off x="1179271"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3" name="efficiency_158344"/>
            <p:cNvSpPr>
              <a:spLocks noChangeAspect="1"/>
            </p:cNvSpPr>
            <p:nvPr/>
          </p:nvSpPr>
          <p:spPr bwMode="auto">
            <a:xfrm>
              <a:off x="3983969" y="3669889"/>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4" name="efficiency_158344"/>
            <p:cNvSpPr>
              <a:spLocks noChangeAspect="1"/>
            </p:cNvSpPr>
            <p:nvPr/>
          </p:nvSpPr>
          <p:spPr bwMode="auto">
            <a:xfrm>
              <a:off x="6778713"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5" name="efficiency_158344"/>
            <p:cNvSpPr>
              <a:spLocks noChangeAspect="1"/>
            </p:cNvSpPr>
            <p:nvPr/>
          </p:nvSpPr>
          <p:spPr bwMode="auto">
            <a:xfrm>
              <a:off x="9560673" y="3712580"/>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26" name="椭圆 25"/>
            <p:cNvSpPr/>
            <p:nvPr userDrawn="1"/>
          </p:nvSpPr>
          <p:spPr>
            <a:xfrm>
              <a:off x="11770129" y="3171417"/>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8" name="efficiency_158344"/>
            <p:cNvSpPr>
              <a:spLocks noChangeAspect="1"/>
            </p:cNvSpPr>
            <p:nvPr userDrawn="1"/>
          </p:nvSpPr>
          <p:spPr bwMode="auto">
            <a:xfrm>
              <a:off x="12295726" y="3712579"/>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19" name="文本占位符 18"/>
          <p:cNvSpPr>
            <a:spLocks noGrp="1"/>
          </p:cNvSpPr>
          <p:nvPr>
            <p:ph type="body" sz="quarter" idx="10" hasCustomPrompt="1"/>
          </p:nvPr>
        </p:nvSpPr>
        <p:spPr>
          <a:xfrm>
            <a:off x="2625260" y="462957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2" name="文本占位符 18"/>
          <p:cNvSpPr>
            <a:spLocks noGrp="1"/>
          </p:cNvSpPr>
          <p:nvPr>
            <p:ph type="body" sz="quarter" idx="12" hasCustomPrompt="1"/>
          </p:nvPr>
        </p:nvSpPr>
        <p:spPr>
          <a:xfrm>
            <a:off x="7079604" y="462957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5" name="文本占位符 18"/>
          <p:cNvSpPr>
            <a:spLocks noGrp="1"/>
          </p:cNvSpPr>
          <p:nvPr>
            <p:ph type="body" sz="quarter" idx="14" hasCustomPrompt="1"/>
          </p:nvPr>
        </p:nvSpPr>
        <p:spPr>
          <a:xfrm>
            <a:off x="4852205" y="2576630"/>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7" name="文本占位符 18"/>
          <p:cNvSpPr>
            <a:spLocks noGrp="1"/>
          </p:cNvSpPr>
          <p:nvPr>
            <p:ph type="body" sz="quarter" idx="16" hasCustomPrompt="1"/>
          </p:nvPr>
        </p:nvSpPr>
        <p:spPr>
          <a:xfrm>
            <a:off x="9254616" y="2576630"/>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6" name="文本占位符 15"/>
          <p:cNvSpPr>
            <a:spLocks noGrp="1"/>
          </p:cNvSpPr>
          <p:nvPr>
            <p:ph type="body" sz="quarter" idx="18" hasCustomPrompt="1"/>
          </p:nvPr>
        </p:nvSpPr>
        <p:spPr>
          <a:xfrm>
            <a:off x="6857184" y="5156200"/>
            <a:ext cx="2971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15"/>
          <p:cNvSpPr>
            <a:spLocks noGrp="1"/>
          </p:cNvSpPr>
          <p:nvPr>
            <p:ph type="body" sz="quarter" idx="19" hasCustomPrompt="1"/>
          </p:nvPr>
        </p:nvSpPr>
        <p:spPr>
          <a:xfrm>
            <a:off x="8948420" y="1241425"/>
            <a:ext cx="2971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文本占位符 18"/>
          <p:cNvSpPr>
            <a:spLocks noGrp="1"/>
          </p:cNvSpPr>
          <p:nvPr>
            <p:ph type="body" sz="quarter" idx="22" hasCustomPrompt="1"/>
          </p:nvPr>
        </p:nvSpPr>
        <p:spPr>
          <a:xfrm>
            <a:off x="462450" y="2576630"/>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7" name="文本占位符 15"/>
          <p:cNvSpPr>
            <a:spLocks noGrp="1"/>
          </p:cNvSpPr>
          <p:nvPr>
            <p:ph type="body" sz="quarter" idx="23" hasCustomPrompt="1"/>
          </p:nvPr>
        </p:nvSpPr>
        <p:spPr>
          <a:xfrm>
            <a:off x="2402840" y="5156200"/>
            <a:ext cx="2971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5" name="文本占位符 15"/>
          <p:cNvSpPr>
            <a:spLocks noGrp="1"/>
          </p:cNvSpPr>
          <p:nvPr>
            <p:ph type="body" sz="quarter" idx="24" hasCustomPrompt="1"/>
            <p:custDataLst>
              <p:tags r:id="rId1"/>
            </p:custDataLst>
          </p:nvPr>
        </p:nvSpPr>
        <p:spPr>
          <a:xfrm>
            <a:off x="187325" y="1241425"/>
            <a:ext cx="2971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6" name="文本占位符 15"/>
          <p:cNvSpPr>
            <a:spLocks noGrp="1"/>
          </p:cNvSpPr>
          <p:nvPr>
            <p:ph type="body" sz="quarter" idx="25" hasCustomPrompt="1"/>
            <p:custDataLst>
              <p:tags r:id="rId2"/>
            </p:custDataLst>
          </p:nvPr>
        </p:nvSpPr>
        <p:spPr>
          <a:xfrm>
            <a:off x="4610100" y="1241425"/>
            <a:ext cx="2971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cxnSp>
        <p:nvCxnSpPr>
          <p:cNvPr id="7" name="直接连接符 6"/>
          <p:cNvCxnSpPr/>
          <p:nvPr userDrawn="1">
            <p:custDataLst>
              <p:tags r:id="rId3"/>
            </p:custDataLst>
          </p:nvPr>
        </p:nvCxnSpPr>
        <p:spPr>
          <a:xfrm flipV="1">
            <a:off x="1678305" y="30219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4"/>
            </p:custDataLst>
          </p:nvPr>
        </p:nvCxnSpPr>
        <p:spPr>
          <a:xfrm flipV="1">
            <a:off x="6096000" y="30219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custDataLst>
              <p:tags r:id="rId5"/>
            </p:custDataLst>
          </p:nvPr>
        </p:nvCxnSpPr>
        <p:spPr>
          <a:xfrm flipV="1">
            <a:off x="10513695" y="30219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6"/>
            </p:custDataLst>
          </p:nvPr>
        </p:nvCxnSpPr>
        <p:spPr>
          <a:xfrm flipV="1">
            <a:off x="3887470" y="4502150"/>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7"/>
            </p:custDataLst>
          </p:nvPr>
        </p:nvCxnSpPr>
        <p:spPr>
          <a:xfrm flipV="1">
            <a:off x="8314690" y="449008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版式6">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p:nvGrpSpPr>
        <p:grpSpPr>
          <a:xfrm>
            <a:off x="2003213" y="1612754"/>
            <a:ext cx="1996686" cy="4273094"/>
            <a:chOff x="1437133" y="2069954"/>
            <a:chExt cx="1996489" cy="4273094"/>
          </a:xfrm>
        </p:grpSpPr>
        <p:sp>
          <p:nvSpPr>
            <p:cNvPr id="6" name="平行四边形 5"/>
            <p:cNvSpPr/>
            <p:nvPr/>
          </p:nvSpPr>
          <p:spPr>
            <a:xfrm rot="5400000">
              <a:off x="739682" y="3651181"/>
              <a:ext cx="3389318" cy="1994416"/>
            </a:xfrm>
            <a:prstGeom prst="parallelogram">
              <a:avLst>
                <a:gd name="adj" fmla="val 1146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平行四边形 6"/>
            <p:cNvSpPr/>
            <p:nvPr/>
          </p:nvSpPr>
          <p:spPr>
            <a:xfrm rot="5400000">
              <a:off x="1949476"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8" name="iconfont-1191-801535"/>
            <p:cNvSpPr>
              <a:spLocks noChangeAspect="1"/>
            </p:cNvSpPr>
            <p:nvPr/>
          </p:nvSpPr>
          <p:spPr bwMode="auto">
            <a:xfrm>
              <a:off x="2233672"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1" name="组合 10"/>
          <p:cNvGrpSpPr/>
          <p:nvPr/>
        </p:nvGrpSpPr>
        <p:grpSpPr>
          <a:xfrm>
            <a:off x="5098647" y="1612754"/>
            <a:ext cx="1997321" cy="4273094"/>
            <a:chOff x="3865892" y="2069954"/>
            <a:chExt cx="1997124" cy="4273094"/>
          </a:xfrm>
        </p:grpSpPr>
        <p:sp>
          <p:nvSpPr>
            <p:cNvPr id="13" name="平行四边形 12"/>
            <p:cNvSpPr/>
            <p:nvPr/>
          </p:nvSpPr>
          <p:spPr>
            <a:xfrm rot="16200000" flipH="1">
              <a:off x="3168441" y="3651181"/>
              <a:ext cx="3389318" cy="1994416"/>
            </a:xfrm>
            <a:prstGeom prst="parallelogram">
              <a:avLst>
                <a:gd name="adj" fmla="val 13211"/>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平行四边形 13"/>
            <p:cNvSpPr/>
            <p:nvPr/>
          </p:nvSpPr>
          <p:spPr>
            <a:xfrm rot="16200000" flipH="1">
              <a:off x="4378870"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5" name="iconfont-1191-801535"/>
            <p:cNvSpPr>
              <a:spLocks noChangeAspect="1"/>
            </p:cNvSpPr>
            <p:nvPr/>
          </p:nvSpPr>
          <p:spPr bwMode="auto">
            <a:xfrm>
              <a:off x="4660089"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8" name="组合 17"/>
          <p:cNvGrpSpPr/>
          <p:nvPr/>
        </p:nvGrpSpPr>
        <p:grpSpPr>
          <a:xfrm>
            <a:off x="8192397" y="1612754"/>
            <a:ext cx="1996686" cy="4273094"/>
            <a:chOff x="6295921" y="2069954"/>
            <a:chExt cx="1996489" cy="4273094"/>
          </a:xfrm>
        </p:grpSpPr>
        <p:sp>
          <p:nvSpPr>
            <p:cNvPr id="20" name="平行四边形 19"/>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1" name="平行四边形 20"/>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2" name="iconfont-1191-801535"/>
            <p:cNvSpPr>
              <a:spLocks noChangeAspect="1"/>
            </p:cNvSpPr>
            <p:nvPr userDrawn="1"/>
          </p:nvSpPr>
          <p:spPr bwMode="auto">
            <a:xfrm>
              <a:off x="7092460" y="2301377"/>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txBody>
            <a:bodyPr/>
            <a:lstStyle/>
            <a:p>
              <a:endParaRPr lang="zh-CN" altLang="en-US">
                <a:latin typeface="微软雅黑" panose="020B0503020204020204" charset="-122"/>
                <a:ea typeface="微软雅黑" panose="020B0503020204020204" charset="-122"/>
              </a:endParaRPr>
            </a:p>
          </p:txBody>
        </p:sp>
      </p:grpSp>
      <p:sp>
        <p:nvSpPr>
          <p:cNvPr id="35" name="文本占位符 34"/>
          <p:cNvSpPr>
            <a:spLocks noGrp="1"/>
          </p:cNvSpPr>
          <p:nvPr>
            <p:ph type="body" sz="quarter" idx="10" hasCustomPrompt="1"/>
          </p:nvPr>
        </p:nvSpPr>
        <p:spPr>
          <a:xfrm>
            <a:off x="5093554"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8" name="文本占位符 34"/>
          <p:cNvSpPr>
            <a:spLocks noGrp="1"/>
          </p:cNvSpPr>
          <p:nvPr>
            <p:ph type="body" sz="quarter" idx="12" hasCustomPrompt="1"/>
          </p:nvPr>
        </p:nvSpPr>
        <p:spPr>
          <a:xfrm>
            <a:off x="2004990"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1" name="文本占位符 34"/>
          <p:cNvSpPr>
            <a:spLocks noGrp="1"/>
          </p:cNvSpPr>
          <p:nvPr>
            <p:ph type="body" sz="quarter" idx="14" hasCustomPrompt="1"/>
          </p:nvPr>
        </p:nvSpPr>
        <p:spPr>
          <a:xfrm>
            <a:off x="8188691"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 name="文本占位符 2"/>
          <p:cNvSpPr>
            <a:spLocks noGrp="1"/>
          </p:cNvSpPr>
          <p:nvPr>
            <p:ph type="body" sz="quarter" idx="18" hasCustomPrompt="1"/>
          </p:nvPr>
        </p:nvSpPr>
        <p:spPr>
          <a:xfrm>
            <a:off x="2037152"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19" hasCustomPrompt="1"/>
          </p:nvPr>
        </p:nvSpPr>
        <p:spPr>
          <a:xfrm>
            <a:off x="5146079"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0" hasCustomPrompt="1"/>
          </p:nvPr>
        </p:nvSpPr>
        <p:spPr>
          <a:xfrm>
            <a:off x="8239778"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版式6">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p:nvGrpSpPr>
        <p:grpSpPr>
          <a:xfrm>
            <a:off x="1437275" y="1612754"/>
            <a:ext cx="1996686" cy="4273094"/>
            <a:chOff x="1437133" y="2069954"/>
            <a:chExt cx="1996489" cy="4273094"/>
          </a:xfrm>
        </p:grpSpPr>
        <p:sp>
          <p:nvSpPr>
            <p:cNvPr id="6" name="平行四边形 5"/>
            <p:cNvSpPr/>
            <p:nvPr/>
          </p:nvSpPr>
          <p:spPr>
            <a:xfrm rot="5400000">
              <a:off x="739682" y="3651181"/>
              <a:ext cx="3389318" cy="1994416"/>
            </a:xfrm>
            <a:prstGeom prst="parallelogram">
              <a:avLst>
                <a:gd name="adj" fmla="val 1146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平行四边形 6"/>
            <p:cNvSpPr/>
            <p:nvPr/>
          </p:nvSpPr>
          <p:spPr>
            <a:xfrm rot="5400000">
              <a:off x="1949476"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8" name="iconfont-1191-801535"/>
            <p:cNvSpPr>
              <a:spLocks noChangeAspect="1"/>
            </p:cNvSpPr>
            <p:nvPr/>
          </p:nvSpPr>
          <p:spPr bwMode="auto">
            <a:xfrm>
              <a:off x="2233672"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1" name="组合 10"/>
          <p:cNvGrpSpPr/>
          <p:nvPr/>
        </p:nvGrpSpPr>
        <p:grpSpPr>
          <a:xfrm>
            <a:off x="3866273" y="1612754"/>
            <a:ext cx="1997321" cy="4273094"/>
            <a:chOff x="3865892" y="2069954"/>
            <a:chExt cx="1997124" cy="4273094"/>
          </a:xfrm>
        </p:grpSpPr>
        <p:sp>
          <p:nvSpPr>
            <p:cNvPr id="13" name="平行四边形 12"/>
            <p:cNvSpPr/>
            <p:nvPr/>
          </p:nvSpPr>
          <p:spPr>
            <a:xfrm rot="16200000" flipH="1">
              <a:off x="3168441" y="3651181"/>
              <a:ext cx="3389318" cy="1994416"/>
            </a:xfrm>
            <a:prstGeom prst="parallelogram">
              <a:avLst>
                <a:gd name="adj" fmla="val 13211"/>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平行四边形 13"/>
            <p:cNvSpPr/>
            <p:nvPr/>
          </p:nvSpPr>
          <p:spPr>
            <a:xfrm rot="16200000" flipH="1">
              <a:off x="4378870"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5" name="iconfont-1191-801535"/>
            <p:cNvSpPr>
              <a:spLocks noChangeAspect="1"/>
            </p:cNvSpPr>
            <p:nvPr/>
          </p:nvSpPr>
          <p:spPr bwMode="auto">
            <a:xfrm>
              <a:off x="4660089"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8" name="组合 17"/>
          <p:cNvGrpSpPr/>
          <p:nvPr/>
        </p:nvGrpSpPr>
        <p:grpSpPr>
          <a:xfrm>
            <a:off x="6296541" y="1612754"/>
            <a:ext cx="1996686" cy="4273094"/>
            <a:chOff x="6295921" y="2069954"/>
            <a:chExt cx="1996489" cy="4273094"/>
          </a:xfrm>
        </p:grpSpPr>
        <p:sp>
          <p:nvSpPr>
            <p:cNvPr id="20" name="平行四边形 19"/>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1" name="平行四边形 20"/>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2" name="iconfont-1191-801535"/>
            <p:cNvSpPr>
              <a:spLocks noChangeAspect="1"/>
            </p:cNvSpPr>
            <p:nvPr/>
          </p:nvSpPr>
          <p:spPr bwMode="auto">
            <a:xfrm>
              <a:off x="7092460" y="2301377"/>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26" name="组合 25"/>
          <p:cNvGrpSpPr/>
          <p:nvPr/>
        </p:nvGrpSpPr>
        <p:grpSpPr>
          <a:xfrm>
            <a:off x="8726173" y="1612754"/>
            <a:ext cx="1996686" cy="4273094"/>
            <a:chOff x="8725314" y="2069954"/>
            <a:chExt cx="1996489" cy="4273094"/>
          </a:xfrm>
        </p:grpSpPr>
        <p:sp>
          <p:nvSpPr>
            <p:cNvPr id="29" name="平行四边形 28"/>
            <p:cNvSpPr/>
            <p:nvPr/>
          </p:nvSpPr>
          <p:spPr>
            <a:xfrm rot="16200000" flipH="1">
              <a:off x="8027863" y="3651181"/>
              <a:ext cx="3389318" cy="1994416"/>
            </a:xfrm>
            <a:prstGeom prst="parallelogram">
              <a:avLst>
                <a:gd name="adj" fmla="val 1408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0" name="平行四边形 29"/>
            <p:cNvSpPr/>
            <p:nvPr/>
          </p:nvSpPr>
          <p:spPr>
            <a:xfrm rot="16200000" flipH="1">
              <a:off x="9237657"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iconfont-1191-801535"/>
            <p:cNvSpPr>
              <a:spLocks noChangeAspect="1"/>
            </p:cNvSpPr>
            <p:nvPr/>
          </p:nvSpPr>
          <p:spPr bwMode="auto">
            <a:xfrm>
              <a:off x="9569335"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sp>
        <p:nvSpPr>
          <p:cNvPr id="35" name="文本占位符 34"/>
          <p:cNvSpPr>
            <a:spLocks noGrp="1"/>
          </p:cNvSpPr>
          <p:nvPr>
            <p:ph type="body" sz="quarter" idx="10" hasCustomPrompt="1"/>
          </p:nvPr>
        </p:nvSpPr>
        <p:spPr>
          <a:xfrm>
            <a:off x="3861180"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8" name="文本占位符 34"/>
          <p:cNvSpPr>
            <a:spLocks noGrp="1"/>
          </p:cNvSpPr>
          <p:nvPr>
            <p:ph type="body" sz="quarter" idx="12" hasCustomPrompt="1"/>
          </p:nvPr>
        </p:nvSpPr>
        <p:spPr>
          <a:xfrm>
            <a:off x="1439052"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1" name="文本占位符 34"/>
          <p:cNvSpPr>
            <a:spLocks noGrp="1"/>
          </p:cNvSpPr>
          <p:nvPr>
            <p:ph type="body" sz="quarter" idx="14" hasCustomPrompt="1"/>
          </p:nvPr>
        </p:nvSpPr>
        <p:spPr>
          <a:xfrm>
            <a:off x="6292835"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3" name="文本占位符 34"/>
          <p:cNvSpPr>
            <a:spLocks noGrp="1"/>
          </p:cNvSpPr>
          <p:nvPr>
            <p:ph type="body" sz="quarter" idx="16" hasCustomPrompt="1"/>
          </p:nvPr>
        </p:nvSpPr>
        <p:spPr>
          <a:xfrm>
            <a:off x="8714963"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 name="文本占位符 2"/>
          <p:cNvSpPr>
            <a:spLocks noGrp="1"/>
          </p:cNvSpPr>
          <p:nvPr>
            <p:ph type="body" sz="quarter" idx="18" hasCustomPrompt="1"/>
          </p:nvPr>
        </p:nvSpPr>
        <p:spPr>
          <a:xfrm>
            <a:off x="1471214"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19" hasCustomPrompt="1"/>
          </p:nvPr>
        </p:nvSpPr>
        <p:spPr>
          <a:xfrm>
            <a:off x="3913705"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0" hasCustomPrompt="1"/>
          </p:nvPr>
        </p:nvSpPr>
        <p:spPr>
          <a:xfrm>
            <a:off x="6343922"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2"/>
          <p:cNvSpPr>
            <a:spLocks noGrp="1"/>
          </p:cNvSpPr>
          <p:nvPr>
            <p:ph type="body" sz="quarter" idx="21" hasCustomPrompt="1"/>
          </p:nvPr>
        </p:nvSpPr>
        <p:spPr>
          <a:xfrm>
            <a:off x="8774140"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版式6">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p:nvGrpSpPr>
        <p:grpSpPr>
          <a:xfrm>
            <a:off x="211979" y="1612754"/>
            <a:ext cx="1996686" cy="4273094"/>
            <a:chOff x="1437133" y="2069954"/>
            <a:chExt cx="1996489" cy="4273094"/>
          </a:xfrm>
        </p:grpSpPr>
        <p:sp>
          <p:nvSpPr>
            <p:cNvPr id="6" name="平行四边形 5"/>
            <p:cNvSpPr/>
            <p:nvPr/>
          </p:nvSpPr>
          <p:spPr>
            <a:xfrm rot="5400000">
              <a:off x="739682" y="3651181"/>
              <a:ext cx="3389318" cy="1994416"/>
            </a:xfrm>
            <a:prstGeom prst="parallelogram">
              <a:avLst>
                <a:gd name="adj" fmla="val 1146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平行四边形 6"/>
            <p:cNvSpPr/>
            <p:nvPr/>
          </p:nvSpPr>
          <p:spPr>
            <a:xfrm rot="5400000">
              <a:off x="1949476"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8" name="iconfont-1191-801535"/>
            <p:cNvSpPr>
              <a:spLocks noChangeAspect="1"/>
            </p:cNvSpPr>
            <p:nvPr/>
          </p:nvSpPr>
          <p:spPr bwMode="auto">
            <a:xfrm>
              <a:off x="2233672"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1" name="组合 10"/>
          <p:cNvGrpSpPr/>
          <p:nvPr/>
        </p:nvGrpSpPr>
        <p:grpSpPr>
          <a:xfrm>
            <a:off x="2640977" y="1612754"/>
            <a:ext cx="1997321" cy="4273094"/>
            <a:chOff x="3865892" y="2069954"/>
            <a:chExt cx="1997124" cy="4273094"/>
          </a:xfrm>
        </p:grpSpPr>
        <p:sp>
          <p:nvSpPr>
            <p:cNvPr id="13" name="平行四边形 12"/>
            <p:cNvSpPr/>
            <p:nvPr/>
          </p:nvSpPr>
          <p:spPr>
            <a:xfrm rot="16200000" flipH="1">
              <a:off x="3168441" y="3651181"/>
              <a:ext cx="3389318" cy="1994416"/>
            </a:xfrm>
            <a:prstGeom prst="parallelogram">
              <a:avLst>
                <a:gd name="adj" fmla="val 13211"/>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平行四边形 13"/>
            <p:cNvSpPr/>
            <p:nvPr/>
          </p:nvSpPr>
          <p:spPr>
            <a:xfrm rot="16200000" flipH="1">
              <a:off x="4378870"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5" name="iconfont-1191-801535"/>
            <p:cNvSpPr>
              <a:spLocks noChangeAspect="1"/>
            </p:cNvSpPr>
            <p:nvPr/>
          </p:nvSpPr>
          <p:spPr bwMode="auto">
            <a:xfrm>
              <a:off x="4660089"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18" name="组合 17"/>
          <p:cNvGrpSpPr/>
          <p:nvPr/>
        </p:nvGrpSpPr>
        <p:grpSpPr>
          <a:xfrm>
            <a:off x="5071245" y="1612754"/>
            <a:ext cx="1996686" cy="4273094"/>
            <a:chOff x="6295921" y="2069954"/>
            <a:chExt cx="1996489" cy="4273094"/>
          </a:xfrm>
        </p:grpSpPr>
        <p:sp>
          <p:nvSpPr>
            <p:cNvPr id="20" name="平行四边形 19"/>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1" name="平行四边形 20"/>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2" name="iconfont-1191-801535"/>
            <p:cNvSpPr>
              <a:spLocks noChangeAspect="1"/>
            </p:cNvSpPr>
            <p:nvPr/>
          </p:nvSpPr>
          <p:spPr bwMode="auto">
            <a:xfrm>
              <a:off x="7092460" y="2301377"/>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grpSp>
        <p:nvGrpSpPr>
          <p:cNvPr id="26" name="组合 25"/>
          <p:cNvGrpSpPr/>
          <p:nvPr/>
        </p:nvGrpSpPr>
        <p:grpSpPr>
          <a:xfrm>
            <a:off x="7500877" y="1612754"/>
            <a:ext cx="1996686" cy="4273094"/>
            <a:chOff x="8725314" y="2069954"/>
            <a:chExt cx="1996489" cy="4273094"/>
          </a:xfrm>
        </p:grpSpPr>
        <p:sp>
          <p:nvSpPr>
            <p:cNvPr id="29" name="平行四边形 28"/>
            <p:cNvSpPr/>
            <p:nvPr/>
          </p:nvSpPr>
          <p:spPr>
            <a:xfrm rot="16200000" flipH="1">
              <a:off x="8027863" y="3651181"/>
              <a:ext cx="3389318" cy="1994416"/>
            </a:xfrm>
            <a:prstGeom prst="parallelogram">
              <a:avLst>
                <a:gd name="adj" fmla="val 1408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0" name="平行四边形 29"/>
            <p:cNvSpPr/>
            <p:nvPr/>
          </p:nvSpPr>
          <p:spPr>
            <a:xfrm rot="16200000" flipH="1">
              <a:off x="9237657"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iconfont-1191-801535"/>
            <p:cNvSpPr>
              <a:spLocks noChangeAspect="1"/>
            </p:cNvSpPr>
            <p:nvPr/>
          </p:nvSpPr>
          <p:spPr bwMode="auto">
            <a:xfrm>
              <a:off x="9569335" y="2301378"/>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sp>
        <p:nvSpPr>
          <p:cNvPr id="35" name="文本占位符 34"/>
          <p:cNvSpPr>
            <a:spLocks noGrp="1"/>
          </p:cNvSpPr>
          <p:nvPr>
            <p:ph type="body" sz="quarter" idx="10" hasCustomPrompt="1"/>
          </p:nvPr>
        </p:nvSpPr>
        <p:spPr>
          <a:xfrm>
            <a:off x="2635884"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8" name="文本占位符 34"/>
          <p:cNvSpPr>
            <a:spLocks noGrp="1"/>
          </p:cNvSpPr>
          <p:nvPr>
            <p:ph type="body" sz="quarter" idx="12" hasCustomPrompt="1"/>
          </p:nvPr>
        </p:nvSpPr>
        <p:spPr>
          <a:xfrm>
            <a:off x="213756"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1" name="文本占位符 34"/>
          <p:cNvSpPr>
            <a:spLocks noGrp="1"/>
          </p:cNvSpPr>
          <p:nvPr>
            <p:ph type="body" sz="quarter" idx="14" hasCustomPrompt="1"/>
          </p:nvPr>
        </p:nvSpPr>
        <p:spPr>
          <a:xfrm>
            <a:off x="5067539"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3" name="文本占位符 34"/>
          <p:cNvSpPr>
            <a:spLocks noGrp="1"/>
          </p:cNvSpPr>
          <p:nvPr>
            <p:ph type="body" sz="quarter" idx="16" hasCustomPrompt="1"/>
          </p:nvPr>
        </p:nvSpPr>
        <p:spPr>
          <a:xfrm>
            <a:off x="7489667"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 name="文本占位符 2"/>
          <p:cNvSpPr>
            <a:spLocks noGrp="1"/>
          </p:cNvSpPr>
          <p:nvPr>
            <p:ph type="body" sz="quarter" idx="18" hasCustomPrompt="1"/>
          </p:nvPr>
        </p:nvSpPr>
        <p:spPr>
          <a:xfrm>
            <a:off x="245918"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19" hasCustomPrompt="1"/>
          </p:nvPr>
        </p:nvSpPr>
        <p:spPr>
          <a:xfrm>
            <a:off x="2688409"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0" hasCustomPrompt="1"/>
          </p:nvPr>
        </p:nvSpPr>
        <p:spPr>
          <a:xfrm>
            <a:off x="5118626"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2"/>
          <p:cNvSpPr>
            <a:spLocks noGrp="1"/>
          </p:cNvSpPr>
          <p:nvPr>
            <p:ph type="body" sz="quarter" idx="21" hasCustomPrompt="1"/>
          </p:nvPr>
        </p:nvSpPr>
        <p:spPr>
          <a:xfrm>
            <a:off x="7548844"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grpSp>
        <p:nvGrpSpPr>
          <p:cNvPr id="2" name="组合 1"/>
          <p:cNvGrpSpPr/>
          <p:nvPr userDrawn="1"/>
        </p:nvGrpSpPr>
        <p:grpSpPr>
          <a:xfrm>
            <a:off x="9960237" y="1612754"/>
            <a:ext cx="1996686" cy="4273094"/>
            <a:chOff x="6295921" y="2069954"/>
            <a:chExt cx="1996489" cy="4273094"/>
          </a:xfrm>
        </p:grpSpPr>
        <p:sp>
          <p:nvSpPr>
            <p:cNvPr id="5" name="平行四边形 4"/>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9" name="平行四边形 8"/>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0" name="iconfont-1191-801535"/>
            <p:cNvSpPr>
              <a:spLocks noChangeAspect="1"/>
            </p:cNvSpPr>
            <p:nvPr/>
          </p:nvSpPr>
          <p:spPr bwMode="auto">
            <a:xfrm>
              <a:off x="7092460" y="2301377"/>
              <a:ext cx="40133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grpSp>
      <p:sp>
        <p:nvSpPr>
          <p:cNvPr id="12" name="文本占位符 34"/>
          <p:cNvSpPr>
            <a:spLocks noGrp="1"/>
          </p:cNvSpPr>
          <p:nvPr>
            <p:ph type="body" sz="quarter" idx="22" hasCustomPrompt="1"/>
          </p:nvPr>
        </p:nvSpPr>
        <p:spPr>
          <a:xfrm>
            <a:off x="9956531" y="2922713"/>
            <a:ext cx="2004892"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16" name="文本占位符 2"/>
          <p:cNvSpPr>
            <a:spLocks noGrp="1"/>
          </p:cNvSpPr>
          <p:nvPr>
            <p:ph type="body" sz="quarter" idx="23" hasCustomPrompt="1"/>
          </p:nvPr>
        </p:nvSpPr>
        <p:spPr>
          <a:xfrm>
            <a:off x="10007618" y="3384363"/>
            <a:ext cx="1895656"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版式6">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p:nvGrpSpPr>
        <p:grpSpPr>
          <a:xfrm>
            <a:off x="131352" y="1557890"/>
            <a:ext cx="1895656" cy="4273094"/>
            <a:chOff x="1437133" y="2069954"/>
            <a:chExt cx="1996489" cy="4273094"/>
          </a:xfrm>
        </p:grpSpPr>
        <p:sp>
          <p:nvSpPr>
            <p:cNvPr id="6" name="平行四边形 5"/>
            <p:cNvSpPr/>
            <p:nvPr/>
          </p:nvSpPr>
          <p:spPr>
            <a:xfrm rot="5400000">
              <a:off x="739682" y="3651181"/>
              <a:ext cx="3389318" cy="1994416"/>
            </a:xfrm>
            <a:prstGeom prst="parallelogram">
              <a:avLst>
                <a:gd name="adj" fmla="val 1146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平行四边形 6"/>
            <p:cNvSpPr/>
            <p:nvPr/>
          </p:nvSpPr>
          <p:spPr>
            <a:xfrm rot="5400000">
              <a:off x="1949476"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grpSp>
        <p:nvGrpSpPr>
          <p:cNvPr id="11" name="组合 10"/>
          <p:cNvGrpSpPr/>
          <p:nvPr/>
        </p:nvGrpSpPr>
        <p:grpSpPr>
          <a:xfrm>
            <a:off x="2132325" y="1557890"/>
            <a:ext cx="1896259" cy="4273094"/>
            <a:chOff x="3865892" y="2069954"/>
            <a:chExt cx="1997124" cy="4273094"/>
          </a:xfrm>
        </p:grpSpPr>
        <p:sp>
          <p:nvSpPr>
            <p:cNvPr id="13" name="平行四边形 12"/>
            <p:cNvSpPr/>
            <p:nvPr/>
          </p:nvSpPr>
          <p:spPr>
            <a:xfrm rot="16200000" flipH="1">
              <a:off x="3168441" y="3651181"/>
              <a:ext cx="3389318" cy="1994416"/>
            </a:xfrm>
            <a:prstGeom prst="parallelogram">
              <a:avLst>
                <a:gd name="adj" fmla="val 13211"/>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平行四边形 13"/>
            <p:cNvSpPr/>
            <p:nvPr/>
          </p:nvSpPr>
          <p:spPr>
            <a:xfrm rot="16200000" flipH="1">
              <a:off x="4378870"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18" name="组合 17"/>
          <p:cNvGrpSpPr/>
          <p:nvPr/>
        </p:nvGrpSpPr>
        <p:grpSpPr>
          <a:xfrm>
            <a:off x="4132467" y="1557890"/>
            <a:ext cx="1895656" cy="4273094"/>
            <a:chOff x="6295921" y="2069954"/>
            <a:chExt cx="1996489" cy="4273094"/>
          </a:xfrm>
        </p:grpSpPr>
        <p:sp>
          <p:nvSpPr>
            <p:cNvPr id="20" name="平行四边形 19"/>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1" name="平行四边形 20"/>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grpSp>
        <p:nvGrpSpPr>
          <p:cNvPr id="26" name="组合 25"/>
          <p:cNvGrpSpPr/>
          <p:nvPr/>
        </p:nvGrpSpPr>
        <p:grpSpPr>
          <a:xfrm>
            <a:off x="6151270" y="1557890"/>
            <a:ext cx="1895656" cy="4273094"/>
            <a:chOff x="8725314" y="2069954"/>
            <a:chExt cx="1996489" cy="4273094"/>
          </a:xfrm>
        </p:grpSpPr>
        <p:sp>
          <p:nvSpPr>
            <p:cNvPr id="29" name="平行四边形 28"/>
            <p:cNvSpPr/>
            <p:nvPr/>
          </p:nvSpPr>
          <p:spPr>
            <a:xfrm rot="16200000" flipH="1">
              <a:off x="8027863" y="3651181"/>
              <a:ext cx="3389318" cy="1994416"/>
            </a:xfrm>
            <a:prstGeom prst="parallelogram">
              <a:avLst>
                <a:gd name="adj" fmla="val 1408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0" name="平行四边形 29"/>
            <p:cNvSpPr/>
            <p:nvPr/>
          </p:nvSpPr>
          <p:spPr>
            <a:xfrm rot="16200000" flipH="1">
              <a:off x="9237657"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sp>
        <p:nvSpPr>
          <p:cNvPr id="38" name="文本占位符 34"/>
          <p:cNvSpPr>
            <a:spLocks noGrp="1"/>
          </p:cNvSpPr>
          <p:nvPr>
            <p:ph type="body" sz="quarter" idx="12" hasCustomPrompt="1"/>
          </p:nvPr>
        </p:nvSpPr>
        <p:spPr>
          <a:xfrm>
            <a:off x="166246"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 name="文本占位符 2"/>
          <p:cNvSpPr>
            <a:spLocks noGrp="1"/>
          </p:cNvSpPr>
          <p:nvPr>
            <p:ph type="body" sz="quarter" idx="18" hasCustomPrompt="1"/>
          </p:nvPr>
        </p:nvSpPr>
        <p:spPr>
          <a:xfrm>
            <a:off x="198408"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grpSp>
        <p:nvGrpSpPr>
          <p:cNvPr id="2" name="组合 1"/>
          <p:cNvGrpSpPr/>
          <p:nvPr userDrawn="1"/>
        </p:nvGrpSpPr>
        <p:grpSpPr>
          <a:xfrm>
            <a:off x="8182928" y="1557890"/>
            <a:ext cx="1895656" cy="4273094"/>
            <a:chOff x="6295921" y="2069954"/>
            <a:chExt cx="1996489" cy="4273094"/>
          </a:xfrm>
        </p:grpSpPr>
        <p:sp>
          <p:nvSpPr>
            <p:cNvPr id="5" name="平行四边形 4"/>
            <p:cNvSpPr/>
            <p:nvPr/>
          </p:nvSpPr>
          <p:spPr>
            <a:xfrm rot="5400000" flipH="1" flipV="1">
              <a:off x="5598470" y="3651181"/>
              <a:ext cx="3389318" cy="1994416"/>
            </a:xfrm>
            <a:prstGeom prst="parallelogram">
              <a:avLst>
                <a:gd name="adj" fmla="val 14520"/>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9" name="平行四边形 8"/>
            <p:cNvSpPr/>
            <p:nvPr/>
          </p:nvSpPr>
          <p:spPr>
            <a:xfrm rot="5400000" flipH="1" flipV="1">
              <a:off x="6808264" y="1559684"/>
              <a:ext cx="973876" cy="1994416"/>
            </a:xfrm>
            <a:prstGeom prst="parallelogram">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grpSp>
        <p:nvGrpSpPr>
          <p:cNvPr id="17" name="组合 16"/>
          <p:cNvGrpSpPr/>
          <p:nvPr userDrawn="1"/>
        </p:nvGrpSpPr>
        <p:grpSpPr>
          <a:xfrm>
            <a:off x="10169612" y="1557890"/>
            <a:ext cx="1895656" cy="4273094"/>
            <a:chOff x="8725314" y="2069954"/>
            <a:chExt cx="1996489" cy="4273094"/>
          </a:xfrm>
        </p:grpSpPr>
        <p:sp>
          <p:nvSpPr>
            <p:cNvPr id="19" name="平行四边形 18"/>
            <p:cNvSpPr/>
            <p:nvPr/>
          </p:nvSpPr>
          <p:spPr>
            <a:xfrm rot="16200000" flipH="1">
              <a:off x="8027863" y="3651181"/>
              <a:ext cx="3389318" cy="1994416"/>
            </a:xfrm>
            <a:prstGeom prst="parallelogram">
              <a:avLst>
                <a:gd name="adj" fmla="val 14084"/>
              </a:avLst>
            </a:prstGeom>
            <a:solidFill>
              <a:schemeClr val="bg2">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7" name="平行四边形 26"/>
            <p:cNvSpPr/>
            <p:nvPr/>
          </p:nvSpPr>
          <p:spPr>
            <a:xfrm rot="16200000" flipH="1">
              <a:off x="9237657" y="1559684"/>
              <a:ext cx="973876" cy="1994416"/>
            </a:xfrm>
            <a:prstGeom prst="parallelogram">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sp>
        <p:nvSpPr>
          <p:cNvPr id="34" name="文本占位符 34"/>
          <p:cNvSpPr>
            <a:spLocks noGrp="1"/>
          </p:cNvSpPr>
          <p:nvPr>
            <p:ph type="body" sz="quarter" idx="19" hasCustomPrompt="1"/>
          </p:nvPr>
        </p:nvSpPr>
        <p:spPr>
          <a:xfrm>
            <a:off x="2184022"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6" name="文本占位符 2"/>
          <p:cNvSpPr>
            <a:spLocks noGrp="1"/>
          </p:cNvSpPr>
          <p:nvPr>
            <p:ph type="body" sz="quarter" idx="20" hasCustomPrompt="1"/>
          </p:nvPr>
        </p:nvSpPr>
        <p:spPr>
          <a:xfrm>
            <a:off x="2216184"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7" name="文本占位符 34"/>
          <p:cNvSpPr>
            <a:spLocks noGrp="1"/>
          </p:cNvSpPr>
          <p:nvPr>
            <p:ph type="body" sz="quarter" idx="21" hasCustomPrompt="1"/>
          </p:nvPr>
        </p:nvSpPr>
        <p:spPr>
          <a:xfrm>
            <a:off x="4195702"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39" name="文本占位符 2"/>
          <p:cNvSpPr>
            <a:spLocks noGrp="1"/>
          </p:cNvSpPr>
          <p:nvPr>
            <p:ph type="body" sz="quarter" idx="22" hasCustomPrompt="1"/>
          </p:nvPr>
        </p:nvSpPr>
        <p:spPr>
          <a:xfrm>
            <a:off x="4227864"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2" name="文本占位符 34"/>
          <p:cNvSpPr>
            <a:spLocks noGrp="1"/>
          </p:cNvSpPr>
          <p:nvPr>
            <p:ph type="body" sz="quarter" idx="23" hasCustomPrompt="1"/>
          </p:nvPr>
        </p:nvSpPr>
        <p:spPr>
          <a:xfrm>
            <a:off x="6213478"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4" name="文本占位符 2"/>
          <p:cNvSpPr>
            <a:spLocks noGrp="1"/>
          </p:cNvSpPr>
          <p:nvPr>
            <p:ph type="body" sz="quarter" idx="24" hasCustomPrompt="1"/>
          </p:nvPr>
        </p:nvSpPr>
        <p:spPr>
          <a:xfrm>
            <a:off x="6245640"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5" name="文本占位符 34"/>
          <p:cNvSpPr>
            <a:spLocks noGrp="1"/>
          </p:cNvSpPr>
          <p:nvPr>
            <p:ph type="body" sz="quarter" idx="25" hasCustomPrompt="1"/>
          </p:nvPr>
        </p:nvSpPr>
        <p:spPr>
          <a:xfrm>
            <a:off x="8237350"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6" name="文本占位符 2"/>
          <p:cNvSpPr>
            <a:spLocks noGrp="1"/>
          </p:cNvSpPr>
          <p:nvPr>
            <p:ph type="body" sz="quarter" idx="26" hasCustomPrompt="1"/>
          </p:nvPr>
        </p:nvSpPr>
        <p:spPr>
          <a:xfrm>
            <a:off x="8269512"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7" name="文本占位符 34"/>
          <p:cNvSpPr>
            <a:spLocks noGrp="1"/>
          </p:cNvSpPr>
          <p:nvPr>
            <p:ph type="body" sz="quarter" idx="27" hasCustomPrompt="1"/>
          </p:nvPr>
        </p:nvSpPr>
        <p:spPr>
          <a:xfrm>
            <a:off x="10212454" y="2922713"/>
            <a:ext cx="1818501"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此处小标题</a:t>
            </a:r>
            <a:endParaRPr kumimoji="1" lang="zh-CN" altLang="en-US" dirty="0"/>
          </a:p>
        </p:txBody>
      </p:sp>
      <p:sp>
        <p:nvSpPr>
          <p:cNvPr id="48" name="文本占位符 2"/>
          <p:cNvSpPr>
            <a:spLocks noGrp="1"/>
          </p:cNvSpPr>
          <p:nvPr>
            <p:ph type="body" sz="quarter" idx="28" hasCustomPrompt="1"/>
          </p:nvPr>
        </p:nvSpPr>
        <p:spPr>
          <a:xfrm>
            <a:off x="10244616" y="3384363"/>
            <a:ext cx="1719420" cy="2031782"/>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9" name="iconfont-1191-801535"/>
          <p:cNvSpPr>
            <a:spLocks noChangeAspect="1"/>
          </p:cNvSpPr>
          <p:nvPr userDrawn="1"/>
        </p:nvSpPr>
        <p:spPr bwMode="auto">
          <a:xfrm>
            <a:off x="857429"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
        <p:nvSpPr>
          <p:cNvPr id="50" name="iconfont-1191-801535"/>
          <p:cNvSpPr>
            <a:spLocks noChangeAspect="1"/>
          </p:cNvSpPr>
          <p:nvPr userDrawn="1"/>
        </p:nvSpPr>
        <p:spPr bwMode="auto">
          <a:xfrm>
            <a:off x="2856917"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
        <p:nvSpPr>
          <p:cNvPr id="51" name="iconfont-1191-801535"/>
          <p:cNvSpPr>
            <a:spLocks noChangeAspect="1"/>
          </p:cNvSpPr>
          <p:nvPr userDrawn="1"/>
        </p:nvSpPr>
        <p:spPr bwMode="auto">
          <a:xfrm>
            <a:off x="4868597"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
        <p:nvSpPr>
          <p:cNvPr id="52" name="iconfont-1191-801535"/>
          <p:cNvSpPr>
            <a:spLocks noChangeAspect="1"/>
          </p:cNvSpPr>
          <p:nvPr userDrawn="1"/>
        </p:nvSpPr>
        <p:spPr bwMode="auto">
          <a:xfrm>
            <a:off x="6868085"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
        <p:nvSpPr>
          <p:cNvPr id="53" name="iconfont-1191-801535"/>
          <p:cNvSpPr>
            <a:spLocks noChangeAspect="1"/>
          </p:cNvSpPr>
          <p:nvPr userDrawn="1"/>
        </p:nvSpPr>
        <p:spPr bwMode="auto">
          <a:xfrm>
            <a:off x="8904149"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
        <p:nvSpPr>
          <p:cNvPr id="54" name="iconfont-1191-801535"/>
          <p:cNvSpPr>
            <a:spLocks noChangeAspect="1"/>
          </p:cNvSpPr>
          <p:nvPr userDrawn="1"/>
        </p:nvSpPr>
        <p:spPr bwMode="auto">
          <a:xfrm>
            <a:off x="10903637" y="1790227"/>
            <a:ext cx="401378" cy="509199"/>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版式11">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19" name="泪滴形 21"/>
          <p:cNvSpPr/>
          <p:nvPr/>
        </p:nvSpPr>
        <p:spPr>
          <a:xfrm rot="10800000">
            <a:off x="703264" y="1436257"/>
            <a:ext cx="1189261" cy="1189144"/>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1" name="泪滴形 25"/>
          <p:cNvSpPr/>
          <p:nvPr/>
        </p:nvSpPr>
        <p:spPr>
          <a:xfrm rot="10800000">
            <a:off x="703381" y="3246636"/>
            <a:ext cx="1189144" cy="1189261"/>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3" name="泪滴形 21"/>
          <p:cNvSpPr/>
          <p:nvPr userDrawn="1"/>
        </p:nvSpPr>
        <p:spPr>
          <a:xfrm rot="10800000">
            <a:off x="703264" y="5057662"/>
            <a:ext cx="1189261" cy="1189144"/>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6" name="efficiency_158344"/>
          <p:cNvSpPr>
            <a:spLocks noChangeAspect="1"/>
          </p:cNvSpPr>
          <p:nvPr/>
        </p:nvSpPr>
        <p:spPr bwMode="auto">
          <a:xfrm>
            <a:off x="1071929" y="1822210"/>
            <a:ext cx="466999"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8" name="efficiency_158344"/>
          <p:cNvSpPr>
            <a:spLocks noChangeAspect="1"/>
          </p:cNvSpPr>
          <p:nvPr/>
        </p:nvSpPr>
        <p:spPr bwMode="auto">
          <a:xfrm rot="21444146">
            <a:off x="1064899" y="3632648"/>
            <a:ext cx="466999"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27" name="efficiency_158344"/>
          <p:cNvSpPr>
            <a:spLocks noChangeAspect="1"/>
          </p:cNvSpPr>
          <p:nvPr/>
        </p:nvSpPr>
        <p:spPr bwMode="auto">
          <a:xfrm>
            <a:off x="1071929" y="5437138"/>
            <a:ext cx="466999"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29" name="文本占位符 21"/>
          <p:cNvSpPr>
            <a:spLocks noGrp="1"/>
          </p:cNvSpPr>
          <p:nvPr>
            <p:ph type="body" sz="quarter" idx="16" hasCustomPrompt="1"/>
          </p:nvPr>
        </p:nvSpPr>
        <p:spPr>
          <a:xfrm>
            <a:off x="2097385" y="1317046"/>
            <a:ext cx="9401362"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4" name="文本占位符 16"/>
          <p:cNvSpPr>
            <a:spLocks noGrp="1"/>
          </p:cNvSpPr>
          <p:nvPr>
            <p:ph type="body" sz="quarter" idx="21" hasCustomPrompt="1"/>
          </p:nvPr>
        </p:nvSpPr>
        <p:spPr>
          <a:xfrm>
            <a:off x="2104435" y="1708809"/>
            <a:ext cx="9384301" cy="884700"/>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0" name="文本占位符 21"/>
          <p:cNvSpPr>
            <a:spLocks noGrp="1"/>
          </p:cNvSpPr>
          <p:nvPr>
            <p:ph type="body" sz="quarter" idx="22" hasCustomPrompt="1"/>
          </p:nvPr>
        </p:nvSpPr>
        <p:spPr>
          <a:xfrm>
            <a:off x="2097385" y="3084886"/>
            <a:ext cx="9401362"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1" name="文本占位符 16"/>
          <p:cNvSpPr>
            <a:spLocks noGrp="1"/>
          </p:cNvSpPr>
          <p:nvPr>
            <p:ph type="body" sz="quarter" idx="23" hasCustomPrompt="1"/>
          </p:nvPr>
        </p:nvSpPr>
        <p:spPr>
          <a:xfrm>
            <a:off x="2104435" y="3476649"/>
            <a:ext cx="9384301" cy="884700"/>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3" name="文本占位符 21"/>
          <p:cNvSpPr>
            <a:spLocks noGrp="1"/>
          </p:cNvSpPr>
          <p:nvPr>
            <p:ph type="body" sz="quarter" idx="24" hasCustomPrompt="1"/>
          </p:nvPr>
        </p:nvSpPr>
        <p:spPr>
          <a:xfrm>
            <a:off x="2097385" y="4883206"/>
            <a:ext cx="9401362"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4" name="文本占位符 16"/>
          <p:cNvSpPr>
            <a:spLocks noGrp="1"/>
          </p:cNvSpPr>
          <p:nvPr>
            <p:ph type="body" sz="quarter" idx="25" hasCustomPrompt="1"/>
          </p:nvPr>
        </p:nvSpPr>
        <p:spPr>
          <a:xfrm>
            <a:off x="2104435" y="5274969"/>
            <a:ext cx="9384301" cy="884700"/>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版式11">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3" name="组合 2"/>
          <p:cNvGrpSpPr/>
          <p:nvPr userDrawn="1"/>
        </p:nvGrpSpPr>
        <p:grpSpPr>
          <a:xfrm>
            <a:off x="4826203" y="2347592"/>
            <a:ext cx="2480831" cy="2503287"/>
            <a:chOff x="4825728" y="2461357"/>
            <a:chExt cx="2480587" cy="2503287"/>
          </a:xfrm>
        </p:grpSpPr>
        <p:grpSp>
          <p:nvGrpSpPr>
            <p:cNvPr id="4" name="组合 3"/>
            <p:cNvGrpSpPr/>
            <p:nvPr/>
          </p:nvGrpSpPr>
          <p:grpSpPr>
            <a:xfrm>
              <a:off x="4825728" y="2461357"/>
              <a:ext cx="2480587" cy="2503287"/>
              <a:chOff x="4825728" y="2461357"/>
              <a:chExt cx="2480587" cy="2503287"/>
            </a:xfrm>
          </p:grpSpPr>
          <p:sp>
            <p:nvSpPr>
              <p:cNvPr id="9" name="矩形 8"/>
              <p:cNvSpPr/>
              <p:nvPr/>
            </p:nvSpPr>
            <p:spPr>
              <a:xfrm rot="2700000">
                <a:off x="5630833" y="3218009"/>
                <a:ext cx="934671" cy="934671"/>
              </a:xfrm>
              <a:prstGeom prst="rect">
                <a:avLst/>
              </a:prstGeom>
              <a:solidFill>
                <a:schemeClr val="tx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10" name="泪滴形 11"/>
              <p:cNvSpPr/>
              <p:nvPr/>
            </p:nvSpPr>
            <p:spPr>
              <a:xfrm rot="10800000">
                <a:off x="5210926" y="374810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1" name="泪滴形 12"/>
              <p:cNvSpPr/>
              <p:nvPr/>
            </p:nvSpPr>
            <p:spPr>
              <a:xfrm rot="16200000">
                <a:off x="5210926" y="285806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2" name="泪滴形 13"/>
              <p:cNvSpPr/>
              <p:nvPr/>
            </p:nvSpPr>
            <p:spPr>
              <a:xfrm>
                <a:off x="6101286" y="2865512"/>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3" name="泪滴形 14"/>
              <p:cNvSpPr/>
              <p:nvPr/>
            </p:nvSpPr>
            <p:spPr>
              <a:xfrm rot="5400000">
                <a:off x="6101286" y="3744683"/>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4" name="矩形 13"/>
              <p:cNvSpPr/>
              <p:nvPr/>
            </p:nvSpPr>
            <p:spPr>
              <a:xfrm>
                <a:off x="6575477" y="3666118"/>
                <a:ext cx="324079" cy="147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5" name="矩形 14"/>
              <p:cNvSpPr/>
              <p:nvPr/>
            </p:nvSpPr>
            <p:spPr>
              <a:xfrm>
                <a:off x="5275218" y="3669373"/>
                <a:ext cx="324079" cy="71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6" name="矩形 15"/>
              <p:cNvSpPr/>
              <p:nvPr/>
            </p:nvSpPr>
            <p:spPr>
              <a:xfrm rot="5400000">
                <a:off x="5923390" y="3000596"/>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a:xfrm rot="5400000">
                <a:off x="5903190" y="4240387"/>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8" name="泪滴形 19"/>
              <p:cNvSpPr/>
              <p:nvPr/>
            </p:nvSpPr>
            <p:spPr>
              <a:xfrm rot="16200000">
                <a:off x="4825728" y="2484522"/>
                <a:ext cx="1189144" cy="1189144"/>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19" name="泪滴形 21"/>
              <p:cNvSpPr/>
              <p:nvPr/>
            </p:nvSpPr>
            <p:spPr>
              <a:xfrm rot="10800000">
                <a:off x="4825728" y="3775500"/>
                <a:ext cx="1189144" cy="1189144"/>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0" name="泪滴形 23"/>
              <p:cNvSpPr/>
              <p:nvPr/>
            </p:nvSpPr>
            <p:spPr>
              <a:xfrm>
                <a:off x="6117171" y="2461357"/>
                <a:ext cx="1189144" cy="1189144"/>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21" name="泪滴形 25"/>
              <p:cNvSpPr/>
              <p:nvPr/>
            </p:nvSpPr>
            <p:spPr>
              <a:xfrm rot="5400000">
                <a:off x="6117171" y="3775500"/>
                <a:ext cx="1189144" cy="1189144"/>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sp>
          <p:nvSpPr>
            <p:cNvPr id="5" name="efficiency_158344"/>
            <p:cNvSpPr>
              <a:spLocks noChangeAspect="1"/>
            </p:cNvSpPr>
            <p:nvPr/>
          </p:nvSpPr>
          <p:spPr bwMode="auto">
            <a:xfrm>
              <a:off x="5203779" y="2846026"/>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6" name="efficiency_158344"/>
            <p:cNvSpPr>
              <a:spLocks noChangeAspect="1"/>
            </p:cNvSpPr>
            <p:nvPr/>
          </p:nvSpPr>
          <p:spPr bwMode="auto">
            <a:xfrm>
              <a:off x="5194358" y="4161453"/>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7" name="efficiency_158344"/>
            <p:cNvSpPr>
              <a:spLocks noChangeAspect="1"/>
            </p:cNvSpPr>
            <p:nvPr/>
          </p:nvSpPr>
          <p:spPr bwMode="auto">
            <a:xfrm>
              <a:off x="6488131" y="2846026"/>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8" name="efficiency_158344"/>
            <p:cNvSpPr>
              <a:spLocks noChangeAspect="1"/>
            </p:cNvSpPr>
            <p:nvPr/>
          </p:nvSpPr>
          <p:spPr bwMode="auto">
            <a:xfrm>
              <a:off x="6478710" y="4161453"/>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22" name="文本占位符 21"/>
          <p:cNvSpPr>
            <a:spLocks noGrp="1"/>
          </p:cNvSpPr>
          <p:nvPr>
            <p:ph type="body" sz="quarter" idx="12" hasCustomPrompt="1"/>
          </p:nvPr>
        </p:nvSpPr>
        <p:spPr>
          <a:xfrm>
            <a:off x="707460" y="1696085"/>
            <a:ext cx="3874516"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6" name="文本占位符 21"/>
          <p:cNvSpPr>
            <a:spLocks noGrp="1"/>
          </p:cNvSpPr>
          <p:nvPr>
            <p:ph type="body" sz="quarter" idx="14" hasCustomPrompt="1"/>
          </p:nvPr>
        </p:nvSpPr>
        <p:spPr>
          <a:xfrm>
            <a:off x="704919" y="4278630"/>
            <a:ext cx="3877057"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1"/>
          <p:cNvSpPr>
            <a:spLocks noGrp="1"/>
          </p:cNvSpPr>
          <p:nvPr>
            <p:ph type="body" sz="quarter" idx="16" hasCustomPrompt="1"/>
          </p:nvPr>
        </p:nvSpPr>
        <p:spPr>
          <a:xfrm>
            <a:off x="7535017" y="1696085"/>
            <a:ext cx="3885313"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21"/>
          <p:cNvSpPr>
            <a:spLocks noGrp="1"/>
          </p:cNvSpPr>
          <p:nvPr>
            <p:ph type="body" sz="quarter" idx="18" hasCustomPrompt="1"/>
          </p:nvPr>
        </p:nvSpPr>
        <p:spPr>
          <a:xfrm>
            <a:off x="7535017" y="4288790"/>
            <a:ext cx="3886583"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16"/>
          <p:cNvSpPr>
            <a:spLocks noGrp="1"/>
          </p:cNvSpPr>
          <p:nvPr>
            <p:ph type="body" sz="quarter" idx="20" hasCustomPrompt="1"/>
          </p:nvPr>
        </p:nvSpPr>
        <p:spPr>
          <a:xfrm>
            <a:off x="703263" y="214497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1" hasCustomPrompt="1"/>
          </p:nvPr>
        </p:nvSpPr>
        <p:spPr>
          <a:xfrm>
            <a:off x="7533647" y="2151108"/>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16"/>
          <p:cNvSpPr>
            <a:spLocks noGrp="1"/>
          </p:cNvSpPr>
          <p:nvPr>
            <p:ph type="body" sz="quarter" idx="22" hasCustomPrompt="1"/>
          </p:nvPr>
        </p:nvSpPr>
        <p:spPr>
          <a:xfrm>
            <a:off x="7533647" y="4756097"/>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文本占位符 16"/>
          <p:cNvSpPr>
            <a:spLocks noGrp="1"/>
          </p:cNvSpPr>
          <p:nvPr>
            <p:ph type="body" sz="quarter" idx="23" hasCustomPrompt="1"/>
          </p:nvPr>
        </p:nvSpPr>
        <p:spPr>
          <a:xfrm>
            <a:off x="703263" y="4728612"/>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版式11">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p:nvGrpSpPr>
        <p:grpSpPr>
          <a:xfrm>
            <a:off x="4745559" y="2274549"/>
            <a:ext cx="2663272" cy="2836983"/>
            <a:chOff x="4745092" y="2181647"/>
            <a:chExt cx="2663011" cy="2836983"/>
          </a:xfrm>
        </p:grpSpPr>
        <p:sp>
          <p:nvSpPr>
            <p:cNvPr id="9" name="矩形 8"/>
            <p:cNvSpPr/>
            <p:nvPr/>
          </p:nvSpPr>
          <p:spPr>
            <a:xfrm rot="2700000">
              <a:off x="5751106" y="3084321"/>
              <a:ext cx="934671" cy="934671"/>
            </a:xfrm>
            <a:prstGeom prst="rect">
              <a:avLst/>
            </a:prstGeom>
            <a:solidFill>
              <a:schemeClr val="tx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10" name="泪滴形 11"/>
            <p:cNvSpPr/>
            <p:nvPr/>
          </p:nvSpPr>
          <p:spPr>
            <a:xfrm rot="10800000">
              <a:off x="5210926" y="374810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1" name="泪滴形 12"/>
            <p:cNvSpPr/>
            <p:nvPr/>
          </p:nvSpPr>
          <p:spPr>
            <a:xfrm rot="16200000">
              <a:off x="5210926" y="285806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2" name="泪滴形 13"/>
            <p:cNvSpPr/>
            <p:nvPr/>
          </p:nvSpPr>
          <p:spPr>
            <a:xfrm>
              <a:off x="6101286" y="2865512"/>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3" name="泪滴形 14"/>
            <p:cNvSpPr/>
            <p:nvPr/>
          </p:nvSpPr>
          <p:spPr>
            <a:xfrm rot="5400000">
              <a:off x="6101286" y="3744683"/>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4" name="矩形 13"/>
            <p:cNvSpPr/>
            <p:nvPr/>
          </p:nvSpPr>
          <p:spPr>
            <a:xfrm>
              <a:off x="6575477" y="3666118"/>
              <a:ext cx="324079" cy="147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5" name="矩形 14"/>
            <p:cNvSpPr/>
            <p:nvPr/>
          </p:nvSpPr>
          <p:spPr>
            <a:xfrm>
              <a:off x="5275218" y="3669373"/>
              <a:ext cx="324079" cy="71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6" name="矩形 15"/>
            <p:cNvSpPr/>
            <p:nvPr/>
          </p:nvSpPr>
          <p:spPr>
            <a:xfrm rot="5400000">
              <a:off x="5923390" y="3000596"/>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a:xfrm rot="5400000">
              <a:off x="5903190" y="4240387"/>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8" name="泪滴形 19"/>
            <p:cNvSpPr/>
            <p:nvPr/>
          </p:nvSpPr>
          <p:spPr>
            <a:xfrm rot="16019580">
              <a:off x="4747948" y="2908717"/>
              <a:ext cx="1037250" cy="1042962"/>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19" name="泪滴形 21"/>
            <p:cNvSpPr/>
            <p:nvPr/>
          </p:nvSpPr>
          <p:spPr>
            <a:xfrm rot="10800000">
              <a:off x="4951204" y="3959781"/>
              <a:ext cx="1058849" cy="1058849"/>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0" name="泪滴形 23"/>
            <p:cNvSpPr/>
            <p:nvPr/>
          </p:nvSpPr>
          <p:spPr>
            <a:xfrm rot="249039">
              <a:off x="6358909" y="2897099"/>
              <a:ext cx="1049194" cy="1049194"/>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21" name="泪滴形 25"/>
            <p:cNvSpPr/>
            <p:nvPr/>
          </p:nvSpPr>
          <p:spPr>
            <a:xfrm rot="5400000">
              <a:off x="6200116" y="3956525"/>
              <a:ext cx="1058849" cy="1058849"/>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0" name="泪滴形 19"/>
            <p:cNvSpPr/>
            <p:nvPr userDrawn="1"/>
          </p:nvSpPr>
          <p:spPr>
            <a:xfrm rot="18973439">
              <a:off x="5559186" y="2181647"/>
              <a:ext cx="1037149" cy="1043064"/>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grpSp>
      <p:sp>
        <p:nvSpPr>
          <p:cNvPr id="22" name="文本占位符 21"/>
          <p:cNvSpPr>
            <a:spLocks noGrp="1"/>
          </p:cNvSpPr>
          <p:nvPr>
            <p:ph type="body" sz="quarter" idx="12" hasCustomPrompt="1"/>
          </p:nvPr>
        </p:nvSpPr>
        <p:spPr>
          <a:xfrm>
            <a:off x="707460" y="1696085"/>
            <a:ext cx="3874516"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6" name="文本占位符 21"/>
          <p:cNvSpPr>
            <a:spLocks noGrp="1"/>
          </p:cNvSpPr>
          <p:nvPr>
            <p:ph type="body" sz="quarter" idx="14" hasCustomPrompt="1"/>
          </p:nvPr>
        </p:nvSpPr>
        <p:spPr>
          <a:xfrm>
            <a:off x="704919" y="4278630"/>
            <a:ext cx="3877057" cy="419100"/>
          </a:xfrm>
          <a:prstGeom prst="rect">
            <a:avLst/>
          </a:prstGeom>
        </p:spPr>
        <p:txBody>
          <a:bodyPr>
            <a:normAutofit/>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1"/>
          <p:cNvSpPr>
            <a:spLocks noGrp="1"/>
          </p:cNvSpPr>
          <p:nvPr>
            <p:ph type="body" sz="quarter" idx="16" hasCustomPrompt="1"/>
          </p:nvPr>
        </p:nvSpPr>
        <p:spPr>
          <a:xfrm>
            <a:off x="7535017" y="1104773"/>
            <a:ext cx="3885313"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21"/>
          <p:cNvSpPr>
            <a:spLocks noGrp="1"/>
          </p:cNvSpPr>
          <p:nvPr>
            <p:ph type="body" sz="quarter" idx="18" hasCustomPrompt="1"/>
          </p:nvPr>
        </p:nvSpPr>
        <p:spPr>
          <a:xfrm>
            <a:off x="7535017" y="4879104"/>
            <a:ext cx="3886583"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16"/>
          <p:cNvSpPr>
            <a:spLocks noGrp="1"/>
          </p:cNvSpPr>
          <p:nvPr>
            <p:ph type="body" sz="quarter" idx="20" hasCustomPrompt="1"/>
          </p:nvPr>
        </p:nvSpPr>
        <p:spPr>
          <a:xfrm>
            <a:off x="703263" y="214497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1" hasCustomPrompt="1"/>
          </p:nvPr>
        </p:nvSpPr>
        <p:spPr>
          <a:xfrm>
            <a:off x="7533647" y="1559796"/>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16"/>
          <p:cNvSpPr>
            <a:spLocks noGrp="1"/>
          </p:cNvSpPr>
          <p:nvPr>
            <p:ph type="body" sz="quarter" idx="22" hasCustomPrompt="1"/>
          </p:nvPr>
        </p:nvSpPr>
        <p:spPr>
          <a:xfrm>
            <a:off x="7533647" y="534641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文本占位符 16"/>
          <p:cNvSpPr>
            <a:spLocks noGrp="1"/>
          </p:cNvSpPr>
          <p:nvPr>
            <p:ph type="body" sz="quarter" idx="23" hasCustomPrompt="1"/>
          </p:nvPr>
        </p:nvSpPr>
        <p:spPr>
          <a:xfrm>
            <a:off x="703263" y="4728612"/>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1"/>
          <p:cNvSpPr>
            <a:spLocks noGrp="1"/>
          </p:cNvSpPr>
          <p:nvPr>
            <p:ph type="body" sz="quarter" idx="24" hasCustomPrompt="1"/>
          </p:nvPr>
        </p:nvSpPr>
        <p:spPr>
          <a:xfrm>
            <a:off x="7535017" y="2989344"/>
            <a:ext cx="3886583" cy="419100"/>
          </a:xfrm>
          <a:prstGeom prst="rect">
            <a:avLst/>
          </a:prstGeom>
        </p:spPr>
        <p:txBody>
          <a:bodyPr>
            <a:normAutofit/>
          </a:bodyPr>
          <a:lstStyle>
            <a:lvl1pPr marL="0" indent="0" algn="l">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16"/>
          <p:cNvSpPr>
            <a:spLocks noGrp="1"/>
          </p:cNvSpPr>
          <p:nvPr>
            <p:ph type="body" sz="quarter" idx="25" hasCustomPrompt="1"/>
          </p:nvPr>
        </p:nvSpPr>
        <p:spPr>
          <a:xfrm>
            <a:off x="7533647" y="345665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1" name="efficiency_158344"/>
          <p:cNvSpPr>
            <a:spLocks noChangeAspect="1"/>
          </p:cNvSpPr>
          <p:nvPr userDrawn="1"/>
        </p:nvSpPr>
        <p:spPr bwMode="auto">
          <a:xfrm>
            <a:off x="5040950" y="3306653"/>
            <a:ext cx="396842" cy="396107"/>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92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3" name="efficiency_158344"/>
          <p:cNvSpPr>
            <a:spLocks noChangeAspect="1"/>
          </p:cNvSpPr>
          <p:nvPr userDrawn="1"/>
        </p:nvSpPr>
        <p:spPr bwMode="auto">
          <a:xfrm>
            <a:off x="5870006" y="2575133"/>
            <a:ext cx="396842" cy="396107"/>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92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4" name="efficiency_158344"/>
          <p:cNvSpPr>
            <a:spLocks noChangeAspect="1"/>
          </p:cNvSpPr>
          <p:nvPr userDrawn="1"/>
        </p:nvSpPr>
        <p:spPr bwMode="auto">
          <a:xfrm>
            <a:off x="6658802" y="3313021"/>
            <a:ext cx="396842" cy="396107"/>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92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5" name="efficiency_158344"/>
          <p:cNvSpPr>
            <a:spLocks noChangeAspect="1"/>
          </p:cNvSpPr>
          <p:nvPr userDrawn="1"/>
        </p:nvSpPr>
        <p:spPr bwMode="auto">
          <a:xfrm>
            <a:off x="6491798" y="4330781"/>
            <a:ext cx="396842" cy="396107"/>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92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6" name="efficiency_158344"/>
          <p:cNvSpPr>
            <a:spLocks noChangeAspect="1"/>
          </p:cNvSpPr>
          <p:nvPr userDrawn="1"/>
        </p:nvSpPr>
        <p:spPr bwMode="auto">
          <a:xfrm>
            <a:off x="5284790" y="4361261"/>
            <a:ext cx="396842" cy="396107"/>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92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版式11">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10" name="泪滴形 11"/>
          <p:cNvSpPr/>
          <p:nvPr/>
        </p:nvSpPr>
        <p:spPr>
          <a:xfrm rot="10800000">
            <a:off x="5211439" y="3841007"/>
            <a:ext cx="81991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1" name="泪滴形 12"/>
          <p:cNvSpPr/>
          <p:nvPr/>
        </p:nvSpPr>
        <p:spPr>
          <a:xfrm rot="16200000">
            <a:off x="5211479" y="2950927"/>
            <a:ext cx="819832" cy="81991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2" name="泪滴形 13"/>
          <p:cNvSpPr/>
          <p:nvPr/>
        </p:nvSpPr>
        <p:spPr>
          <a:xfrm>
            <a:off x="6101886" y="2958414"/>
            <a:ext cx="81991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lumMod val="75000"/>
                    <a:lumOff val="25000"/>
                  </a:schemeClr>
                </a:solidFill>
                <a:latin typeface="微软雅黑" panose="020B0503020204020204" charset="-122"/>
                <a:ea typeface="微软雅黑" panose="020B0503020204020204" charset="-122"/>
              </a:rPr>
              <a:t>\</a:t>
            </a:r>
          </a:p>
        </p:txBody>
      </p:sp>
      <p:sp>
        <p:nvSpPr>
          <p:cNvPr id="13" name="泪滴形 14"/>
          <p:cNvSpPr/>
          <p:nvPr/>
        </p:nvSpPr>
        <p:spPr>
          <a:xfrm rot="5400000">
            <a:off x="6101926" y="3837545"/>
            <a:ext cx="819832" cy="81991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4" name="矩形 13"/>
          <p:cNvSpPr/>
          <p:nvPr/>
        </p:nvSpPr>
        <p:spPr>
          <a:xfrm>
            <a:off x="6576123" y="3759020"/>
            <a:ext cx="324111" cy="147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5" name="矩形 14"/>
          <p:cNvSpPr/>
          <p:nvPr/>
        </p:nvSpPr>
        <p:spPr>
          <a:xfrm>
            <a:off x="5275737" y="3762275"/>
            <a:ext cx="324111" cy="71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6" name="矩形 15"/>
          <p:cNvSpPr/>
          <p:nvPr/>
        </p:nvSpPr>
        <p:spPr>
          <a:xfrm rot="5400000">
            <a:off x="5923988" y="3093493"/>
            <a:ext cx="324079" cy="109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a:xfrm rot="5400000">
            <a:off x="5903786" y="4333284"/>
            <a:ext cx="324079" cy="109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微软雅黑" panose="020B0503020204020204" charset="-122"/>
              <a:ea typeface="微软雅黑" panose="020B0503020204020204" charset="-122"/>
            </a:endParaRPr>
          </a:p>
        </p:txBody>
      </p:sp>
      <p:sp>
        <p:nvSpPr>
          <p:cNvPr id="18" name="泪滴形 19"/>
          <p:cNvSpPr/>
          <p:nvPr/>
        </p:nvSpPr>
        <p:spPr>
          <a:xfrm rot="16019580">
            <a:off x="4736437" y="2819158"/>
            <a:ext cx="909492" cy="914590"/>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19" name="泪滴形 21"/>
          <p:cNvSpPr/>
          <p:nvPr/>
        </p:nvSpPr>
        <p:spPr>
          <a:xfrm rot="11271940">
            <a:off x="4768624" y="3761026"/>
            <a:ext cx="928522" cy="928431"/>
          </a:xfrm>
          <a:prstGeom prst="teardrop">
            <a:avLst/>
          </a:prstGeom>
          <a:solidFill>
            <a:srgbClr val="9A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0" name="泪滴形 23"/>
          <p:cNvSpPr/>
          <p:nvPr/>
        </p:nvSpPr>
        <p:spPr>
          <a:xfrm rot="249039">
            <a:off x="6444484" y="2743615"/>
            <a:ext cx="920055" cy="919965"/>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21" name="泪滴形 25"/>
          <p:cNvSpPr/>
          <p:nvPr/>
        </p:nvSpPr>
        <p:spPr>
          <a:xfrm rot="5099576">
            <a:off x="6390816" y="3711419"/>
            <a:ext cx="928431" cy="928522"/>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30" name="泪滴形 19"/>
          <p:cNvSpPr/>
          <p:nvPr userDrawn="1"/>
        </p:nvSpPr>
        <p:spPr>
          <a:xfrm rot="18973439">
            <a:off x="5577239" y="2298176"/>
            <a:ext cx="909493" cy="914590"/>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
        <p:nvSpPr>
          <p:cNvPr id="22" name="文本占位符 21"/>
          <p:cNvSpPr>
            <a:spLocks noGrp="1"/>
          </p:cNvSpPr>
          <p:nvPr>
            <p:ph type="body" sz="quarter" idx="12" hasCustomPrompt="1"/>
          </p:nvPr>
        </p:nvSpPr>
        <p:spPr>
          <a:xfrm>
            <a:off x="707390" y="1100455"/>
            <a:ext cx="3874770" cy="383540"/>
          </a:xfrm>
          <a:prstGeom prst="rect">
            <a:avLst/>
          </a:prstGeom>
        </p:spPr>
        <p:txBody>
          <a:bodyPr>
            <a:normAutofit/>
          </a:bodyPr>
          <a:lstStyle>
            <a:lvl1pPr marL="0" indent="0" algn="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6" name="文本占位符 21"/>
          <p:cNvSpPr>
            <a:spLocks noGrp="1"/>
          </p:cNvSpPr>
          <p:nvPr>
            <p:ph type="body" sz="quarter" idx="14" hasCustomPrompt="1"/>
          </p:nvPr>
        </p:nvSpPr>
        <p:spPr>
          <a:xfrm>
            <a:off x="704850" y="2976880"/>
            <a:ext cx="3877310" cy="383540"/>
          </a:xfrm>
          <a:prstGeom prst="rect">
            <a:avLst/>
          </a:prstGeom>
        </p:spPr>
        <p:txBody>
          <a:bodyPr>
            <a:normAutofit/>
          </a:bodyPr>
          <a:lstStyle>
            <a:lvl1pPr marL="0" indent="0" algn="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1"/>
          <p:cNvSpPr>
            <a:spLocks noGrp="1"/>
          </p:cNvSpPr>
          <p:nvPr>
            <p:ph type="body" sz="quarter" idx="16" hasCustomPrompt="1"/>
          </p:nvPr>
        </p:nvSpPr>
        <p:spPr>
          <a:xfrm>
            <a:off x="7534910" y="1104900"/>
            <a:ext cx="3885565" cy="383540"/>
          </a:xfrm>
          <a:prstGeom prst="rect">
            <a:avLst/>
          </a:prstGeom>
        </p:spPr>
        <p:txBody>
          <a:bodyPr>
            <a:normAutofit/>
          </a:bodyP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21"/>
          <p:cNvSpPr>
            <a:spLocks noGrp="1"/>
          </p:cNvSpPr>
          <p:nvPr>
            <p:ph type="body" sz="quarter" idx="18" hasCustomPrompt="1"/>
          </p:nvPr>
        </p:nvSpPr>
        <p:spPr>
          <a:xfrm>
            <a:off x="7534910" y="4874895"/>
            <a:ext cx="3886835" cy="383540"/>
          </a:xfrm>
          <a:prstGeom prst="rect">
            <a:avLst/>
          </a:prstGeom>
        </p:spPr>
        <p:txBody>
          <a:bodyPr>
            <a:normAutofit/>
          </a:bodyP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16"/>
          <p:cNvSpPr>
            <a:spLocks noGrp="1"/>
          </p:cNvSpPr>
          <p:nvPr>
            <p:ph type="body" sz="quarter" idx="20" hasCustomPrompt="1"/>
          </p:nvPr>
        </p:nvSpPr>
        <p:spPr>
          <a:xfrm>
            <a:off x="703263" y="1513781"/>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1" hasCustomPrompt="1"/>
          </p:nvPr>
        </p:nvSpPr>
        <p:spPr>
          <a:xfrm>
            <a:off x="7533647" y="1519918"/>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16"/>
          <p:cNvSpPr>
            <a:spLocks noGrp="1"/>
          </p:cNvSpPr>
          <p:nvPr>
            <p:ph type="body" sz="quarter" idx="22" hasCustomPrompt="1"/>
          </p:nvPr>
        </p:nvSpPr>
        <p:spPr>
          <a:xfrm>
            <a:off x="7533647" y="5306533"/>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文本占位符 16"/>
          <p:cNvSpPr>
            <a:spLocks noGrp="1"/>
          </p:cNvSpPr>
          <p:nvPr>
            <p:ph type="body" sz="quarter" idx="23" hasCustomPrompt="1"/>
          </p:nvPr>
        </p:nvSpPr>
        <p:spPr>
          <a:xfrm>
            <a:off x="703263" y="3391277"/>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1"/>
          <p:cNvSpPr>
            <a:spLocks noGrp="1"/>
          </p:cNvSpPr>
          <p:nvPr>
            <p:ph type="body" sz="quarter" idx="24" hasCustomPrompt="1"/>
          </p:nvPr>
        </p:nvSpPr>
        <p:spPr>
          <a:xfrm>
            <a:off x="7534910" y="2990215"/>
            <a:ext cx="3886835" cy="383540"/>
          </a:xfrm>
          <a:prstGeom prst="rect">
            <a:avLst/>
          </a:prstGeom>
        </p:spPr>
        <p:txBody>
          <a:bodyPr>
            <a:normAutofit/>
          </a:bodyP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16"/>
          <p:cNvSpPr>
            <a:spLocks noGrp="1"/>
          </p:cNvSpPr>
          <p:nvPr>
            <p:ph type="body" sz="quarter" idx="25" hasCustomPrompt="1"/>
          </p:nvPr>
        </p:nvSpPr>
        <p:spPr>
          <a:xfrm>
            <a:off x="7533647" y="3416773"/>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21"/>
          <p:cNvSpPr>
            <a:spLocks noGrp="1"/>
          </p:cNvSpPr>
          <p:nvPr>
            <p:ph type="body" sz="quarter" idx="26" hasCustomPrompt="1"/>
          </p:nvPr>
        </p:nvSpPr>
        <p:spPr>
          <a:xfrm>
            <a:off x="704850" y="4909185"/>
            <a:ext cx="3877310" cy="383540"/>
          </a:xfrm>
          <a:prstGeom prst="rect">
            <a:avLst/>
          </a:prstGeom>
        </p:spPr>
        <p:txBody>
          <a:bodyPr>
            <a:normAutofit/>
          </a:bodyPr>
          <a:lstStyle>
            <a:lvl1pPr marL="0" indent="0" algn="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5" name="文本占位符 16"/>
          <p:cNvSpPr>
            <a:spLocks noGrp="1"/>
          </p:cNvSpPr>
          <p:nvPr>
            <p:ph type="body" sz="quarter" idx="27" hasCustomPrompt="1"/>
          </p:nvPr>
        </p:nvSpPr>
        <p:spPr>
          <a:xfrm>
            <a:off x="703263" y="5323709"/>
            <a:ext cx="3878262" cy="1096962"/>
          </a:xfrm>
          <a:prstGeom prst="rect">
            <a:avLst/>
          </a:prstGeom>
        </p:spPr>
        <p:txBody>
          <a:bodyPr anchor="t"/>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6" name="泪滴形 21"/>
          <p:cNvSpPr/>
          <p:nvPr userDrawn="1"/>
        </p:nvSpPr>
        <p:spPr>
          <a:xfrm rot="8175111">
            <a:off x="5612064" y="4300618"/>
            <a:ext cx="890589" cy="890501"/>
          </a:xfrm>
          <a:prstGeom prst="teardrop">
            <a:avLst/>
          </a:prstGeom>
          <a:solidFill>
            <a:srgbClr val="80808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efficiency_158344"/>
          <p:cNvSpPr>
            <a:spLocks noChangeAspect="1"/>
          </p:cNvSpPr>
          <p:nvPr userDrawn="1"/>
        </p:nvSpPr>
        <p:spPr bwMode="auto">
          <a:xfrm>
            <a:off x="5857228" y="2620594"/>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8" name="efficiency_158344"/>
          <p:cNvSpPr>
            <a:spLocks noChangeAspect="1"/>
          </p:cNvSpPr>
          <p:nvPr userDrawn="1"/>
        </p:nvSpPr>
        <p:spPr bwMode="auto">
          <a:xfrm>
            <a:off x="6667996" y="3053410"/>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7" name="efficiency_158344"/>
          <p:cNvSpPr>
            <a:spLocks noChangeAspect="1"/>
          </p:cNvSpPr>
          <p:nvPr userDrawn="1"/>
        </p:nvSpPr>
        <p:spPr bwMode="auto">
          <a:xfrm>
            <a:off x="6619228" y="3955618"/>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8" name="efficiency_158344"/>
          <p:cNvSpPr>
            <a:spLocks noChangeAspect="1"/>
          </p:cNvSpPr>
          <p:nvPr userDrawn="1"/>
        </p:nvSpPr>
        <p:spPr bwMode="auto">
          <a:xfrm>
            <a:off x="5875770" y="4534738"/>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9" name="efficiency_158344"/>
          <p:cNvSpPr>
            <a:spLocks noChangeAspect="1"/>
          </p:cNvSpPr>
          <p:nvPr userDrawn="1"/>
        </p:nvSpPr>
        <p:spPr bwMode="auto">
          <a:xfrm>
            <a:off x="5083036" y="3998290"/>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42" name="efficiency_158344"/>
          <p:cNvSpPr>
            <a:spLocks noChangeAspect="1"/>
          </p:cNvSpPr>
          <p:nvPr userDrawn="1"/>
        </p:nvSpPr>
        <p:spPr bwMode="auto">
          <a:xfrm>
            <a:off x="5022076" y="3108274"/>
            <a:ext cx="356296" cy="35563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75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44" name="矩形 43"/>
          <p:cNvSpPr/>
          <p:nvPr userDrawn="1"/>
        </p:nvSpPr>
        <p:spPr>
          <a:xfrm rot="2700000">
            <a:off x="5837727" y="3498697"/>
            <a:ext cx="389824" cy="389863"/>
          </a:xfrm>
          <a:prstGeom prst="rect">
            <a:avLst/>
          </a:prstGeom>
          <a:solidFill>
            <a:schemeClr val="tx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通用版式">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3" name="五边形 2"/>
          <p:cNvSpPr/>
          <p:nvPr userDrawn="1"/>
        </p:nvSpPr>
        <p:spPr>
          <a:xfrm flipH="1">
            <a:off x="7993532" y="3862090"/>
            <a:ext cx="2889535" cy="1925955"/>
          </a:xfrm>
          <a:prstGeom prst="homePlat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五边形 3"/>
          <p:cNvSpPr/>
          <p:nvPr userDrawn="1"/>
        </p:nvSpPr>
        <p:spPr>
          <a:xfrm flipH="1">
            <a:off x="7993532" y="1390015"/>
            <a:ext cx="2889535" cy="1925955"/>
          </a:xfrm>
          <a:prstGeom prst="homePlat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五边形 4"/>
          <p:cNvSpPr/>
          <p:nvPr userDrawn="1"/>
        </p:nvSpPr>
        <p:spPr>
          <a:xfrm>
            <a:off x="1327281" y="3862090"/>
            <a:ext cx="2889535" cy="1925955"/>
          </a:xfrm>
          <a:prstGeom prst="homePlat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 name="五边形 5"/>
          <p:cNvSpPr/>
          <p:nvPr userDrawn="1"/>
        </p:nvSpPr>
        <p:spPr>
          <a:xfrm>
            <a:off x="1327281" y="1389764"/>
            <a:ext cx="2889535" cy="1925955"/>
          </a:xfrm>
          <a:prstGeom prst="homePlat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Freeform 5"/>
          <p:cNvSpPr/>
          <p:nvPr userDrawn="1"/>
        </p:nvSpPr>
        <p:spPr bwMode="auto">
          <a:xfrm>
            <a:off x="4470840" y="2974975"/>
            <a:ext cx="1386977" cy="1410970"/>
          </a:xfrm>
          <a:custGeom>
            <a:avLst/>
            <a:gdLst>
              <a:gd name="T0" fmla="*/ 2 w 123"/>
              <a:gd name="T1" fmla="*/ 109 h 125"/>
              <a:gd name="T2" fmla="*/ 68 w 123"/>
              <a:gd name="T3" fmla="*/ 72 h 125"/>
              <a:gd name="T4" fmla="*/ 69 w 123"/>
              <a:gd name="T5" fmla="*/ 52 h 125"/>
              <a:gd name="T6" fmla="*/ 0 w 123"/>
              <a:gd name="T7" fmla="*/ 19 h 125"/>
              <a:gd name="T8" fmla="*/ 56 w 123"/>
              <a:gd name="T9" fmla="*/ 4 h 125"/>
              <a:gd name="T10" fmla="*/ 122 w 123"/>
              <a:gd name="T11" fmla="*/ 55 h 125"/>
              <a:gd name="T12" fmla="*/ 122 w 123"/>
              <a:gd name="T13" fmla="*/ 66 h 125"/>
              <a:gd name="T14" fmla="*/ 31 w 123"/>
              <a:gd name="T15" fmla="*/ 119 h 125"/>
              <a:gd name="T16" fmla="*/ 2 w 123"/>
              <a:gd name="T17" fmla="*/ 10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 h="125">
                <a:moveTo>
                  <a:pt x="2" y="109"/>
                </a:moveTo>
                <a:cubicBezTo>
                  <a:pt x="31" y="107"/>
                  <a:pt x="49" y="90"/>
                  <a:pt x="68" y="72"/>
                </a:cubicBezTo>
                <a:cubicBezTo>
                  <a:pt x="74" y="65"/>
                  <a:pt x="77" y="60"/>
                  <a:pt x="69" y="52"/>
                </a:cubicBezTo>
                <a:cubicBezTo>
                  <a:pt x="50" y="34"/>
                  <a:pt x="33" y="16"/>
                  <a:pt x="0" y="19"/>
                </a:cubicBezTo>
                <a:cubicBezTo>
                  <a:pt x="18" y="2"/>
                  <a:pt x="37" y="0"/>
                  <a:pt x="56" y="4"/>
                </a:cubicBezTo>
                <a:cubicBezTo>
                  <a:pt x="86" y="10"/>
                  <a:pt x="105" y="32"/>
                  <a:pt x="122" y="55"/>
                </a:cubicBezTo>
                <a:cubicBezTo>
                  <a:pt x="123" y="58"/>
                  <a:pt x="123" y="63"/>
                  <a:pt x="122" y="66"/>
                </a:cubicBezTo>
                <a:cubicBezTo>
                  <a:pt x="109" y="97"/>
                  <a:pt x="63" y="125"/>
                  <a:pt x="31" y="119"/>
                </a:cubicBezTo>
                <a:cubicBezTo>
                  <a:pt x="21" y="118"/>
                  <a:pt x="12" y="113"/>
                  <a:pt x="2" y="109"/>
                </a:cubicBez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65000"/>
                  <a:lumOff val="35000"/>
                </a:schemeClr>
              </a:solidFill>
              <a:latin typeface="微软雅黑" panose="020B0503020204020204" charset="-122"/>
              <a:ea typeface="微软雅黑" panose="020B0503020204020204" charset="-122"/>
            </a:endParaRPr>
          </a:p>
        </p:txBody>
      </p:sp>
      <p:sp>
        <p:nvSpPr>
          <p:cNvPr id="8" name="Freeform 8"/>
          <p:cNvSpPr/>
          <p:nvPr userDrawn="1"/>
        </p:nvSpPr>
        <p:spPr bwMode="auto">
          <a:xfrm>
            <a:off x="5262763" y="2148840"/>
            <a:ext cx="1476520" cy="1410970"/>
          </a:xfrm>
          <a:custGeom>
            <a:avLst/>
            <a:gdLst>
              <a:gd name="T0" fmla="*/ 110 w 131"/>
              <a:gd name="T1" fmla="*/ 4 h 125"/>
              <a:gd name="T2" fmla="*/ 115 w 131"/>
              <a:gd name="T3" fmla="*/ 74 h 125"/>
              <a:gd name="T4" fmla="*/ 66 w 131"/>
              <a:gd name="T5" fmla="*/ 125 h 125"/>
              <a:gd name="T6" fmla="*/ 15 w 131"/>
              <a:gd name="T7" fmla="*/ 73 h 125"/>
              <a:gd name="T8" fmla="*/ 22 w 131"/>
              <a:gd name="T9" fmla="*/ 0 h 125"/>
              <a:gd name="T10" fmla="*/ 66 w 131"/>
              <a:gd name="T11" fmla="*/ 78 h 125"/>
              <a:gd name="T12" fmla="*/ 110 w 131"/>
              <a:gd name="T13" fmla="*/ 4 h 125"/>
            </a:gdLst>
            <a:ahLst/>
            <a:cxnLst>
              <a:cxn ang="0">
                <a:pos x="T0" y="T1"/>
              </a:cxn>
              <a:cxn ang="0">
                <a:pos x="T2" y="T3"/>
              </a:cxn>
              <a:cxn ang="0">
                <a:pos x="T4" y="T5"/>
              </a:cxn>
              <a:cxn ang="0">
                <a:pos x="T6" y="T7"/>
              </a:cxn>
              <a:cxn ang="0">
                <a:pos x="T8" y="T9"/>
              </a:cxn>
              <a:cxn ang="0">
                <a:pos x="T10" y="T11"/>
              </a:cxn>
              <a:cxn ang="0">
                <a:pos x="T12" y="T13"/>
              </a:cxn>
            </a:cxnLst>
            <a:rect l="0" t="0" r="r" b="b"/>
            <a:pathLst>
              <a:path w="131" h="125">
                <a:moveTo>
                  <a:pt x="110" y="4"/>
                </a:moveTo>
                <a:cubicBezTo>
                  <a:pt x="128" y="27"/>
                  <a:pt x="131" y="52"/>
                  <a:pt x="115" y="74"/>
                </a:cubicBezTo>
                <a:cubicBezTo>
                  <a:pt x="102" y="93"/>
                  <a:pt x="82" y="108"/>
                  <a:pt x="66" y="125"/>
                </a:cubicBezTo>
                <a:cubicBezTo>
                  <a:pt x="48" y="107"/>
                  <a:pt x="28" y="92"/>
                  <a:pt x="15" y="73"/>
                </a:cubicBezTo>
                <a:cubicBezTo>
                  <a:pt x="0" y="51"/>
                  <a:pt x="3" y="26"/>
                  <a:pt x="22" y="0"/>
                </a:cubicBezTo>
                <a:cubicBezTo>
                  <a:pt x="21" y="37"/>
                  <a:pt x="42" y="56"/>
                  <a:pt x="66" y="78"/>
                </a:cubicBezTo>
                <a:cubicBezTo>
                  <a:pt x="87" y="56"/>
                  <a:pt x="111" y="39"/>
                  <a:pt x="110" y="4"/>
                </a:cubicBezTo>
                <a:close/>
              </a:path>
            </a:pathLst>
          </a:cu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65000"/>
                  <a:lumOff val="35000"/>
                </a:schemeClr>
              </a:solidFill>
              <a:latin typeface="微软雅黑" panose="020B0503020204020204" charset="-122"/>
              <a:ea typeface="微软雅黑" panose="020B0503020204020204" charset="-122"/>
            </a:endParaRPr>
          </a:p>
        </p:txBody>
      </p:sp>
      <p:sp>
        <p:nvSpPr>
          <p:cNvPr id="9" name="Freeform 6"/>
          <p:cNvSpPr/>
          <p:nvPr userDrawn="1"/>
        </p:nvSpPr>
        <p:spPr bwMode="auto">
          <a:xfrm>
            <a:off x="6111842" y="2921635"/>
            <a:ext cx="1399043" cy="1464310"/>
          </a:xfrm>
          <a:custGeom>
            <a:avLst/>
            <a:gdLst>
              <a:gd name="T0" fmla="*/ 120 w 124"/>
              <a:gd name="T1" fmla="*/ 110 h 130"/>
              <a:gd name="T2" fmla="*/ 50 w 124"/>
              <a:gd name="T3" fmla="*/ 115 h 130"/>
              <a:gd name="T4" fmla="*/ 0 w 124"/>
              <a:gd name="T5" fmla="*/ 65 h 130"/>
              <a:gd name="T6" fmla="*/ 51 w 124"/>
              <a:gd name="T7" fmla="*/ 15 h 130"/>
              <a:gd name="T8" fmla="*/ 124 w 124"/>
              <a:gd name="T9" fmla="*/ 22 h 130"/>
              <a:gd name="T10" fmla="*/ 46 w 124"/>
              <a:gd name="T11" fmla="*/ 66 h 130"/>
              <a:gd name="T12" fmla="*/ 120 w 124"/>
              <a:gd name="T13" fmla="*/ 110 h 130"/>
            </a:gdLst>
            <a:ahLst/>
            <a:cxnLst>
              <a:cxn ang="0">
                <a:pos x="T0" y="T1"/>
              </a:cxn>
              <a:cxn ang="0">
                <a:pos x="T2" y="T3"/>
              </a:cxn>
              <a:cxn ang="0">
                <a:pos x="T4" y="T5"/>
              </a:cxn>
              <a:cxn ang="0">
                <a:pos x="T6" y="T7"/>
              </a:cxn>
              <a:cxn ang="0">
                <a:pos x="T8" y="T9"/>
              </a:cxn>
              <a:cxn ang="0">
                <a:pos x="T10" y="T11"/>
              </a:cxn>
              <a:cxn ang="0">
                <a:pos x="T12" y="T13"/>
              </a:cxn>
            </a:cxnLst>
            <a:rect l="0" t="0" r="r" b="b"/>
            <a:pathLst>
              <a:path w="124" h="130">
                <a:moveTo>
                  <a:pt x="120" y="110"/>
                </a:moveTo>
                <a:cubicBezTo>
                  <a:pt x="98" y="128"/>
                  <a:pt x="72" y="130"/>
                  <a:pt x="50" y="115"/>
                </a:cubicBezTo>
                <a:cubicBezTo>
                  <a:pt x="31" y="102"/>
                  <a:pt x="16" y="82"/>
                  <a:pt x="0" y="65"/>
                </a:cubicBezTo>
                <a:cubicBezTo>
                  <a:pt x="17" y="48"/>
                  <a:pt x="32" y="28"/>
                  <a:pt x="51" y="15"/>
                </a:cubicBezTo>
                <a:cubicBezTo>
                  <a:pt x="73" y="0"/>
                  <a:pt x="98" y="3"/>
                  <a:pt x="124" y="22"/>
                </a:cubicBezTo>
                <a:cubicBezTo>
                  <a:pt x="87" y="21"/>
                  <a:pt x="68" y="42"/>
                  <a:pt x="46" y="66"/>
                </a:cubicBezTo>
                <a:cubicBezTo>
                  <a:pt x="68" y="87"/>
                  <a:pt x="86" y="111"/>
                  <a:pt x="120" y="110"/>
                </a:cubicBez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65000"/>
                  <a:lumOff val="35000"/>
                </a:schemeClr>
              </a:solidFill>
              <a:latin typeface="微软雅黑" panose="020B0503020204020204" charset="-122"/>
              <a:ea typeface="微软雅黑" panose="020B0503020204020204" charset="-122"/>
            </a:endParaRPr>
          </a:p>
        </p:txBody>
      </p:sp>
      <p:sp>
        <p:nvSpPr>
          <p:cNvPr id="10" name="Freeform 7"/>
          <p:cNvSpPr/>
          <p:nvPr userDrawn="1"/>
        </p:nvSpPr>
        <p:spPr bwMode="auto">
          <a:xfrm>
            <a:off x="5295787" y="3862070"/>
            <a:ext cx="1410474" cy="1387475"/>
          </a:xfrm>
          <a:custGeom>
            <a:avLst/>
            <a:gdLst>
              <a:gd name="T0" fmla="*/ 109 w 125"/>
              <a:gd name="T1" fmla="*/ 121 h 123"/>
              <a:gd name="T2" fmla="*/ 72 w 125"/>
              <a:gd name="T3" fmla="*/ 56 h 123"/>
              <a:gd name="T4" fmla="*/ 52 w 125"/>
              <a:gd name="T5" fmla="*/ 54 h 123"/>
              <a:gd name="T6" fmla="*/ 19 w 125"/>
              <a:gd name="T7" fmla="*/ 123 h 123"/>
              <a:gd name="T8" fmla="*/ 4 w 125"/>
              <a:gd name="T9" fmla="*/ 67 h 123"/>
              <a:gd name="T10" fmla="*/ 56 w 125"/>
              <a:gd name="T11" fmla="*/ 2 h 123"/>
              <a:gd name="T12" fmla="*/ 66 w 125"/>
              <a:gd name="T13" fmla="*/ 1 h 123"/>
              <a:gd name="T14" fmla="*/ 119 w 125"/>
              <a:gd name="T15" fmla="*/ 92 h 123"/>
              <a:gd name="T16" fmla="*/ 109 w 125"/>
              <a:gd name="T17" fmla="*/ 1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123">
                <a:moveTo>
                  <a:pt x="109" y="121"/>
                </a:moveTo>
                <a:cubicBezTo>
                  <a:pt x="107" y="92"/>
                  <a:pt x="90" y="74"/>
                  <a:pt x="72" y="56"/>
                </a:cubicBezTo>
                <a:cubicBezTo>
                  <a:pt x="65" y="49"/>
                  <a:pt x="60" y="46"/>
                  <a:pt x="52" y="54"/>
                </a:cubicBezTo>
                <a:cubicBezTo>
                  <a:pt x="34" y="73"/>
                  <a:pt x="16" y="90"/>
                  <a:pt x="19" y="123"/>
                </a:cubicBezTo>
                <a:cubicBezTo>
                  <a:pt x="2" y="105"/>
                  <a:pt x="0" y="86"/>
                  <a:pt x="4" y="67"/>
                </a:cubicBezTo>
                <a:cubicBezTo>
                  <a:pt x="11" y="38"/>
                  <a:pt x="32" y="18"/>
                  <a:pt x="56" y="2"/>
                </a:cubicBezTo>
                <a:cubicBezTo>
                  <a:pt x="58" y="0"/>
                  <a:pt x="63" y="0"/>
                  <a:pt x="66" y="1"/>
                </a:cubicBezTo>
                <a:cubicBezTo>
                  <a:pt x="98" y="14"/>
                  <a:pt x="125" y="60"/>
                  <a:pt x="119" y="92"/>
                </a:cubicBezTo>
                <a:cubicBezTo>
                  <a:pt x="118" y="102"/>
                  <a:pt x="113" y="111"/>
                  <a:pt x="109" y="121"/>
                </a:cubicBezTo>
                <a:close/>
              </a:path>
            </a:pathLst>
          </a:cu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lumMod val="65000"/>
                  <a:lumOff val="35000"/>
                </a:schemeClr>
              </a:solidFill>
              <a:latin typeface="微软雅黑" panose="020B0503020204020204" charset="-122"/>
              <a:ea typeface="微软雅黑" panose="020B0503020204020204" charset="-122"/>
            </a:endParaRPr>
          </a:p>
        </p:txBody>
      </p:sp>
      <p:sp>
        <p:nvSpPr>
          <p:cNvPr id="20" name="文本占位符 19"/>
          <p:cNvSpPr>
            <a:spLocks noGrp="1"/>
          </p:cNvSpPr>
          <p:nvPr>
            <p:ph type="body" sz="quarter" idx="10" hasCustomPrompt="1"/>
          </p:nvPr>
        </p:nvSpPr>
        <p:spPr>
          <a:xfrm>
            <a:off x="1538027" y="1555141"/>
            <a:ext cx="1833108" cy="412482"/>
          </a:xfrm>
          <a:prstGeom prst="rect">
            <a:avLst/>
          </a:prstGeom>
        </p:spPr>
        <p:txBody>
          <a:bodyPr anchor="ctr"/>
          <a:lstStyle>
            <a:lvl1pPr marL="0" indent="0" algn="ct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概括类标题</a:t>
            </a:r>
          </a:p>
        </p:txBody>
      </p:sp>
      <p:sp>
        <p:nvSpPr>
          <p:cNvPr id="22" name="文本占位符 19"/>
          <p:cNvSpPr>
            <a:spLocks noGrp="1"/>
          </p:cNvSpPr>
          <p:nvPr>
            <p:ph type="body" sz="quarter" idx="12" hasCustomPrompt="1"/>
          </p:nvPr>
        </p:nvSpPr>
        <p:spPr>
          <a:xfrm>
            <a:off x="1538027" y="4032693"/>
            <a:ext cx="1833108" cy="412482"/>
          </a:xfrm>
          <a:prstGeom prst="rect">
            <a:avLst/>
          </a:prstGeom>
        </p:spPr>
        <p:txBody>
          <a:bodyPr anchor="ctr"/>
          <a:lstStyle>
            <a:lvl1pPr marL="0" indent="0" algn="ct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概括类标题</a:t>
            </a:r>
          </a:p>
        </p:txBody>
      </p:sp>
      <p:sp>
        <p:nvSpPr>
          <p:cNvPr id="25" name="文本占位符 19"/>
          <p:cNvSpPr>
            <a:spLocks noGrp="1"/>
          </p:cNvSpPr>
          <p:nvPr>
            <p:ph type="body" sz="quarter" idx="14" hasCustomPrompt="1"/>
          </p:nvPr>
        </p:nvSpPr>
        <p:spPr>
          <a:xfrm>
            <a:off x="8873796" y="4032693"/>
            <a:ext cx="1833108" cy="412482"/>
          </a:xfrm>
          <a:prstGeom prst="rect">
            <a:avLst/>
          </a:prstGeom>
        </p:spPr>
        <p:txBody>
          <a:bodyPr anchor="ctr"/>
          <a:lstStyle>
            <a:lvl1pPr marL="0" indent="0" algn="ct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概括类标题</a:t>
            </a:r>
          </a:p>
        </p:txBody>
      </p:sp>
      <p:sp>
        <p:nvSpPr>
          <p:cNvPr id="27" name="文本占位符 19"/>
          <p:cNvSpPr>
            <a:spLocks noGrp="1"/>
          </p:cNvSpPr>
          <p:nvPr>
            <p:ph type="body" sz="quarter" idx="16" hasCustomPrompt="1"/>
          </p:nvPr>
        </p:nvSpPr>
        <p:spPr>
          <a:xfrm>
            <a:off x="8873796" y="1555141"/>
            <a:ext cx="1833108" cy="412482"/>
          </a:xfrm>
          <a:prstGeom prst="rect">
            <a:avLst/>
          </a:prstGeom>
        </p:spPr>
        <p:txBody>
          <a:bodyPr anchor="ctr"/>
          <a:lstStyle>
            <a:lvl1pPr marL="0" indent="0" algn="ctr">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t>概括类标题</a:t>
            </a:r>
          </a:p>
        </p:txBody>
      </p:sp>
      <p:sp>
        <p:nvSpPr>
          <p:cNvPr id="2" name="文本占位符 2"/>
          <p:cNvSpPr>
            <a:spLocks noGrp="1"/>
          </p:cNvSpPr>
          <p:nvPr>
            <p:ph type="body" sz="quarter" idx="22" hasCustomPrompt="1"/>
          </p:nvPr>
        </p:nvSpPr>
        <p:spPr>
          <a:xfrm>
            <a:off x="1538028" y="1940051"/>
            <a:ext cx="1833108" cy="1159743"/>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1" name="文本占位符 2"/>
          <p:cNvSpPr>
            <a:spLocks noGrp="1"/>
          </p:cNvSpPr>
          <p:nvPr>
            <p:ph type="body" sz="quarter" idx="23" hasCustomPrompt="1"/>
          </p:nvPr>
        </p:nvSpPr>
        <p:spPr>
          <a:xfrm>
            <a:off x="1538028" y="4431638"/>
            <a:ext cx="1833108" cy="1159743"/>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文本占位符 2"/>
          <p:cNvSpPr>
            <a:spLocks noGrp="1"/>
          </p:cNvSpPr>
          <p:nvPr>
            <p:ph type="body" sz="quarter" idx="24" hasCustomPrompt="1"/>
          </p:nvPr>
        </p:nvSpPr>
        <p:spPr>
          <a:xfrm>
            <a:off x="8871639" y="4431638"/>
            <a:ext cx="1833108" cy="1159743"/>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文本占位符 2"/>
          <p:cNvSpPr>
            <a:spLocks noGrp="1"/>
          </p:cNvSpPr>
          <p:nvPr>
            <p:ph type="body" sz="quarter" idx="25" hasCustomPrompt="1"/>
          </p:nvPr>
        </p:nvSpPr>
        <p:spPr>
          <a:xfrm>
            <a:off x="8871639" y="1940051"/>
            <a:ext cx="1833108" cy="1159743"/>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4" name="组合 3"/>
          <p:cNvGrpSpPr/>
          <p:nvPr userDrawn="1"/>
        </p:nvGrpSpPr>
        <p:grpSpPr>
          <a:xfrm>
            <a:off x="1397412" y="2122273"/>
            <a:ext cx="2167490" cy="4024297"/>
            <a:chOff x="1110033" y="2134973"/>
            <a:chExt cx="2167277" cy="4024297"/>
          </a:xfrm>
        </p:grpSpPr>
        <p:sp>
          <p:nvSpPr>
            <p:cNvPr id="5" name="矩形 4"/>
            <p:cNvSpPr/>
            <p:nvPr/>
          </p:nvSpPr>
          <p:spPr>
            <a:xfrm>
              <a:off x="1110033" y="2134973"/>
              <a:ext cx="2163231"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 name="矩形 5"/>
            <p:cNvSpPr/>
            <p:nvPr/>
          </p:nvSpPr>
          <p:spPr>
            <a:xfrm>
              <a:off x="1114079" y="2721849"/>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7" name="组合 6"/>
            <p:cNvGrpSpPr/>
            <p:nvPr/>
          </p:nvGrpSpPr>
          <p:grpSpPr>
            <a:xfrm>
              <a:off x="1648127" y="5702466"/>
              <a:ext cx="1207234" cy="129625"/>
              <a:chOff x="6719835" y="1603931"/>
              <a:chExt cx="1325146" cy="142286"/>
            </a:xfrm>
          </p:grpSpPr>
          <p:sp>
            <p:nvSpPr>
              <p:cNvPr id="9"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0"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1"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2"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3"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4"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8" name="efficiency_158344"/>
            <p:cNvSpPr>
              <a:spLocks noChangeAspect="1"/>
            </p:cNvSpPr>
            <p:nvPr/>
          </p:nvSpPr>
          <p:spPr bwMode="auto">
            <a:xfrm>
              <a:off x="1927400" y="3161380"/>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5" name="组合 14"/>
          <p:cNvGrpSpPr/>
          <p:nvPr userDrawn="1"/>
        </p:nvGrpSpPr>
        <p:grpSpPr>
          <a:xfrm>
            <a:off x="4746184" y="1636444"/>
            <a:ext cx="2163444" cy="3661399"/>
            <a:chOff x="3696195" y="1649144"/>
            <a:chExt cx="2163231" cy="3661399"/>
          </a:xfrm>
        </p:grpSpPr>
        <p:sp>
          <p:nvSpPr>
            <p:cNvPr id="16" name="矩形 15"/>
            <p:cNvSpPr/>
            <p:nvPr/>
          </p:nvSpPr>
          <p:spPr>
            <a:xfrm>
              <a:off x="3699242" y="4796284"/>
              <a:ext cx="2160184"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3696195" y="1649144"/>
              <a:ext cx="2163231" cy="304013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18" name="组合 17"/>
            <p:cNvGrpSpPr/>
            <p:nvPr/>
          </p:nvGrpSpPr>
          <p:grpSpPr>
            <a:xfrm>
              <a:off x="4185731" y="1800251"/>
              <a:ext cx="1207234" cy="129625"/>
              <a:chOff x="6719835" y="1603931"/>
              <a:chExt cx="1325146" cy="142286"/>
            </a:xfrm>
          </p:grpSpPr>
          <p:sp>
            <p:nvSpPr>
              <p:cNvPr id="20"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1"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2"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3"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4"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5"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19" name="efficiency_158344"/>
            <p:cNvSpPr>
              <a:spLocks noChangeAspect="1"/>
            </p:cNvSpPr>
            <p:nvPr/>
          </p:nvSpPr>
          <p:spPr bwMode="auto">
            <a:xfrm>
              <a:off x="4510800" y="3860498"/>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26" name="组合 25"/>
          <p:cNvGrpSpPr/>
          <p:nvPr userDrawn="1"/>
        </p:nvGrpSpPr>
        <p:grpSpPr>
          <a:xfrm>
            <a:off x="8263868" y="2122180"/>
            <a:ext cx="2165471" cy="4024297"/>
            <a:chOff x="6248663" y="2115830"/>
            <a:chExt cx="2165258" cy="4024297"/>
          </a:xfrm>
        </p:grpSpPr>
        <p:sp>
          <p:nvSpPr>
            <p:cNvPr id="27" name="矩形 26"/>
            <p:cNvSpPr/>
            <p:nvPr/>
          </p:nvSpPr>
          <p:spPr>
            <a:xfrm>
              <a:off x="6248663" y="2115830"/>
              <a:ext cx="2163230"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28" name="矩形 27"/>
            <p:cNvSpPr/>
            <p:nvPr/>
          </p:nvSpPr>
          <p:spPr>
            <a:xfrm>
              <a:off x="6250690" y="2702706"/>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29" name="组合 28"/>
            <p:cNvGrpSpPr/>
            <p:nvPr/>
          </p:nvGrpSpPr>
          <p:grpSpPr>
            <a:xfrm>
              <a:off x="6632351" y="5723605"/>
              <a:ext cx="1207234" cy="129625"/>
              <a:chOff x="6719835" y="1603931"/>
              <a:chExt cx="1325146" cy="142286"/>
            </a:xfrm>
          </p:grpSpPr>
          <p:sp>
            <p:nvSpPr>
              <p:cNvPr id="31"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2"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3"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4"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5"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6"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30" name="efficiency_158344"/>
            <p:cNvSpPr>
              <a:spLocks noChangeAspect="1"/>
            </p:cNvSpPr>
            <p:nvPr/>
          </p:nvSpPr>
          <p:spPr bwMode="auto">
            <a:xfrm>
              <a:off x="7124746" y="3169209"/>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37" name="文本占位符 59"/>
          <p:cNvSpPr>
            <a:spLocks noGrp="1"/>
          </p:cNvSpPr>
          <p:nvPr>
            <p:ph type="body" sz="quarter" idx="10" hasCustomPrompt="1"/>
          </p:nvPr>
        </p:nvSpPr>
        <p:spPr>
          <a:xfrm>
            <a:off x="1405776" y="2185255"/>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8" name="文本占位符 59"/>
          <p:cNvSpPr>
            <a:spLocks noGrp="1"/>
          </p:cNvSpPr>
          <p:nvPr>
            <p:ph type="body" sz="quarter" idx="12" hasCustomPrompt="1"/>
          </p:nvPr>
        </p:nvSpPr>
        <p:spPr>
          <a:xfrm>
            <a:off x="8273884" y="2178270"/>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9" name="文本占位符 59"/>
          <p:cNvSpPr>
            <a:spLocks noGrp="1"/>
          </p:cNvSpPr>
          <p:nvPr>
            <p:ph type="body" sz="quarter" idx="14" hasCustomPrompt="1"/>
          </p:nvPr>
        </p:nvSpPr>
        <p:spPr>
          <a:xfrm>
            <a:off x="4753481" y="4847388"/>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0" name="文本占位符 2"/>
          <p:cNvSpPr>
            <a:spLocks noGrp="1"/>
          </p:cNvSpPr>
          <p:nvPr>
            <p:ph type="body" sz="quarter" idx="18" hasCustomPrompt="1"/>
          </p:nvPr>
        </p:nvSpPr>
        <p:spPr>
          <a:xfrm>
            <a:off x="1530918" y="3651122"/>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1" name="文本占位符 2"/>
          <p:cNvSpPr>
            <a:spLocks noGrp="1"/>
          </p:cNvSpPr>
          <p:nvPr>
            <p:ph type="body" sz="quarter" idx="19" hasCustomPrompt="1"/>
          </p:nvPr>
        </p:nvSpPr>
        <p:spPr>
          <a:xfrm>
            <a:off x="4876914" y="1938923"/>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2" name="文本占位符 2"/>
          <p:cNvSpPr>
            <a:spLocks noGrp="1"/>
          </p:cNvSpPr>
          <p:nvPr>
            <p:ph type="body" sz="quarter" idx="20" hasCustomPrompt="1"/>
          </p:nvPr>
        </p:nvSpPr>
        <p:spPr>
          <a:xfrm>
            <a:off x="8402034" y="3675669"/>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版式18">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grpSp>
        <p:nvGrpSpPr>
          <p:cNvPr id="3" name="组合 2"/>
          <p:cNvGrpSpPr/>
          <p:nvPr userDrawn="1"/>
        </p:nvGrpSpPr>
        <p:grpSpPr>
          <a:xfrm>
            <a:off x="1224454" y="2122273"/>
            <a:ext cx="2167490" cy="4024297"/>
            <a:chOff x="1110033" y="2134973"/>
            <a:chExt cx="2167277" cy="4024297"/>
          </a:xfrm>
        </p:grpSpPr>
        <p:sp>
          <p:nvSpPr>
            <p:cNvPr id="4" name="矩形 3"/>
            <p:cNvSpPr/>
            <p:nvPr/>
          </p:nvSpPr>
          <p:spPr>
            <a:xfrm>
              <a:off x="1110033" y="2134973"/>
              <a:ext cx="2163231"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矩形 4"/>
            <p:cNvSpPr/>
            <p:nvPr/>
          </p:nvSpPr>
          <p:spPr>
            <a:xfrm>
              <a:off x="1114079" y="2721849"/>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6" name="组合 5"/>
            <p:cNvGrpSpPr/>
            <p:nvPr/>
          </p:nvGrpSpPr>
          <p:grpSpPr>
            <a:xfrm>
              <a:off x="1648127" y="5702466"/>
              <a:ext cx="1207234" cy="129625"/>
              <a:chOff x="6719835" y="1603931"/>
              <a:chExt cx="1325146" cy="142286"/>
            </a:xfrm>
          </p:grpSpPr>
          <p:sp>
            <p:nvSpPr>
              <p:cNvPr id="10"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1"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2"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3"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4"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5"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9" name="efficiency_158344"/>
            <p:cNvSpPr>
              <a:spLocks noChangeAspect="1"/>
            </p:cNvSpPr>
            <p:nvPr/>
          </p:nvSpPr>
          <p:spPr bwMode="auto">
            <a:xfrm>
              <a:off x="1927400" y="3161380"/>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6" name="组合 15"/>
          <p:cNvGrpSpPr/>
          <p:nvPr userDrawn="1"/>
        </p:nvGrpSpPr>
        <p:grpSpPr>
          <a:xfrm>
            <a:off x="3810870" y="1636444"/>
            <a:ext cx="2163444" cy="3661399"/>
            <a:chOff x="3696195" y="1649144"/>
            <a:chExt cx="2163231" cy="3661399"/>
          </a:xfrm>
        </p:grpSpPr>
        <p:sp>
          <p:nvSpPr>
            <p:cNvPr id="17" name="矩形 16"/>
            <p:cNvSpPr/>
            <p:nvPr/>
          </p:nvSpPr>
          <p:spPr>
            <a:xfrm>
              <a:off x="3699242" y="4796284"/>
              <a:ext cx="2160184"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矩形 17"/>
            <p:cNvSpPr/>
            <p:nvPr/>
          </p:nvSpPr>
          <p:spPr>
            <a:xfrm>
              <a:off x="3696195" y="1649144"/>
              <a:ext cx="2163231" cy="304013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19" name="组合 18"/>
            <p:cNvGrpSpPr/>
            <p:nvPr/>
          </p:nvGrpSpPr>
          <p:grpSpPr>
            <a:xfrm>
              <a:off x="4185731" y="1800251"/>
              <a:ext cx="1207234" cy="129625"/>
              <a:chOff x="6719835" y="1603931"/>
              <a:chExt cx="1325146" cy="142286"/>
            </a:xfrm>
          </p:grpSpPr>
          <p:sp>
            <p:nvSpPr>
              <p:cNvPr id="23"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5"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6"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7"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9"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0"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22" name="efficiency_158344"/>
            <p:cNvSpPr>
              <a:spLocks noChangeAspect="1"/>
            </p:cNvSpPr>
            <p:nvPr/>
          </p:nvSpPr>
          <p:spPr bwMode="auto">
            <a:xfrm>
              <a:off x="4510800" y="3860498"/>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32" name="组合 31"/>
          <p:cNvGrpSpPr/>
          <p:nvPr userDrawn="1"/>
        </p:nvGrpSpPr>
        <p:grpSpPr>
          <a:xfrm>
            <a:off x="6350253" y="2122180"/>
            <a:ext cx="2165471" cy="4024297"/>
            <a:chOff x="6248663" y="2115830"/>
            <a:chExt cx="2165258" cy="4024297"/>
          </a:xfrm>
        </p:grpSpPr>
        <p:sp>
          <p:nvSpPr>
            <p:cNvPr id="33" name="矩形 32"/>
            <p:cNvSpPr/>
            <p:nvPr/>
          </p:nvSpPr>
          <p:spPr>
            <a:xfrm>
              <a:off x="6248663" y="2115830"/>
              <a:ext cx="2163230"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矩形 33"/>
            <p:cNvSpPr/>
            <p:nvPr/>
          </p:nvSpPr>
          <p:spPr>
            <a:xfrm>
              <a:off x="6250690" y="2702706"/>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35" name="组合 34"/>
            <p:cNvGrpSpPr/>
            <p:nvPr/>
          </p:nvGrpSpPr>
          <p:grpSpPr>
            <a:xfrm>
              <a:off x="6632351" y="5723605"/>
              <a:ext cx="1207234" cy="129625"/>
              <a:chOff x="6719835" y="1603931"/>
              <a:chExt cx="1325146" cy="142286"/>
            </a:xfrm>
          </p:grpSpPr>
          <p:sp>
            <p:nvSpPr>
              <p:cNvPr id="39"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1"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2"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3"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4"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5"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38" name="efficiency_158344"/>
            <p:cNvSpPr>
              <a:spLocks noChangeAspect="1"/>
            </p:cNvSpPr>
            <p:nvPr/>
          </p:nvSpPr>
          <p:spPr bwMode="auto">
            <a:xfrm>
              <a:off x="7124746" y="3169209"/>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46" name="组合 45"/>
          <p:cNvGrpSpPr/>
          <p:nvPr userDrawn="1"/>
        </p:nvGrpSpPr>
        <p:grpSpPr>
          <a:xfrm>
            <a:off x="8779128" y="1558564"/>
            <a:ext cx="2163444" cy="3712278"/>
            <a:chOff x="8663964" y="1571264"/>
            <a:chExt cx="2163231" cy="3712278"/>
          </a:xfrm>
        </p:grpSpPr>
        <p:sp>
          <p:nvSpPr>
            <p:cNvPr id="47" name="矩形 46"/>
            <p:cNvSpPr/>
            <p:nvPr/>
          </p:nvSpPr>
          <p:spPr>
            <a:xfrm>
              <a:off x="8667301" y="4769283"/>
              <a:ext cx="2159893"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8" name="矩形 47"/>
            <p:cNvSpPr/>
            <p:nvPr/>
          </p:nvSpPr>
          <p:spPr>
            <a:xfrm>
              <a:off x="8663964" y="1571264"/>
              <a:ext cx="2163231" cy="3079313"/>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49" name="组合 48"/>
            <p:cNvGrpSpPr/>
            <p:nvPr/>
          </p:nvGrpSpPr>
          <p:grpSpPr>
            <a:xfrm>
              <a:off x="9187034" y="1800252"/>
              <a:ext cx="1207234" cy="129625"/>
              <a:chOff x="6719835" y="1603931"/>
              <a:chExt cx="1325146" cy="142286"/>
            </a:xfrm>
          </p:grpSpPr>
          <p:sp>
            <p:nvSpPr>
              <p:cNvPr id="53"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4"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5"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6"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7"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8"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52" name="efficiency_158344"/>
            <p:cNvSpPr>
              <a:spLocks noChangeAspect="1"/>
            </p:cNvSpPr>
            <p:nvPr/>
          </p:nvSpPr>
          <p:spPr bwMode="auto">
            <a:xfrm>
              <a:off x="9512102" y="3860498"/>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60" name="文本占位符 59"/>
          <p:cNvSpPr>
            <a:spLocks noGrp="1"/>
          </p:cNvSpPr>
          <p:nvPr>
            <p:ph type="body" sz="quarter" idx="10" hasCustomPrompt="1"/>
          </p:nvPr>
        </p:nvSpPr>
        <p:spPr>
          <a:xfrm>
            <a:off x="1234723" y="2180429"/>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2" name="文本占位符 59"/>
          <p:cNvSpPr>
            <a:spLocks noGrp="1"/>
          </p:cNvSpPr>
          <p:nvPr>
            <p:ph type="body" sz="quarter" idx="12" hasCustomPrompt="1"/>
          </p:nvPr>
        </p:nvSpPr>
        <p:spPr>
          <a:xfrm>
            <a:off x="6361539" y="2180429"/>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4" name="文本占位符 59"/>
          <p:cNvSpPr>
            <a:spLocks noGrp="1"/>
          </p:cNvSpPr>
          <p:nvPr>
            <p:ph type="body" sz="quarter" idx="14" hasCustomPrompt="1"/>
          </p:nvPr>
        </p:nvSpPr>
        <p:spPr>
          <a:xfrm>
            <a:off x="3820072" y="4842562"/>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6" name="文本占位符 59"/>
          <p:cNvSpPr>
            <a:spLocks noGrp="1"/>
          </p:cNvSpPr>
          <p:nvPr>
            <p:ph type="body" sz="quarter" idx="16" hasCustomPrompt="1"/>
          </p:nvPr>
        </p:nvSpPr>
        <p:spPr>
          <a:xfrm>
            <a:off x="8795524" y="4814622"/>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18" hasCustomPrompt="1"/>
          </p:nvPr>
        </p:nvSpPr>
        <p:spPr>
          <a:xfrm>
            <a:off x="1357960" y="3651122"/>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文本占位符 2"/>
          <p:cNvSpPr>
            <a:spLocks noGrp="1"/>
          </p:cNvSpPr>
          <p:nvPr>
            <p:ph type="body" sz="quarter" idx="19" hasCustomPrompt="1"/>
          </p:nvPr>
        </p:nvSpPr>
        <p:spPr>
          <a:xfrm>
            <a:off x="3941600" y="1938923"/>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8" name="文本占位符 2"/>
          <p:cNvSpPr>
            <a:spLocks noGrp="1"/>
          </p:cNvSpPr>
          <p:nvPr>
            <p:ph type="body" sz="quarter" idx="20" hasCustomPrompt="1"/>
          </p:nvPr>
        </p:nvSpPr>
        <p:spPr>
          <a:xfrm>
            <a:off x="6488419" y="3675669"/>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2"/>
          <p:cNvSpPr>
            <a:spLocks noGrp="1"/>
          </p:cNvSpPr>
          <p:nvPr>
            <p:ph type="body" sz="quarter" idx="21" hasCustomPrompt="1"/>
          </p:nvPr>
        </p:nvSpPr>
        <p:spPr>
          <a:xfrm>
            <a:off x="8912499" y="1938923"/>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版式18">
    <p:spTree>
      <p:nvGrpSpPr>
        <p:cNvPr id="1" name=""/>
        <p:cNvGrpSpPr/>
        <p:nvPr/>
      </p:nvGrpSpPr>
      <p:grpSpPr>
        <a:xfrm>
          <a:off x="0" y="0"/>
          <a:ext cx="0" cy="0"/>
          <a:chOff x="0" y="0"/>
          <a:chExt cx="0" cy="0"/>
        </a:xfrm>
      </p:grpSpPr>
      <p:grpSp>
        <p:nvGrpSpPr>
          <p:cNvPr id="3" name="组合 2"/>
          <p:cNvGrpSpPr/>
          <p:nvPr userDrawn="1"/>
        </p:nvGrpSpPr>
        <p:grpSpPr>
          <a:xfrm>
            <a:off x="113086" y="2055217"/>
            <a:ext cx="2167490" cy="4024297"/>
            <a:chOff x="1110033" y="2134973"/>
            <a:chExt cx="2167277" cy="4024297"/>
          </a:xfrm>
        </p:grpSpPr>
        <p:sp>
          <p:nvSpPr>
            <p:cNvPr id="4" name="矩形 3"/>
            <p:cNvSpPr/>
            <p:nvPr/>
          </p:nvSpPr>
          <p:spPr>
            <a:xfrm>
              <a:off x="1110033" y="2134973"/>
              <a:ext cx="2163231"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矩形 4"/>
            <p:cNvSpPr/>
            <p:nvPr/>
          </p:nvSpPr>
          <p:spPr>
            <a:xfrm>
              <a:off x="1114079" y="2721849"/>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6" name="组合 5"/>
            <p:cNvGrpSpPr/>
            <p:nvPr/>
          </p:nvGrpSpPr>
          <p:grpSpPr>
            <a:xfrm>
              <a:off x="1648127" y="5702466"/>
              <a:ext cx="1207234" cy="129625"/>
              <a:chOff x="6719835" y="1603931"/>
              <a:chExt cx="1325146" cy="142286"/>
            </a:xfrm>
          </p:grpSpPr>
          <p:sp>
            <p:nvSpPr>
              <p:cNvPr id="10"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1"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2"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3"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4"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15"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9" name="efficiency_158344"/>
            <p:cNvSpPr>
              <a:spLocks noChangeAspect="1"/>
            </p:cNvSpPr>
            <p:nvPr/>
          </p:nvSpPr>
          <p:spPr bwMode="auto">
            <a:xfrm>
              <a:off x="1927400" y="3161380"/>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6" name="组合 15"/>
          <p:cNvGrpSpPr/>
          <p:nvPr userDrawn="1"/>
        </p:nvGrpSpPr>
        <p:grpSpPr>
          <a:xfrm>
            <a:off x="2577514" y="1569388"/>
            <a:ext cx="2163444" cy="3661399"/>
            <a:chOff x="3696195" y="1649144"/>
            <a:chExt cx="2163231" cy="3661399"/>
          </a:xfrm>
        </p:grpSpPr>
        <p:sp>
          <p:nvSpPr>
            <p:cNvPr id="17" name="矩形 16"/>
            <p:cNvSpPr/>
            <p:nvPr/>
          </p:nvSpPr>
          <p:spPr>
            <a:xfrm>
              <a:off x="3699242" y="4796284"/>
              <a:ext cx="2160184"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矩形 17"/>
            <p:cNvSpPr/>
            <p:nvPr/>
          </p:nvSpPr>
          <p:spPr>
            <a:xfrm>
              <a:off x="3696195" y="1649144"/>
              <a:ext cx="2163231" cy="304013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grpSp>
          <p:nvGrpSpPr>
            <p:cNvPr id="19" name="组合 18"/>
            <p:cNvGrpSpPr/>
            <p:nvPr/>
          </p:nvGrpSpPr>
          <p:grpSpPr>
            <a:xfrm>
              <a:off x="4185731" y="1800251"/>
              <a:ext cx="1207234" cy="129625"/>
              <a:chOff x="6719835" y="1603931"/>
              <a:chExt cx="1325146" cy="142286"/>
            </a:xfrm>
          </p:grpSpPr>
          <p:sp>
            <p:nvSpPr>
              <p:cNvPr id="23"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5"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6"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7"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29"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30"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22" name="efficiency_158344"/>
            <p:cNvSpPr>
              <a:spLocks noChangeAspect="1"/>
            </p:cNvSpPr>
            <p:nvPr/>
          </p:nvSpPr>
          <p:spPr bwMode="auto">
            <a:xfrm>
              <a:off x="4510800" y="3860498"/>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32" name="组合 31"/>
          <p:cNvGrpSpPr/>
          <p:nvPr userDrawn="1"/>
        </p:nvGrpSpPr>
        <p:grpSpPr>
          <a:xfrm>
            <a:off x="5023335" y="2055124"/>
            <a:ext cx="2165471" cy="4024297"/>
            <a:chOff x="6248663" y="2115830"/>
            <a:chExt cx="2165258" cy="4024297"/>
          </a:xfrm>
        </p:grpSpPr>
        <p:sp>
          <p:nvSpPr>
            <p:cNvPr id="33" name="矩形 32"/>
            <p:cNvSpPr/>
            <p:nvPr/>
          </p:nvSpPr>
          <p:spPr>
            <a:xfrm>
              <a:off x="6248663" y="2115830"/>
              <a:ext cx="2163230"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矩形 33"/>
            <p:cNvSpPr/>
            <p:nvPr/>
          </p:nvSpPr>
          <p:spPr>
            <a:xfrm>
              <a:off x="6250690" y="2702706"/>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35" name="组合 34"/>
            <p:cNvGrpSpPr/>
            <p:nvPr/>
          </p:nvGrpSpPr>
          <p:grpSpPr>
            <a:xfrm>
              <a:off x="6632351" y="5723605"/>
              <a:ext cx="1207234" cy="129625"/>
              <a:chOff x="6719835" y="1603931"/>
              <a:chExt cx="1325146" cy="142286"/>
            </a:xfrm>
          </p:grpSpPr>
          <p:sp>
            <p:nvSpPr>
              <p:cNvPr id="39"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1"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2"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3"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4"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45"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38" name="efficiency_158344"/>
            <p:cNvSpPr>
              <a:spLocks noChangeAspect="1"/>
            </p:cNvSpPr>
            <p:nvPr/>
          </p:nvSpPr>
          <p:spPr bwMode="auto">
            <a:xfrm>
              <a:off x="7124746" y="3169209"/>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46" name="组合 45"/>
          <p:cNvGrpSpPr/>
          <p:nvPr userDrawn="1"/>
        </p:nvGrpSpPr>
        <p:grpSpPr>
          <a:xfrm>
            <a:off x="7469155" y="1491508"/>
            <a:ext cx="2163444" cy="3712278"/>
            <a:chOff x="8663964" y="1571264"/>
            <a:chExt cx="2163231" cy="3712278"/>
          </a:xfrm>
        </p:grpSpPr>
        <p:sp>
          <p:nvSpPr>
            <p:cNvPr id="47" name="矩形 46"/>
            <p:cNvSpPr/>
            <p:nvPr/>
          </p:nvSpPr>
          <p:spPr>
            <a:xfrm>
              <a:off x="8667301" y="4769283"/>
              <a:ext cx="2159893" cy="514259"/>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8" name="矩形 47"/>
            <p:cNvSpPr/>
            <p:nvPr/>
          </p:nvSpPr>
          <p:spPr>
            <a:xfrm>
              <a:off x="8663964" y="1571264"/>
              <a:ext cx="2163231" cy="3079313"/>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49" name="组合 48"/>
            <p:cNvGrpSpPr/>
            <p:nvPr/>
          </p:nvGrpSpPr>
          <p:grpSpPr>
            <a:xfrm>
              <a:off x="9187034" y="1800252"/>
              <a:ext cx="1207234" cy="129625"/>
              <a:chOff x="6719835" y="1603931"/>
              <a:chExt cx="1325146" cy="142286"/>
            </a:xfrm>
          </p:grpSpPr>
          <p:sp>
            <p:nvSpPr>
              <p:cNvPr id="53"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4"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5"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6"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7"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8"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52" name="efficiency_158344"/>
            <p:cNvSpPr>
              <a:spLocks noChangeAspect="1"/>
            </p:cNvSpPr>
            <p:nvPr/>
          </p:nvSpPr>
          <p:spPr bwMode="auto">
            <a:xfrm>
              <a:off x="9512102" y="3860498"/>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60" name="文本占位符 59"/>
          <p:cNvSpPr>
            <a:spLocks noGrp="1"/>
          </p:cNvSpPr>
          <p:nvPr>
            <p:ph type="body" sz="quarter" idx="10" hasCustomPrompt="1"/>
          </p:nvPr>
        </p:nvSpPr>
        <p:spPr>
          <a:xfrm>
            <a:off x="121450" y="2112738"/>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2" name="文本占位符 59"/>
          <p:cNvSpPr>
            <a:spLocks noGrp="1"/>
          </p:cNvSpPr>
          <p:nvPr>
            <p:ph type="body" sz="quarter" idx="12" hasCustomPrompt="1"/>
          </p:nvPr>
        </p:nvSpPr>
        <p:spPr>
          <a:xfrm>
            <a:off x="5033351" y="2112738"/>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4" name="文本占位符 59"/>
          <p:cNvSpPr>
            <a:spLocks noGrp="1"/>
          </p:cNvSpPr>
          <p:nvPr>
            <p:ph type="body" sz="quarter" idx="14" hasCustomPrompt="1"/>
          </p:nvPr>
        </p:nvSpPr>
        <p:spPr>
          <a:xfrm>
            <a:off x="2584811" y="4774871"/>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6" name="文本占位符 59"/>
          <p:cNvSpPr>
            <a:spLocks noGrp="1"/>
          </p:cNvSpPr>
          <p:nvPr>
            <p:ph type="body" sz="quarter" idx="16" hasCustomPrompt="1"/>
          </p:nvPr>
        </p:nvSpPr>
        <p:spPr>
          <a:xfrm>
            <a:off x="7484281" y="4746931"/>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18" hasCustomPrompt="1"/>
          </p:nvPr>
        </p:nvSpPr>
        <p:spPr>
          <a:xfrm>
            <a:off x="246592" y="3584066"/>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文本占位符 2"/>
          <p:cNvSpPr>
            <a:spLocks noGrp="1"/>
          </p:cNvSpPr>
          <p:nvPr>
            <p:ph type="body" sz="quarter" idx="19" hasCustomPrompt="1"/>
          </p:nvPr>
        </p:nvSpPr>
        <p:spPr>
          <a:xfrm>
            <a:off x="2708244" y="1871867"/>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8" name="文本占位符 2"/>
          <p:cNvSpPr>
            <a:spLocks noGrp="1"/>
          </p:cNvSpPr>
          <p:nvPr>
            <p:ph type="body" sz="quarter" idx="20" hasCustomPrompt="1"/>
          </p:nvPr>
        </p:nvSpPr>
        <p:spPr>
          <a:xfrm>
            <a:off x="5161501" y="3608613"/>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2"/>
          <p:cNvSpPr>
            <a:spLocks noGrp="1"/>
          </p:cNvSpPr>
          <p:nvPr>
            <p:ph type="body" sz="quarter" idx="21" hasCustomPrompt="1"/>
          </p:nvPr>
        </p:nvSpPr>
        <p:spPr>
          <a:xfrm>
            <a:off x="7602526" y="1871867"/>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grpSp>
        <p:nvGrpSpPr>
          <p:cNvPr id="21" name="组合 20"/>
          <p:cNvGrpSpPr/>
          <p:nvPr userDrawn="1"/>
        </p:nvGrpSpPr>
        <p:grpSpPr>
          <a:xfrm>
            <a:off x="9900135" y="2055124"/>
            <a:ext cx="2165471" cy="4024297"/>
            <a:chOff x="6248663" y="2115830"/>
            <a:chExt cx="2165258" cy="4024297"/>
          </a:xfrm>
        </p:grpSpPr>
        <p:sp>
          <p:nvSpPr>
            <p:cNvPr id="24" name="矩形 23"/>
            <p:cNvSpPr/>
            <p:nvPr/>
          </p:nvSpPr>
          <p:spPr>
            <a:xfrm>
              <a:off x="6248663" y="2115830"/>
              <a:ext cx="2163230" cy="51425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矩形 27"/>
            <p:cNvSpPr/>
            <p:nvPr/>
          </p:nvSpPr>
          <p:spPr>
            <a:xfrm>
              <a:off x="6250690" y="2702706"/>
              <a:ext cx="2163231" cy="3437421"/>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nvGrpSpPr>
            <p:cNvPr id="31" name="组合 30"/>
            <p:cNvGrpSpPr/>
            <p:nvPr/>
          </p:nvGrpSpPr>
          <p:grpSpPr>
            <a:xfrm>
              <a:off x="6632351" y="5723605"/>
              <a:ext cx="1207234" cy="129625"/>
              <a:chOff x="6719835" y="1603931"/>
              <a:chExt cx="1325146" cy="142286"/>
            </a:xfrm>
          </p:grpSpPr>
          <p:sp>
            <p:nvSpPr>
              <p:cNvPr id="37" name="矩形 28"/>
              <p:cNvSpPr/>
              <p:nvPr/>
            </p:nvSpPr>
            <p:spPr>
              <a:xfrm rot="16200000" flipV="1">
                <a:off x="6719834" y="1609151"/>
                <a:ext cx="137067" cy="137066"/>
              </a:xfrm>
              <a:prstGeom prst="triangle">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0" name="矩形 29"/>
              <p:cNvSpPr/>
              <p:nvPr/>
            </p:nvSpPr>
            <p:spPr>
              <a:xfrm rot="16200000" flipV="1">
                <a:off x="6957852" y="1609151"/>
                <a:ext cx="137067" cy="137066"/>
              </a:xfrm>
              <a:prstGeom prst="triangle">
                <a:avLst/>
              </a:prstGeom>
              <a:solidFill>
                <a:srgbClr val="C8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1" name="矩形 30"/>
              <p:cNvSpPr/>
              <p:nvPr/>
            </p:nvSpPr>
            <p:spPr>
              <a:xfrm rot="16200000" flipV="1">
                <a:off x="7195869" y="1609151"/>
                <a:ext cx="137067" cy="137066"/>
              </a:xfrm>
              <a:prstGeom prst="triangle">
                <a:avLst/>
              </a:prstGeom>
              <a:solidFill>
                <a:srgbClr val="C8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59" name="矩形 31"/>
              <p:cNvSpPr/>
              <p:nvPr/>
            </p:nvSpPr>
            <p:spPr>
              <a:xfrm rot="16200000" flipV="1">
                <a:off x="7433887" y="1609151"/>
                <a:ext cx="137067" cy="137066"/>
              </a:xfrm>
              <a:prstGeom prst="triangle">
                <a:avLst/>
              </a:prstGeom>
              <a:solidFill>
                <a:srgbClr val="C8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61" name="矩形 32"/>
              <p:cNvSpPr/>
              <p:nvPr/>
            </p:nvSpPr>
            <p:spPr>
              <a:xfrm rot="16200000" flipV="1">
                <a:off x="7671904" y="1609151"/>
                <a:ext cx="137067" cy="137066"/>
              </a:xfrm>
              <a:prstGeom prst="triangle">
                <a:avLst/>
              </a:prstGeom>
              <a:solidFill>
                <a:srgbClr val="C8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sp>
            <p:nvSpPr>
              <p:cNvPr id="63" name="矩形 32"/>
              <p:cNvSpPr/>
              <p:nvPr/>
            </p:nvSpPr>
            <p:spPr>
              <a:xfrm rot="16200000" flipV="1">
                <a:off x="7907914" y="1603932"/>
                <a:ext cx="137067" cy="137066"/>
              </a:xfrm>
              <a:prstGeom prst="triangle">
                <a:avLst/>
              </a:prstGeom>
              <a:solidFill>
                <a:srgbClr val="C8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anose="020B0503020204020204" charset="-122"/>
                  <a:ea typeface="微软雅黑" panose="020B0503020204020204" charset="-122"/>
                </a:endParaRPr>
              </a:p>
            </p:txBody>
          </p:sp>
        </p:grpSp>
        <p:sp>
          <p:nvSpPr>
            <p:cNvPr id="36" name="efficiency_158344"/>
            <p:cNvSpPr>
              <a:spLocks noChangeAspect="1"/>
            </p:cNvSpPr>
            <p:nvPr/>
          </p:nvSpPr>
          <p:spPr bwMode="auto">
            <a:xfrm>
              <a:off x="7124746" y="3169209"/>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65" name="文本占位符 59"/>
          <p:cNvSpPr>
            <a:spLocks noGrp="1"/>
          </p:cNvSpPr>
          <p:nvPr>
            <p:ph type="body" sz="quarter" idx="22" hasCustomPrompt="1"/>
          </p:nvPr>
        </p:nvSpPr>
        <p:spPr>
          <a:xfrm>
            <a:off x="9910151" y="2112738"/>
            <a:ext cx="2146712" cy="398463"/>
          </a:xfrm>
          <a:prstGeom prst="rect">
            <a:avLst/>
          </a:prstGeom>
        </p:spPr>
        <p:txBody>
          <a:bodyPr/>
          <a:lstStyle>
            <a:lvl1pPr marL="0" indent="0" algn="ctr">
              <a:lnSpc>
                <a:spcPct val="100000"/>
              </a:lnSpc>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7" name="文本占位符 2"/>
          <p:cNvSpPr>
            <a:spLocks noGrp="1"/>
          </p:cNvSpPr>
          <p:nvPr>
            <p:ph type="body" sz="quarter" idx="23" hasCustomPrompt="1"/>
          </p:nvPr>
        </p:nvSpPr>
        <p:spPr>
          <a:xfrm>
            <a:off x="10038301" y="3608613"/>
            <a:ext cx="1895656" cy="18288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68"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版式19">
    <p:spTree>
      <p:nvGrpSpPr>
        <p:cNvPr id="1" name=""/>
        <p:cNvGrpSpPr/>
        <p:nvPr/>
      </p:nvGrpSpPr>
      <p:grpSpPr>
        <a:xfrm>
          <a:off x="0" y="0"/>
          <a:ext cx="0" cy="0"/>
          <a:chOff x="0" y="0"/>
          <a:chExt cx="0" cy="0"/>
        </a:xfrm>
      </p:grpSpPr>
      <p:sp>
        <p:nvSpPr>
          <p:cNvPr id="6" name="矩形 5"/>
          <p:cNvSpPr/>
          <p:nvPr userDrawn="1"/>
        </p:nvSpPr>
        <p:spPr>
          <a:xfrm>
            <a:off x="403237" y="1367277"/>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01</a:t>
            </a:r>
          </a:p>
        </p:txBody>
      </p:sp>
      <p:sp>
        <p:nvSpPr>
          <p:cNvPr id="7" name="矩形 6"/>
          <p:cNvSpPr/>
          <p:nvPr userDrawn="1"/>
        </p:nvSpPr>
        <p:spPr>
          <a:xfrm>
            <a:off x="431517" y="298598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02</a:t>
            </a:r>
          </a:p>
        </p:txBody>
      </p:sp>
      <p:sp>
        <p:nvSpPr>
          <p:cNvPr id="18" name="文本占位符 8"/>
          <p:cNvSpPr>
            <a:spLocks noGrp="1"/>
          </p:cNvSpPr>
          <p:nvPr>
            <p:ph type="body" sz="quarter" idx="11" hasCustomPrompt="1"/>
          </p:nvPr>
        </p:nvSpPr>
        <p:spPr>
          <a:xfrm>
            <a:off x="1661898" y="1565177"/>
            <a:ext cx="9671685"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8"/>
          <p:cNvSpPr>
            <a:spLocks noGrp="1"/>
          </p:cNvSpPr>
          <p:nvPr>
            <p:ph type="body" sz="quarter" idx="13" hasCustomPrompt="1"/>
          </p:nvPr>
        </p:nvSpPr>
        <p:spPr>
          <a:xfrm>
            <a:off x="1661898" y="3063282"/>
            <a:ext cx="9684725"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3" hasCustomPrompt="1"/>
          </p:nvPr>
        </p:nvSpPr>
        <p:spPr>
          <a:xfrm>
            <a:off x="1661899" y="1966919"/>
            <a:ext cx="9660290" cy="738303"/>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4" name="文本占位符 2"/>
          <p:cNvSpPr>
            <a:spLocks noGrp="1"/>
          </p:cNvSpPr>
          <p:nvPr>
            <p:ph type="body" sz="quarter" idx="24" hasCustomPrompt="1"/>
          </p:nvPr>
        </p:nvSpPr>
        <p:spPr>
          <a:xfrm>
            <a:off x="1661898" y="3464266"/>
            <a:ext cx="9671685"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19" name="矩形 18"/>
          <p:cNvSpPr/>
          <p:nvPr userDrawn="1"/>
        </p:nvSpPr>
        <p:spPr>
          <a:xfrm>
            <a:off x="431517" y="4613613"/>
            <a:ext cx="1175873" cy="1191993"/>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03</a:t>
            </a:r>
          </a:p>
        </p:txBody>
      </p:sp>
      <p:sp>
        <p:nvSpPr>
          <p:cNvPr id="21" name="文本占位符 8"/>
          <p:cNvSpPr>
            <a:spLocks noGrp="1"/>
          </p:cNvSpPr>
          <p:nvPr>
            <p:ph type="body" sz="quarter" idx="25" hasCustomPrompt="1"/>
          </p:nvPr>
        </p:nvSpPr>
        <p:spPr>
          <a:xfrm>
            <a:off x="1661898" y="4690914"/>
            <a:ext cx="9684725"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3" name="文本占位符 2"/>
          <p:cNvSpPr>
            <a:spLocks noGrp="1"/>
          </p:cNvSpPr>
          <p:nvPr>
            <p:ph type="body" sz="quarter" idx="26" hasCustomPrompt="1"/>
          </p:nvPr>
        </p:nvSpPr>
        <p:spPr>
          <a:xfrm>
            <a:off x="1661898" y="5091898"/>
            <a:ext cx="9671685"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8"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版式19">
    <p:spTree>
      <p:nvGrpSpPr>
        <p:cNvPr id="1" name=""/>
        <p:cNvGrpSpPr/>
        <p:nvPr/>
      </p:nvGrpSpPr>
      <p:grpSpPr>
        <a:xfrm>
          <a:off x="0" y="0"/>
          <a:ext cx="0" cy="0"/>
          <a:chOff x="0" y="0"/>
          <a:chExt cx="0" cy="0"/>
        </a:xfrm>
      </p:grpSpPr>
      <p:sp>
        <p:nvSpPr>
          <p:cNvPr id="6" name="矩形 5"/>
          <p:cNvSpPr/>
          <p:nvPr userDrawn="1"/>
        </p:nvSpPr>
        <p:spPr>
          <a:xfrm>
            <a:off x="772119" y="1603606"/>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01</a:t>
            </a:r>
          </a:p>
        </p:txBody>
      </p:sp>
      <p:sp>
        <p:nvSpPr>
          <p:cNvPr id="7" name="矩形 6"/>
          <p:cNvSpPr/>
          <p:nvPr userDrawn="1"/>
        </p:nvSpPr>
        <p:spPr>
          <a:xfrm>
            <a:off x="749588" y="3458887"/>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02</a:t>
            </a:r>
          </a:p>
        </p:txBody>
      </p:sp>
      <p:sp>
        <p:nvSpPr>
          <p:cNvPr id="9" name="矩形 8"/>
          <p:cNvSpPr/>
          <p:nvPr userDrawn="1"/>
        </p:nvSpPr>
        <p:spPr>
          <a:xfrm>
            <a:off x="10250067" y="1650172"/>
            <a:ext cx="1232434" cy="1191993"/>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03</a:t>
            </a:r>
          </a:p>
        </p:txBody>
      </p:sp>
      <p:sp>
        <p:nvSpPr>
          <p:cNvPr id="10" name="矩形 9"/>
          <p:cNvSpPr/>
          <p:nvPr userDrawn="1"/>
        </p:nvSpPr>
        <p:spPr>
          <a:xfrm>
            <a:off x="10246157" y="3479812"/>
            <a:ext cx="1175873" cy="1191993"/>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04</a:t>
            </a:r>
          </a:p>
        </p:txBody>
      </p:sp>
      <p:sp>
        <p:nvSpPr>
          <p:cNvPr id="18" name="文本占位符 8"/>
          <p:cNvSpPr>
            <a:spLocks noGrp="1"/>
          </p:cNvSpPr>
          <p:nvPr>
            <p:ph type="body" sz="quarter" idx="11" hasCustomPrompt="1"/>
          </p:nvPr>
        </p:nvSpPr>
        <p:spPr>
          <a:xfrm>
            <a:off x="1754043" y="2045335"/>
            <a:ext cx="3772906"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8"/>
          <p:cNvSpPr>
            <a:spLocks noGrp="1"/>
          </p:cNvSpPr>
          <p:nvPr>
            <p:ph type="body" sz="quarter" idx="13" hasCustomPrompt="1"/>
          </p:nvPr>
        </p:nvSpPr>
        <p:spPr>
          <a:xfrm>
            <a:off x="1754043" y="3888871"/>
            <a:ext cx="3773542"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8"/>
          <p:cNvSpPr>
            <a:spLocks noGrp="1"/>
          </p:cNvSpPr>
          <p:nvPr>
            <p:ph type="body" sz="quarter" idx="17" hasCustomPrompt="1"/>
          </p:nvPr>
        </p:nvSpPr>
        <p:spPr>
          <a:xfrm>
            <a:off x="6570345" y="2045335"/>
            <a:ext cx="3747135" cy="401320"/>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8"/>
          <p:cNvSpPr>
            <a:spLocks noGrp="1"/>
          </p:cNvSpPr>
          <p:nvPr>
            <p:ph type="body" sz="quarter" idx="19" hasCustomPrompt="1"/>
          </p:nvPr>
        </p:nvSpPr>
        <p:spPr>
          <a:xfrm>
            <a:off x="6570469" y="3888871"/>
            <a:ext cx="3744964" cy="401320"/>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3" hasCustomPrompt="1"/>
          </p:nvPr>
        </p:nvSpPr>
        <p:spPr>
          <a:xfrm>
            <a:off x="1754043" y="2480273"/>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4" name="文本占位符 2"/>
          <p:cNvSpPr>
            <a:spLocks noGrp="1"/>
          </p:cNvSpPr>
          <p:nvPr>
            <p:ph type="body" sz="quarter" idx="24" hasCustomPrompt="1"/>
          </p:nvPr>
        </p:nvSpPr>
        <p:spPr>
          <a:xfrm>
            <a:off x="1754043" y="4327827"/>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1" name="文本占位符 2"/>
          <p:cNvSpPr>
            <a:spLocks noGrp="1"/>
          </p:cNvSpPr>
          <p:nvPr>
            <p:ph type="body" sz="quarter" idx="26" hasCustomPrompt="1"/>
          </p:nvPr>
        </p:nvSpPr>
        <p:spPr>
          <a:xfrm>
            <a:off x="6570469" y="2480273"/>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3" name="文本占位符 2"/>
          <p:cNvSpPr>
            <a:spLocks noGrp="1"/>
          </p:cNvSpPr>
          <p:nvPr>
            <p:ph type="body" sz="quarter" idx="27" hasCustomPrompt="1"/>
          </p:nvPr>
        </p:nvSpPr>
        <p:spPr>
          <a:xfrm>
            <a:off x="6570469" y="4327827"/>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8"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版式19">
    <p:spTree>
      <p:nvGrpSpPr>
        <p:cNvPr id="1" name=""/>
        <p:cNvGrpSpPr/>
        <p:nvPr/>
      </p:nvGrpSpPr>
      <p:grpSpPr>
        <a:xfrm>
          <a:off x="0" y="0"/>
          <a:ext cx="0" cy="0"/>
          <a:chOff x="0" y="0"/>
          <a:chExt cx="0" cy="0"/>
        </a:xfrm>
      </p:grpSpPr>
      <p:sp>
        <p:nvSpPr>
          <p:cNvPr id="5" name="efficiency_158344"/>
          <p:cNvSpPr>
            <a:spLocks noChangeAspect="1"/>
          </p:cNvSpPr>
          <p:nvPr/>
        </p:nvSpPr>
        <p:spPr bwMode="auto">
          <a:xfrm>
            <a:off x="5790839" y="1815010"/>
            <a:ext cx="50263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6" name="矩形 5"/>
          <p:cNvSpPr/>
          <p:nvPr userDrawn="1"/>
        </p:nvSpPr>
        <p:spPr>
          <a:xfrm>
            <a:off x="772119" y="1304642"/>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01</a:t>
            </a:r>
          </a:p>
        </p:txBody>
      </p:sp>
      <p:sp>
        <p:nvSpPr>
          <p:cNvPr id="7" name="矩形 6"/>
          <p:cNvSpPr/>
          <p:nvPr userDrawn="1"/>
        </p:nvSpPr>
        <p:spPr>
          <a:xfrm>
            <a:off x="749588" y="2746256"/>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02</a:t>
            </a:r>
          </a:p>
        </p:txBody>
      </p:sp>
      <p:sp>
        <p:nvSpPr>
          <p:cNvPr id="8" name="矩形 7"/>
          <p:cNvSpPr/>
          <p:nvPr userDrawn="1"/>
        </p:nvSpPr>
        <p:spPr>
          <a:xfrm>
            <a:off x="764298" y="427229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03</a:t>
            </a:r>
          </a:p>
        </p:txBody>
      </p:sp>
      <p:sp>
        <p:nvSpPr>
          <p:cNvPr id="9" name="矩形 8"/>
          <p:cNvSpPr/>
          <p:nvPr userDrawn="1"/>
        </p:nvSpPr>
        <p:spPr>
          <a:xfrm>
            <a:off x="10250067" y="1650172"/>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04</a:t>
            </a:r>
          </a:p>
        </p:txBody>
      </p:sp>
      <p:sp>
        <p:nvSpPr>
          <p:cNvPr id="10" name="矩形 9"/>
          <p:cNvSpPr/>
          <p:nvPr userDrawn="1"/>
        </p:nvSpPr>
        <p:spPr>
          <a:xfrm>
            <a:off x="10246157" y="3479812"/>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05</a:t>
            </a:r>
          </a:p>
        </p:txBody>
      </p:sp>
      <p:sp>
        <p:nvSpPr>
          <p:cNvPr id="18" name="文本占位符 8"/>
          <p:cNvSpPr>
            <a:spLocks noGrp="1"/>
          </p:cNvSpPr>
          <p:nvPr>
            <p:ph type="body" sz="quarter" idx="11" hasCustomPrompt="1"/>
          </p:nvPr>
        </p:nvSpPr>
        <p:spPr>
          <a:xfrm>
            <a:off x="1754043" y="1635338"/>
            <a:ext cx="3772906"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8"/>
          <p:cNvSpPr>
            <a:spLocks noGrp="1"/>
          </p:cNvSpPr>
          <p:nvPr>
            <p:ph type="body" sz="quarter" idx="13" hasCustomPrompt="1"/>
          </p:nvPr>
        </p:nvSpPr>
        <p:spPr>
          <a:xfrm>
            <a:off x="1754043" y="3087370"/>
            <a:ext cx="3773542"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8"/>
          <p:cNvSpPr>
            <a:spLocks noGrp="1"/>
          </p:cNvSpPr>
          <p:nvPr>
            <p:ph type="body" sz="quarter" idx="15" hasCustomPrompt="1"/>
          </p:nvPr>
        </p:nvSpPr>
        <p:spPr>
          <a:xfrm>
            <a:off x="1754043" y="4592955"/>
            <a:ext cx="3768461"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8"/>
          <p:cNvSpPr>
            <a:spLocks noGrp="1"/>
          </p:cNvSpPr>
          <p:nvPr>
            <p:ph type="body" sz="quarter" idx="17" hasCustomPrompt="1"/>
          </p:nvPr>
        </p:nvSpPr>
        <p:spPr>
          <a:xfrm>
            <a:off x="6570469" y="1972197"/>
            <a:ext cx="3776368" cy="401567"/>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8"/>
          <p:cNvSpPr>
            <a:spLocks noGrp="1"/>
          </p:cNvSpPr>
          <p:nvPr>
            <p:ph type="body" sz="quarter" idx="19" hasCustomPrompt="1"/>
          </p:nvPr>
        </p:nvSpPr>
        <p:spPr>
          <a:xfrm>
            <a:off x="6570469" y="3819021"/>
            <a:ext cx="3744964" cy="401320"/>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3" hasCustomPrompt="1"/>
          </p:nvPr>
        </p:nvSpPr>
        <p:spPr>
          <a:xfrm>
            <a:off x="1754043" y="2048510"/>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4" name="文本占位符 2"/>
          <p:cNvSpPr>
            <a:spLocks noGrp="1"/>
          </p:cNvSpPr>
          <p:nvPr>
            <p:ph type="body" sz="quarter" idx="24" hasCustomPrompt="1"/>
          </p:nvPr>
        </p:nvSpPr>
        <p:spPr>
          <a:xfrm>
            <a:off x="1754043" y="3502959"/>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8" name="文本占位符 2"/>
          <p:cNvSpPr>
            <a:spLocks noGrp="1"/>
          </p:cNvSpPr>
          <p:nvPr>
            <p:ph type="body" sz="quarter" idx="25" hasCustomPrompt="1"/>
          </p:nvPr>
        </p:nvSpPr>
        <p:spPr>
          <a:xfrm>
            <a:off x="1754043" y="5012639"/>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1" name="文本占位符 2"/>
          <p:cNvSpPr>
            <a:spLocks noGrp="1"/>
          </p:cNvSpPr>
          <p:nvPr>
            <p:ph type="body" sz="quarter" idx="26" hasCustomPrompt="1"/>
          </p:nvPr>
        </p:nvSpPr>
        <p:spPr>
          <a:xfrm>
            <a:off x="6570469" y="2381340"/>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3" name="文本占位符 2"/>
          <p:cNvSpPr>
            <a:spLocks noGrp="1"/>
          </p:cNvSpPr>
          <p:nvPr>
            <p:ph type="body" sz="quarter" idx="27" hasCustomPrompt="1"/>
          </p:nvPr>
        </p:nvSpPr>
        <p:spPr>
          <a:xfrm>
            <a:off x="6570469" y="4236514"/>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11"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版式19">
    <p:spTree>
      <p:nvGrpSpPr>
        <p:cNvPr id="1" name=""/>
        <p:cNvGrpSpPr/>
        <p:nvPr/>
      </p:nvGrpSpPr>
      <p:grpSpPr>
        <a:xfrm>
          <a:off x="0" y="0"/>
          <a:ext cx="0" cy="0"/>
          <a:chOff x="0" y="0"/>
          <a:chExt cx="0" cy="0"/>
        </a:xfrm>
      </p:grpSpPr>
      <p:sp>
        <p:nvSpPr>
          <p:cNvPr id="6" name="矩形 5"/>
          <p:cNvSpPr/>
          <p:nvPr userDrawn="1"/>
        </p:nvSpPr>
        <p:spPr>
          <a:xfrm>
            <a:off x="764499" y="1316707"/>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01</a:t>
            </a:r>
          </a:p>
        </p:txBody>
      </p:sp>
      <p:sp>
        <p:nvSpPr>
          <p:cNvPr id="7" name="矩形 6"/>
          <p:cNvSpPr/>
          <p:nvPr userDrawn="1"/>
        </p:nvSpPr>
        <p:spPr>
          <a:xfrm>
            <a:off x="749588" y="2746256"/>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02</a:t>
            </a:r>
          </a:p>
        </p:txBody>
      </p:sp>
      <p:sp>
        <p:nvSpPr>
          <p:cNvPr id="8" name="矩形 7"/>
          <p:cNvSpPr/>
          <p:nvPr userDrawn="1"/>
        </p:nvSpPr>
        <p:spPr>
          <a:xfrm>
            <a:off x="764298" y="427229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03</a:t>
            </a:r>
          </a:p>
        </p:txBody>
      </p:sp>
      <p:sp>
        <p:nvSpPr>
          <p:cNvPr id="9" name="矩形 8"/>
          <p:cNvSpPr/>
          <p:nvPr userDrawn="1"/>
        </p:nvSpPr>
        <p:spPr>
          <a:xfrm>
            <a:off x="10250067" y="1317342"/>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微软雅黑" panose="020B0503020204020204" charset="-122"/>
                <a:ea typeface="微软雅黑" panose="020B0503020204020204" charset="-122"/>
                <a:cs typeface="Arial" panose="020B0604020202020204" pitchFamily="34" charset="0"/>
              </a:rPr>
              <a:t>04</a:t>
            </a:r>
          </a:p>
        </p:txBody>
      </p:sp>
      <p:sp>
        <p:nvSpPr>
          <p:cNvPr id="10" name="矩形 9"/>
          <p:cNvSpPr/>
          <p:nvPr userDrawn="1"/>
        </p:nvSpPr>
        <p:spPr>
          <a:xfrm>
            <a:off x="10246157" y="2746256"/>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05</a:t>
            </a:r>
          </a:p>
        </p:txBody>
      </p:sp>
      <p:sp>
        <p:nvSpPr>
          <p:cNvPr id="11" name="矩形 10"/>
          <p:cNvSpPr/>
          <p:nvPr userDrawn="1"/>
        </p:nvSpPr>
        <p:spPr>
          <a:xfrm>
            <a:off x="10242246" y="427229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微软雅黑" panose="020B0503020204020204" charset="-122"/>
                <a:ea typeface="微软雅黑" panose="020B0503020204020204" charset="-122"/>
                <a:cs typeface="Arial" panose="020B0604020202020204" pitchFamily="34" charset="0"/>
              </a:rPr>
              <a:t>06</a:t>
            </a:r>
          </a:p>
        </p:txBody>
      </p:sp>
      <p:sp>
        <p:nvSpPr>
          <p:cNvPr id="18" name="文本占位符 8"/>
          <p:cNvSpPr>
            <a:spLocks noGrp="1"/>
          </p:cNvSpPr>
          <p:nvPr>
            <p:ph type="body" sz="quarter" idx="11" hasCustomPrompt="1"/>
          </p:nvPr>
        </p:nvSpPr>
        <p:spPr>
          <a:xfrm>
            <a:off x="1754043" y="1646133"/>
            <a:ext cx="3772906"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8"/>
          <p:cNvSpPr>
            <a:spLocks noGrp="1"/>
          </p:cNvSpPr>
          <p:nvPr>
            <p:ph type="body" sz="quarter" idx="13" hasCustomPrompt="1"/>
          </p:nvPr>
        </p:nvSpPr>
        <p:spPr>
          <a:xfrm>
            <a:off x="1754043" y="3101340"/>
            <a:ext cx="3773542"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8"/>
          <p:cNvSpPr>
            <a:spLocks noGrp="1"/>
          </p:cNvSpPr>
          <p:nvPr>
            <p:ph type="body" sz="quarter" idx="15" hasCustomPrompt="1"/>
          </p:nvPr>
        </p:nvSpPr>
        <p:spPr>
          <a:xfrm>
            <a:off x="1754043" y="4606925"/>
            <a:ext cx="3768461"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8"/>
          <p:cNvSpPr>
            <a:spLocks noGrp="1"/>
          </p:cNvSpPr>
          <p:nvPr>
            <p:ph type="body" sz="quarter" idx="17" hasCustomPrompt="1"/>
          </p:nvPr>
        </p:nvSpPr>
        <p:spPr>
          <a:xfrm>
            <a:off x="6570469" y="1650162"/>
            <a:ext cx="3776368" cy="401567"/>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8"/>
          <p:cNvSpPr>
            <a:spLocks noGrp="1"/>
          </p:cNvSpPr>
          <p:nvPr>
            <p:ph type="body" sz="quarter" idx="19" hasCustomPrompt="1"/>
          </p:nvPr>
        </p:nvSpPr>
        <p:spPr>
          <a:xfrm>
            <a:off x="6570469" y="3099435"/>
            <a:ext cx="3744964" cy="401320"/>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0" name="文本占位符 8"/>
          <p:cNvSpPr>
            <a:spLocks noGrp="1"/>
          </p:cNvSpPr>
          <p:nvPr>
            <p:ph type="body" sz="quarter" idx="21" hasCustomPrompt="1"/>
          </p:nvPr>
        </p:nvSpPr>
        <p:spPr>
          <a:xfrm>
            <a:off x="6570469" y="4610735"/>
            <a:ext cx="3744964" cy="401320"/>
          </a:xfrm>
          <a:prstGeom prst="rect">
            <a:avLst/>
          </a:prstGeom>
        </p:spPr>
        <p:txBody>
          <a:bodyPr/>
          <a:lstStyle>
            <a:lvl1pPr marL="0" indent="0" algn="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3" hasCustomPrompt="1"/>
          </p:nvPr>
        </p:nvSpPr>
        <p:spPr>
          <a:xfrm>
            <a:off x="1754043" y="2048510"/>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4" name="文本占位符 2"/>
          <p:cNvSpPr>
            <a:spLocks noGrp="1"/>
          </p:cNvSpPr>
          <p:nvPr>
            <p:ph type="body" sz="quarter" idx="24" hasCustomPrompt="1"/>
          </p:nvPr>
        </p:nvSpPr>
        <p:spPr>
          <a:xfrm>
            <a:off x="1754043" y="3502959"/>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28" name="文本占位符 2"/>
          <p:cNvSpPr>
            <a:spLocks noGrp="1"/>
          </p:cNvSpPr>
          <p:nvPr>
            <p:ph type="body" sz="quarter" idx="25" hasCustomPrompt="1"/>
          </p:nvPr>
        </p:nvSpPr>
        <p:spPr>
          <a:xfrm>
            <a:off x="1754043" y="5012639"/>
            <a:ext cx="3768461"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1" name="文本占位符 2"/>
          <p:cNvSpPr>
            <a:spLocks noGrp="1"/>
          </p:cNvSpPr>
          <p:nvPr>
            <p:ph type="body" sz="quarter" idx="26" hasCustomPrompt="1"/>
          </p:nvPr>
        </p:nvSpPr>
        <p:spPr>
          <a:xfrm>
            <a:off x="6570469" y="2048510"/>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3" name="文本占位符 2"/>
          <p:cNvSpPr>
            <a:spLocks noGrp="1"/>
          </p:cNvSpPr>
          <p:nvPr>
            <p:ph type="body" sz="quarter" idx="27" hasCustomPrompt="1"/>
          </p:nvPr>
        </p:nvSpPr>
        <p:spPr>
          <a:xfrm>
            <a:off x="6570469" y="3502958"/>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34" name="文本占位符 2"/>
          <p:cNvSpPr>
            <a:spLocks noGrp="1"/>
          </p:cNvSpPr>
          <p:nvPr>
            <p:ph type="body" sz="quarter" idx="28" hasCustomPrompt="1"/>
          </p:nvPr>
        </p:nvSpPr>
        <p:spPr>
          <a:xfrm>
            <a:off x="6570469" y="5012638"/>
            <a:ext cx="3744964" cy="85966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19"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通用版式">
    <p:spTree>
      <p:nvGrpSpPr>
        <p:cNvPr id="1" name=""/>
        <p:cNvGrpSpPr/>
        <p:nvPr/>
      </p:nvGrpSpPr>
      <p:grpSpPr>
        <a:xfrm>
          <a:off x="0" y="0"/>
          <a:ext cx="0" cy="0"/>
          <a:chOff x="0" y="0"/>
          <a:chExt cx="0" cy="0"/>
        </a:xfrm>
      </p:grpSpPr>
      <p:sp>
        <p:nvSpPr>
          <p:cNvPr id="14" name="圆角矩形 13"/>
          <p:cNvSpPr/>
          <p:nvPr userDrawn="1"/>
        </p:nvSpPr>
        <p:spPr>
          <a:xfrm>
            <a:off x="4805427"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 name="圆角矩形 2"/>
          <p:cNvSpPr/>
          <p:nvPr userDrawn="1"/>
        </p:nvSpPr>
        <p:spPr>
          <a:xfrm>
            <a:off x="1384902"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椭圆 7"/>
          <p:cNvSpPr/>
          <p:nvPr userDrawn="1"/>
        </p:nvSpPr>
        <p:spPr>
          <a:xfrm>
            <a:off x="2218934"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01</a:t>
            </a:r>
            <a:endParaRPr lang="en-US" altLang="zh-CN" sz="2400" b="1" u="sng" dirty="0">
              <a:latin typeface="微软雅黑" panose="020B0503020204020204" charset="-122"/>
              <a:ea typeface="微软雅黑" panose="020B0503020204020204" charset="-122"/>
            </a:endParaRPr>
          </a:p>
        </p:txBody>
      </p:sp>
      <p:sp>
        <p:nvSpPr>
          <p:cNvPr id="9" name="椭圆 8"/>
          <p:cNvSpPr/>
          <p:nvPr userDrawn="1"/>
        </p:nvSpPr>
        <p:spPr>
          <a:xfrm>
            <a:off x="5639459" y="14287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endParaRPr lang="en-US" altLang="zh-CN" sz="2400" b="1" u="sng" dirty="0">
              <a:latin typeface="微软雅黑" panose="020B0503020204020204" charset="-122"/>
              <a:ea typeface="微软雅黑" panose="020B0503020204020204" charset="-122"/>
            </a:endParaRPr>
          </a:p>
        </p:txBody>
      </p:sp>
      <p:sp>
        <p:nvSpPr>
          <p:cNvPr id="13" name="文本占位符 34"/>
          <p:cNvSpPr>
            <a:spLocks noGrp="1"/>
          </p:cNvSpPr>
          <p:nvPr>
            <p:ph type="body" sz="quarter" idx="12" hasCustomPrompt="1"/>
          </p:nvPr>
        </p:nvSpPr>
        <p:spPr>
          <a:xfrm>
            <a:off x="1377173"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2" hasCustomPrompt="1"/>
          </p:nvPr>
        </p:nvSpPr>
        <p:spPr>
          <a:xfrm>
            <a:off x="1533073" y="3029394"/>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34"/>
          <p:cNvSpPr>
            <a:spLocks noGrp="1"/>
          </p:cNvSpPr>
          <p:nvPr>
            <p:ph type="body" sz="quarter" idx="23" hasCustomPrompt="1"/>
          </p:nvPr>
        </p:nvSpPr>
        <p:spPr>
          <a:xfrm>
            <a:off x="4797699"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2"/>
          <p:cNvSpPr>
            <a:spLocks noGrp="1"/>
          </p:cNvSpPr>
          <p:nvPr>
            <p:ph type="body" sz="quarter" idx="24" hasCustomPrompt="1"/>
          </p:nvPr>
        </p:nvSpPr>
        <p:spPr>
          <a:xfrm>
            <a:off x="4953599" y="3029394"/>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6" name="圆角矩形 25"/>
          <p:cNvSpPr/>
          <p:nvPr userDrawn="1"/>
        </p:nvSpPr>
        <p:spPr>
          <a:xfrm>
            <a:off x="8214314"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文本占位符 34"/>
          <p:cNvSpPr>
            <a:spLocks noGrp="1"/>
          </p:cNvSpPr>
          <p:nvPr>
            <p:ph type="body" sz="quarter" idx="25" hasCustomPrompt="1"/>
          </p:nvPr>
        </p:nvSpPr>
        <p:spPr>
          <a:xfrm>
            <a:off x="8206585"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
          <p:cNvSpPr>
            <a:spLocks noGrp="1"/>
          </p:cNvSpPr>
          <p:nvPr>
            <p:ph type="body" sz="quarter" idx="26" hasCustomPrompt="1"/>
          </p:nvPr>
        </p:nvSpPr>
        <p:spPr>
          <a:xfrm>
            <a:off x="8362485" y="3029394"/>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0" name="椭圆 9"/>
          <p:cNvSpPr/>
          <p:nvPr userDrawn="1"/>
        </p:nvSpPr>
        <p:spPr>
          <a:xfrm>
            <a:off x="9048346"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03</a:t>
            </a:r>
            <a:endParaRPr lang="en-US" altLang="zh-CN" sz="2400" b="1" u="sng" dirty="0">
              <a:latin typeface="微软雅黑" panose="020B0503020204020204" charset="-122"/>
              <a:ea typeface="微软雅黑" panose="020B0503020204020204" charset="-122"/>
            </a:endParaRPr>
          </a:p>
        </p:txBody>
      </p:sp>
      <p:sp>
        <p:nvSpPr>
          <p:cNvPr id="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通用版式">
    <p:spTree>
      <p:nvGrpSpPr>
        <p:cNvPr id="1" name=""/>
        <p:cNvGrpSpPr/>
        <p:nvPr/>
      </p:nvGrpSpPr>
      <p:grpSpPr>
        <a:xfrm>
          <a:off x="0" y="0"/>
          <a:ext cx="0" cy="0"/>
          <a:chOff x="0" y="0"/>
          <a:chExt cx="0" cy="0"/>
        </a:xfrm>
      </p:grpSpPr>
      <p:sp>
        <p:nvSpPr>
          <p:cNvPr id="14" name="圆角矩形 13"/>
          <p:cNvSpPr/>
          <p:nvPr userDrawn="1"/>
        </p:nvSpPr>
        <p:spPr>
          <a:xfrm>
            <a:off x="3374091"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 name="圆角矩形 2"/>
          <p:cNvSpPr/>
          <p:nvPr userDrawn="1"/>
        </p:nvSpPr>
        <p:spPr>
          <a:xfrm>
            <a:off x="588219"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椭圆 7"/>
          <p:cNvSpPr/>
          <p:nvPr userDrawn="1"/>
        </p:nvSpPr>
        <p:spPr>
          <a:xfrm>
            <a:off x="1422251"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01</a:t>
            </a:r>
            <a:endParaRPr lang="en-US" altLang="zh-CN" sz="2400" b="1" u="sng" dirty="0">
              <a:latin typeface="微软雅黑" panose="020B0503020204020204" charset="-122"/>
              <a:ea typeface="微软雅黑" panose="020B0503020204020204" charset="-122"/>
            </a:endParaRPr>
          </a:p>
        </p:txBody>
      </p:sp>
      <p:sp>
        <p:nvSpPr>
          <p:cNvPr id="9" name="椭圆 8"/>
          <p:cNvSpPr/>
          <p:nvPr userDrawn="1"/>
        </p:nvSpPr>
        <p:spPr>
          <a:xfrm>
            <a:off x="4208123" y="14287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endParaRPr lang="en-US" altLang="zh-CN" sz="2400" b="1" u="sng" dirty="0">
              <a:latin typeface="微软雅黑" panose="020B0503020204020204" charset="-122"/>
              <a:ea typeface="微软雅黑" panose="020B0503020204020204" charset="-122"/>
            </a:endParaRPr>
          </a:p>
        </p:txBody>
      </p:sp>
      <p:sp>
        <p:nvSpPr>
          <p:cNvPr id="13" name="文本占位符 34"/>
          <p:cNvSpPr>
            <a:spLocks noGrp="1"/>
          </p:cNvSpPr>
          <p:nvPr>
            <p:ph type="body" sz="quarter" idx="12" hasCustomPrompt="1"/>
          </p:nvPr>
        </p:nvSpPr>
        <p:spPr>
          <a:xfrm>
            <a:off x="580490"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2" hasCustomPrompt="1"/>
          </p:nvPr>
        </p:nvSpPr>
        <p:spPr>
          <a:xfrm>
            <a:off x="736390" y="3039935"/>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34"/>
          <p:cNvSpPr>
            <a:spLocks noGrp="1"/>
          </p:cNvSpPr>
          <p:nvPr>
            <p:ph type="body" sz="quarter" idx="23" hasCustomPrompt="1"/>
          </p:nvPr>
        </p:nvSpPr>
        <p:spPr>
          <a:xfrm>
            <a:off x="3366362"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2"/>
          <p:cNvSpPr>
            <a:spLocks noGrp="1"/>
          </p:cNvSpPr>
          <p:nvPr>
            <p:ph type="body" sz="quarter" idx="24" hasCustomPrompt="1"/>
          </p:nvPr>
        </p:nvSpPr>
        <p:spPr>
          <a:xfrm>
            <a:off x="3522262" y="3039935"/>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6" name="圆角矩形 25"/>
          <p:cNvSpPr/>
          <p:nvPr userDrawn="1"/>
        </p:nvSpPr>
        <p:spPr>
          <a:xfrm>
            <a:off x="6166058"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文本占位符 34"/>
          <p:cNvSpPr>
            <a:spLocks noGrp="1"/>
          </p:cNvSpPr>
          <p:nvPr>
            <p:ph type="body" sz="quarter" idx="25" hasCustomPrompt="1"/>
          </p:nvPr>
        </p:nvSpPr>
        <p:spPr>
          <a:xfrm>
            <a:off x="6158330"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
          <p:cNvSpPr>
            <a:spLocks noGrp="1"/>
          </p:cNvSpPr>
          <p:nvPr>
            <p:ph type="body" sz="quarter" idx="26" hasCustomPrompt="1"/>
          </p:nvPr>
        </p:nvSpPr>
        <p:spPr>
          <a:xfrm>
            <a:off x="6314230" y="3039935"/>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0" name="圆角矩形 29"/>
          <p:cNvSpPr/>
          <p:nvPr userDrawn="1"/>
        </p:nvSpPr>
        <p:spPr>
          <a:xfrm>
            <a:off x="8989525" y="1868805"/>
            <a:ext cx="257747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文本占位符 34"/>
          <p:cNvSpPr>
            <a:spLocks noGrp="1"/>
          </p:cNvSpPr>
          <p:nvPr>
            <p:ph type="body" sz="quarter" idx="27" hasCustomPrompt="1"/>
          </p:nvPr>
        </p:nvSpPr>
        <p:spPr>
          <a:xfrm>
            <a:off x="8981797" y="2666365"/>
            <a:ext cx="259293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2"/>
          <p:cNvSpPr>
            <a:spLocks noGrp="1"/>
          </p:cNvSpPr>
          <p:nvPr>
            <p:ph type="body" sz="quarter" idx="28" hasCustomPrompt="1"/>
          </p:nvPr>
        </p:nvSpPr>
        <p:spPr>
          <a:xfrm>
            <a:off x="9137696" y="3039935"/>
            <a:ext cx="2281130"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0" name="椭圆 9"/>
          <p:cNvSpPr/>
          <p:nvPr userDrawn="1"/>
        </p:nvSpPr>
        <p:spPr>
          <a:xfrm>
            <a:off x="7000090"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03</a:t>
            </a:r>
            <a:endParaRPr lang="en-US" altLang="zh-CN" sz="2400" b="1" u="sng" dirty="0">
              <a:latin typeface="微软雅黑" panose="020B0503020204020204" charset="-122"/>
              <a:ea typeface="微软雅黑" panose="020B0503020204020204" charset="-122"/>
            </a:endParaRPr>
          </a:p>
        </p:txBody>
      </p:sp>
      <p:sp>
        <p:nvSpPr>
          <p:cNvPr id="11" name="椭圆 10"/>
          <p:cNvSpPr/>
          <p:nvPr userDrawn="1"/>
        </p:nvSpPr>
        <p:spPr>
          <a:xfrm>
            <a:off x="9823557" y="14287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04</a:t>
            </a:r>
            <a:endParaRPr lang="en-US" altLang="zh-CN" sz="2400" b="1" u="sng" dirty="0">
              <a:latin typeface="微软雅黑" panose="020B0503020204020204" charset="-122"/>
              <a:ea typeface="微软雅黑" panose="020B0503020204020204" charset="-122"/>
            </a:endParaRPr>
          </a:p>
        </p:txBody>
      </p:sp>
      <p:sp>
        <p:nvSpPr>
          <p:cNvPr id="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通用版式">
    <p:spTree>
      <p:nvGrpSpPr>
        <p:cNvPr id="1" name=""/>
        <p:cNvGrpSpPr/>
        <p:nvPr/>
      </p:nvGrpSpPr>
      <p:grpSpPr>
        <a:xfrm>
          <a:off x="0" y="0"/>
          <a:ext cx="0" cy="0"/>
          <a:chOff x="0" y="0"/>
          <a:chExt cx="0" cy="0"/>
        </a:xfrm>
      </p:grpSpPr>
      <p:sp>
        <p:nvSpPr>
          <p:cNvPr id="3" name="圆角矩形 2"/>
          <p:cNvSpPr/>
          <p:nvPr userDrawn="1"/>
        </p:nvSpPr>
        <p:spPr>
          <a:xfrm>
            <a:off x="488153" y="186880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4" name="圆角矩形 3"/>
          <p:cNvSpPr/>
          <p:nvPr userDrawn="1"/>
        </p:nvSpPr>
        <p:spPr>
          <a:xfrm>
            <a:off x="2758810" y="186880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圆角矩形 4"/>
          <p:cNvSpPr/>
          <p:nvPr userDrawn="1"/>
        </p:nvSpPr>
        <p:spPr>
          <a:xfrm>
            <a:off x="5011056" y="188531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 name="圆角矩形 5"/>
          <p:cNvSpPr/>
          <p:nvPr userDrawn="1"/>
        </p:nvSpPr>
        <p:spPr>
          <a:xfrm>
            <a:off x="7275576" y="1871980"/>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7" name="圆角矩形 6"/>
          <p:cNvSpPr/>
          <p:nvPr userDrawn="1"/>
        </p:nvSpPr>
        <p:spPr>
          <a:xfrm>
            <a:off x="9533960" y="1871980"/>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椭圆 7"/>
          <p:cNvSpPr/>
          <p:nvPr userDrawn="1"/>
        </p:nvSpPr>
        <p:spPr>
          <a:xfrm>
            <a:off x="1113690"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01</a:t>
            </a:r>
            <a:endParaRPr lang="en-US" altLang="zh-CN" sz="2400" b="1" u="sng" dirty="0">
              <a:latin typeface="微软雅黑" panose="020B0503020204020204" charset="-122"/>
              <a:ea typeface="微软雅黑" panose="020B0503020204020204" charset="-122"/>
            </a:endParaRPr>
          </a:p>
        </p:txBody>
      </p:sp>
      <p:sp>
        <p:nvSpPr>
          <p:cNvPr id="9" name="椭圆 8"/>
          <p:cNvSpPr/>
          <p:nvPr userDrawn="1"/>
        </p:nvSpPr>
        <p:spPr>
          <a:xfrm>
            <a:off x="3384347" y="14287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endParaRPr lang="en-US" altLang="zh-CN" sz="2400" b="1" u="sng" dirty="0">
              <a:latin typeface="微软雅黑" panose="020B0503020204020204" charset="-122"/>
              <a:ea typeface="微软雅黑" panose="020B0503020204020204" charset="-122"/>
            </a:endParaRPr>
          </a:p>
        </p:txBody>
      </p:sp>
      <p:sp>
        <p:nvSpPr>
          <p:cNvPr id="10" name="椭圆 9"/>
          <p:cNvSpPr/>
          <p:nvPr userDrawn="1"/>
        </p:nvSpPr>
        <p:spPr>
          <a:xfrm>
            <a:off x="5636593"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03</a:t>
            </a:r>
            <a:endParaRPr lang="en-US" altLang="zh-CN" sz="2400" b="1" u="sng" dirty="0">
              <a:latin typeface="微软雅黑" panose="020B0503020204020204" charset="-122"/>
              <a:ea typeface="微软雅黑" panose="020B0503020204020204" charset="-122"/>
            </a:endParaRPr>
          </a:p>
        </p:txBody>
      </p:sp>
      <p:sp>
        <p:nvSpPr>
          <p:cNvPr id="11" name="椭圆 10"/>
          <p:cNvSpPr/>
          <p:nvPr userDrawn="1"/>
        </p:nvSpPr>
        <p:spPr>
          <a:xfrm>
            <a:off x="7901114" y="14287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04</a:t>
            </a:r>
            <a:endParaRPr lang="en-US" altLang="zh-CN" sz="2400" b="1" u="sng" dirty="0">
              <a:latin typeface="微软雅黑" panose="020B0503020204020204" charset="-122"/>
              <a:ea typeface="微软雅黑" panose="020B0503020204020204" charset="-122"/>
            </a:endParaRPr>
          </a:p>
        </p:txBody>
      </p:sp>
      <p:sp>
        <p:nvSpPr>
          <p:cNvPr id="12" name="椭圆 11"/>
          <p:cNvSpPr/>
          <p:nvPr userDrawn="1"/>
        </p:nvSpPr>
        <p:spPr>
          <a:xfrm>
            <a:off x="10159497" y="14287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05</a:t>
            </a:r>
            <a:endParaRPr lang="en-US" altLang="zh-CN" sz="2400" b="1" u="sng" dirty="0">
              <a:latin typeface="微软雅黑" panose="020B0503020204020204" charset="-122"/>
              <a:ea typeface="微软雅黑" panose="020B0503020204020204" charset="-122"/>
            </a:endParaRPr>
          </a:p>
        </p:txBody>
      </p:sp>
      <p:sp>
        <p:nvSpPr>
          <p:cNvPr id="13" name="文本占位符 34"/>
          <p:cNvSpPr>
            <a:spLocks noGrp="1"/>
          </p:cNvSpPr>
          <p:nvPr>
            <p:ph type="body" sz="quarter" idx="12" hasCustomPrompt="1"/>
          </p:nvPr>
        </p:nvSpPr>
        <p:spPr>
          <a:xfrm>
            <a:off x="491011" y="2666365"/>
            <a:ext cx="2154767"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5" name="文本占位符 34"/>
          <p:cNvSpPr>
            <a:spLocks noGrp="1"/>
          </p:cNvSpPr>
          <p:nvPr>
            <p:ph type="body" sz="quarter" idx="14" hasCustomPrompt="1"/>
          </p:nvPr>
        </p:nvSpPr>
        <p:spPr>
          <a:xfrm>
            <a:off x="2761668" y="2666365"/>
            <a:ext cx="2154767"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7" name="文本占位符 34"/>
          <p:cNvSpPr>
            <a:spLocks noGrp="1"/>
          </p:cNvSpPr>
          <p:nvPr>
            <p:ph type="body" sz="quarter" idx="16" hasCustomPrompt="1"/>
          </p:nvPr>
        </p:nvSpPr>
        <p:spPr>
          <a:xfrm>
            <a:off x="5013914" y="2666365"/>
            <a:ext cx="2154767"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9" name="文本占位符 34"/>
          <p:cNvSpPr>
            <a:spLocks noGrp="1"/>
          </p:cNvSpPr>
          <p:nvPr>
            <p:ph type="body" sz="quarter" idx="18" hasCustomPrompt="1"/>
          </p:nvPr>
        </p:nvSpPr>
        <p:spPr>
          <a:xfrm>
            <a:off x="7278435" y="2666365"/>
            <a:ext cx="2154767"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1" name="文本占位符 34"/>
          <p:cNvSpPr>
            <a:spLocks noGrp="1"/>
          </p:cNvSpPr>
          <p:nvPr>
            <p:ph type="body" sz="quarter" idx="20" hasCustomPrompt="1"/>
          </p:nvPr>
        </p:nvSpPr>
        <p:spPr>
          <a:xfrm>
            <a:off x="9536818" y="2666365"/>
            <a:ext cx="2154767"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2" hasCustomPrompt="1"/>
          </p:nvPr>
        </p:nvSpPr>
        <p:spPr>
          <a:xfrm>
            <a:off x="620566" y="3039046"/>
            <a:ext cx="1895656"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23" hasCustomPrompt="1"/>
          </p:nvPr>
        </p:nvSpPr>
        <p:spPr>
          <a:xfrm>
            <a:off x="2891223" y="3039046"/>
            <a:ext cx="1895656"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4" hasCustomPrompt="1"/>
          </p:nvPr>
        </p:nvSpPr>
        <p:spPr>
          <a:xfrm>
            <a:off x="5143469" y="3039046"/>
            <a:ext cx="1895656"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2"/>
          <p:cNvSpPr>
            <a:spLocks noGrp="1"/>
          </p:cNvSpPr>
          <p:nvPr>
            <p:ph type="body" sz="quarter" idx="25" hasCustomPrompt="1"/>
          </p:nvPr>
        </p:nvSpPr>
        <p:spPr>
          <a:xfrm>
            <a:off x="7407990" y="3039046"/>
            <a:ext cx="1895656"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7" name="文本占位符 2"/>
          <p:cNvSpPr>
            <a:spLocks noGrp="1"/>
          </p:cNvSpPr>
          <p:nvPr>
            <p:ph type="body" sz="quarter" idx="26" hasCustomPrompt="1"/>
          </p:nvPr>
        </p:nvSpPr>
        <p:spPr>
          <a:xfrm>
            <a:off x="9666374" y="3039046"/>
            <a:ext cx="1895656" cy="2674937"/>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通用版式">
    <p:spTree>
      <p:nvGrpSpPr>
        <p:cNvPr id="1" name=""/>
        <p:cNvGrpSpPr/>
        <p:nvPr/>
      </p:nvGrpSpPr>
      <p:grpSpPr>
        <a:xfrm>
          <a:off x="0" y="0"/>
          <a:ext cx="0" cy="0"/>
          <a:chOff x="0" y="0"/>
          <a:chExt cx="0" cy="0"/>
        </a:xfrm>
      </p:grpSpPr>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16" name="圆角矩形 15"/>
          <p:cNvSpPr/>
          <p:nvPr userDrawn="1">
            <p:custDataLst>
              <p:tags r:id="rId1"/>
            </p:custDataLst>
          </p:nvPr>
        </p:nvSpPr>
        <p:spPr>
          <a:xfrm>
            <a:off x="3078480" y="1521778"/>
            <a:ext cx="8603615" cy="2087245"/>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18" name="五边形 17"/>
          <p:cNvSpPr/>
          <p:nvPr userDrawn="1">
            <p:custDataLst>
              <p:tags r:id="rId2"/>
            </p:custDataLst>
          </p:nvPr>
        </p:nvSpPr>
        <p:spPr>
          <a:xfrm>
            <a:off x="551319" y="1922272"/>
            <a:ext cx="2353057" cy="1286256"/>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20" name="文本占位符 34"/>
          <p:cNvSpPr>
            <a:spLocks noGrp="1"/>
          </p:cNvSpPr>
          <p:nvPr>
            <p:ph type="body" sz="quarter" idx="12" hasCustomPrompt="1"/>
            <p:custDataLst>
              <p:tags r:id="rId3"/>
            </p:custDataLst>
          </p:nvPr>
        </p:nvSpPr>
        <p:spPr>
          <a:xfrm>
            <a:off x="550545" y="2380298"/>
            <a:ext cx="210820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2"/>
          <p:cNvSpPr>
            <a:spLocks noGrp="1"/>
          </p:cNvSpPr>
          <p:nvPr>
            <p:ph type="body" sz="quarter" idx="26" hasCustomPrompt="1"/>
            <p:custDataLst>
              <p:tags r:id="rId4"/>
            </p:custDataLst>
          </p:nvPr>
        </p:nvSpPr>
        <p:spPr>
          <a:xfrm>
            <a:off x="3180080" y="1716405"/>
            <a:ext cx="8341360" cy="169799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圆角矩形 27"/>
          <p:cNvSpPr/>
          <p:nvPr userDrawn="1">
            <p:custDataLst>
              <p:tags r:id="rId5"/>
            </p:custDataLst>
          </p:nvPr>
        </p:nvSpPr>
        <p:spPr>
          <a:xfrm>
            <a:off x="3079115" y="4000818"/>
            <a:ext cx="8603615" cy="2087245"/>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9" name="五边形 28"/>
          <p:cNvSpPr/>
          <p:nvPr userDrawn="1">
            <p:custDataLst>
              <p:tags r:id="rId6"/>
            </p:custDataLst>
          </p:nvPr>
        </p:nvSpPr>
        <p:spPr>
          <a:xfrm>
            <a:off x="551319" y="4401312"/>
            <a:ext cx="2353057" cy="1286256"/>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0" name="文本占位符 34"/>
          <p:cNvSpPr>
            <a:spLocks noGrp="1"/>
          </p:cNvSpPr>
          <p:nvPr>
            <p:ph type="body" sz="quarter" idx="27" hasCustomPrompt="1"/>
            <p:custDataLst>
              <p:tags r:id="rId7"/>
            </p:custDataLst>
          </p:nvPr>
        </p:nvSpPr>
        <p:spPr>
          <a:xfrm>
            <a:off x="551180" y="4859338"/>
            <a:ext cx="210820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1" name="文本占位符 2"/>
          <p:cNvSpPr>
            <a:spLocks noGrp="1"/>
          </p:cNvSpPr>
          <p:nvPr>
            <p:ph type="body" sz="quarter" idx="28" hasCustomPrompt="1"/>
            <p:custDataLst>
              <p:tags r:id="rId8"/>
            </p:custDataLst>
          </p:nvPr>
        </p:nvSpPr>
        <p:spPr>
          <a:xfrm>
            <a:off x="3180715" y="4195445"/>
            <a:ext cx="8341360" cy="169799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_通用版式">
    <p:spTree>
      <p:nvGrpSpPr>
        <p:cNvPr id="1" name=""/>
        <p:cNvGrpSpPr/>
        <p:nvPr/>
      </p:nvGrpSpPr>
      <p:grpSpPr>
        <a:xfrm>
          <a:off x="0" y="0"/>
          <a:ext cx="0" cy="0"/>
          <a:chOff x="0" y="0"/>
          <a:chExt cx="0" cy="0"/>
        </a:xfrm>
      </p:grpSpPr>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7" name="圆角矩形 6"/>
          <p:cNvSpPr/>
          <p:nvPr userDrawn="1">
            <p:custDataLst>
              <p:tags r:id="rId1"/>
            </p:custDataLst>
          </p:nvPr>
        </p:nvSpPr>
        <p:spPr>
          <a:xfrm>
            <a:off x="3078480" y="1204913"/>
            <a:ext cx="8603615" cy="1440815"/>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11" name="五边形 10"/>
          <p:cNvSpPr/>
          <p:nvPr userDrawn="1">
            <p:custDataLst>
              <p:tags r:id="rId2"/>
            </p:custDataLst>
          </p:nvPr>
        </p:nvSpPr>
        <p:spPr>
          <a:xfrm>
            <a:off x="551319" y="1282192"/>
            <a:ext cx="2353057" cy="1286256"/>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15" name="文本占位符 34"/>
          <p:cNvSpPr>
            <a:spLocks noGrp="1"/>
          </p:cNvSpPr>
          <p:nvPr>
            <p:ph type="body" sz="quarter" idx="12" hasCustomPrompt="1"/>
            <p:custDataLst>
              <p:tags r:id="rId3"/>
            </p:custDataLst>
          </p:nvPr>
        </p:nvSpPr>
        <p:spPr>
          <a:xfrm>
            <a:off x="550545" y="1740535"/>
            <a:ext cx="210820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1" name="文本占位符 2"/>
          <p:cNvSpPr>
            <a:spLocks noGrp="1"/>
          </p:cNvSpPr>
          <p:nvPr>
            <p:ph type="body" sz="quarter" idx="26" hasCustomPrompt="1"/>
            <p:custDataLst>
              <p:tags r:id="rId4"/>
            </p:custDataLst>
          </p:nvPr>
        </p:nvSpPr>
        <p:spPr>
          <a:xfrm>
            <a:off x="3180080" y="1339215"/>
            <a:ext cx="8341360" cy="117221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5" name="圆角矩形 4"/>
          <p:cNvSpPr/>
          <p:nvPr userDrawn="1">
            <p:custDataLst>
              <p:tags r:id="rId5"/>
            </p:custDataLst>
          </p:nvPr>
        </p:nvSpPr>
        <p:spPr>
          <a:xfrm>
            <a:off x="3079115" y="2925128"/>
            <a:ext cx="8603615" cy="1440815"/>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8" name="五边形 7"/>
          <p:cNvSpPr/>
          <p:nvPr userDrawn="1">
            <p:custDataLst>
              <p:tags r:id="rId6"/>
            </p:custDataLst>
          </p:nvPr>
        </p:nvSpPr>
        <p:spPr>
          <a:xfrm>
            <a:off x="551319" y="3002407"/>
            <a:ext cx="2353057" cy="1286256"/>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9" name="文本占位符 34"/>
          <p:cNvSpPr>
            <a:spLocks noGrp="1"/>
          </p:cNvSpPr>
          <p:nvPr>
            <p:ph type="body" sz="quarter" idx="27" hasCustomPrompt="1"/>
            <p:custDataLst>
              <p:tags r:id="rId7"/>
            </p:custDataLst>
          </p:nvPr>
        </p:nvSpPr>
        <p:spPr>
          <a:xfrm>
            <a:off x="551180" y="3460750"/>
            <a:ext cx="210820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8" hasCustomPrompt="1"/>
            <p:custDataLst>
              <p:tags r:id="rId8"/>
            </p:custDataLst>
          </p:nvPr>
        </p:nvSpPr>
        <p:spPr>
          <a:xfrm>
            <a:off x="3180715" y="3059430"/>
            <a:ext cx="8341360" cy="117221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圆角矩形 23"/>
          <p:cNvSpPr/>
          <p:nvPr userDrawn="1">
            <p:custDataLst>
              <p:tags r:id="rId9"/>
            </p:custDataLst>
          </p:nvPr>
        </p:nvSpPr>
        <p:spPr>
          <a:xfrm>
            <a:off x="3078480" y="4659313"/>
            <a:ext cx="8603615" cy="1440815"/>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5" name="五边形 24"/>
          <p:cNvSpPr/>
          <p:nvPr userDrawn="1">
            <p:custDataLst>
              <p:tags r:id="rId10"/>
            </p:custDataLst>
          </p:nvPr>
        </p:nvSpPr>
        <p:spPr>
          <a:xfrm>
            <a:off x="551319" y="4736592"/>
            <a:ext cx="2353057" cy="1286256"/>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26" name="文本占位符 34"/>
          <p:cNvSpPr>
            <a:spLocks noGrp="1"/>
          </p:cNvSpPr>
          <p:nvPr>
            <p:ph type="body" sz="quarter" idx="29" hasCustomPrompt="1"/>
            <p:custDataLst>
              <p:tags r:id="rId11"/>
            </p:custDataLst>
          </p:nvPr>
        </p:nvSpPr>
        <p:spPr>
          <a:xfrm>
            <a:off x="550545" y="5194935"/>
            <a:ext cx="2108200" cy="37020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2"/>
          <p:cNvSpPr>
            <a:spLocks noGrp="1"/>
          </p:cNvSpPr>
          <p:nvPr>
            <p:ph type="body" sz="quarter" idx="30" hasCustomPrompt="1"/>
            <p:custDataLst>
              <p:tags r:id="rId12"/>
            </p:custDataLst>
          </p:nvPr>
        </p:nvSpPr>
        <p:spPr>
          <a:xfrm>
            <a:off x="3180080" y="4793615"/>
            <a:ext cx="8341360" cy="117221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_通用版式">
    <p:spTree>
      <p:nvGrpSpPr>
        <p:cNvPr id="1" name=""/>
        <p:cNvGrpSpPr/>
        <p:nvPr/>
      </p:nvGrpSpPr>
      <p:grpSpPr>
        <a:xfrm>
          <a:off x="0" y="0"/>
          <a:ext cx="0" cy="0"/>
          <a:chOff x="0" y="0"/>
          <a:chExt cx="0" cy="0"/>
        </a:xfrm>
      </p:grpSpPr>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3" name="圆角矩形 2"/>
          <p:cNvSpPr/>
          <p:nvPr userDrawn="1">
            <p:custDataLst>
              <p:tags r:id="rId1"/>
            </p:custDataLst>
          </p:nvPr>
        </p:nvSpPr>
        <p:spPr>
          <a:xfrm>
            <a:off x="3078480" y="1228090"/>
            <a:ext cx="8603615" cy="1193800"/>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8" name="五边形 7"/>
          <p:cNvSpPr/>
          <p:nvPr userDrawn="1">
            <p:custDataLst>
              <p:tags r:id="rId2"/>
            </p:custDataLst>
          </p:nvPr>
        </p:nvSpPr>
        <p:spPr>
          <a:xfrm>
            <a:off x="551180" y="1291908"/>
            <a:ext cx="2353310"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9" name="文本占位符 34"/>
          <p:cNvSpPr>
            <a:spLocks noGrp="1"/>
          </p:cNvSpPr>
          <p:nvPr>
            <p:ph type="body" sz="quarter" idx="12" hasCustomPrompt="1"/>
            <p:custDataLst>
              <p:tags r:id="rId3"/>
            </p:custDataLst>
          </p:nvPr>
        </p:nvSpPr>
        <p:spPr>
          <a:xfrm>
            <a:off x="550545" y="1671320"/>
            <a:ext cx="2108200"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6" hasCustomPrompt="1"/>
            <p:custDataLst>
              <p:tags r:id="rId4"/>
            </p:custDataLst>
          </p:nvPr>
        </p:nvSpPr>
        <p:spPr>
          <a:xfrm>
            <a:off x="3180080" y="1339215"/>
            <a:ext cx="8341360"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圆角矩形 23"/>
          <p:cNvSpPr/>
          <p:nvPr userDrawn="1">
            <p:custDataLst>
              <p:tags r:id="rId5"/>
            </p:custDataLst>
          </p:nvPr>
        </p:nvSpPr>
        <p:spPr>
          <a:xfrm>
            <a:off x="3079115" y="2572385"/>
            <a:ext cx="8603615" cy="1193800"/>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5" name="五边形 24"/>
          <p:cNvSpPr/>
          <p:nvPr userDrawn="1">
            <p:custDataLst>
              <p:tags r:id="rId6"/>
            </p:custDataLst>
          </p:nvPr>
        </p:nvSpPr>
        <p:spPr>
          <a:xfrm>
            <a:off x="551815" y="2636203"/>
            <a:ext cx="2353310"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26" name="文本占位符 34"/>
          <p:cNvSpPr>
            <a:spLocks noGrp="1"/>
          </p:cNvSpPr>
          <p:nvPr>
            <p:ph type="body" sz="quarter" idx="27" hasCustomPrompt="1"/>
            <p:custDataLst>
              <p:tags r:id="rId7"/>
            </p:custDataLst>
          </p:nvPr>
        </p:nvSpPr>
        <p:spPr>
          <a:xfrm>
            <a:off x="551180" y="3015615"/>
            <a:ext cx="2108200"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2"/>
          <p:cNvSpPr>
            <a:spLocks noGrp="1"/>
          </p:cNvSpPr>
          <p:nvPr>
            <p:ph type="body" sz="quarter" idx="28" hasCustomPrompt="1"/>
            <p:custDataLst>
              <p:tags r:id="rId8"/>
            </p:custDataLst>
          </p:nvPr>
        </p:nvSpPr>
        <p:spPr>
          <a:xfrm>
            <a:off x="3180715" y="2683510"/>
            <a:ext cx="8341360"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圆角矩形 27"/>
          <p:cNvSpPr/>
          <p:nvPr userDrawn="1">
            <p:custDataLst>
              <p:tags r:id="rId9"/>
            </p:custDataLst>
          </p:nvPr>
        </p:nvSpPr>
        <p:spPr>
          <a:xfrm>
            <a:off x="3079115" y="3925570"/>
            <a:ext cx="8603615" cy="1193800"/>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9" name="五边形 28"/>
          <p:cNvSpPr/>
          <p:nvPr userDrawn="1">
            <p:custDataLst>
              <p:tags r:id="rId10"/>
            </p:custDataLst>
          </p:nvPr>
        </p:nvSpPr>
        <p:spPr>
          <a:xfrm>
            <a:off x="551815" y="3989388"/>
            <a:ext cx="2353310"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0" name="文本占位符 34"/>
          <p:cNvSpPr>
            <a:spLocks noGrp="1"/>
          </p:cNvSpPr>
          <p:nvPr>
            <p:ph type="body" sz="quarter" idx="29" hasCustomPrompt="1"/>
            <p:custDataLst>
              <p:tags r:id="rId11"/>
            </p:custDataLst>
          </p:nvPr>
        </p:nvSpPr>
        <p:spPr>
          <a:xfrm>
            <a:off x="551180" y="4368800"/>
            <a:ext cx="2108200"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1" name="文本占位符 2"/>
          <p:cNvSpPr>
            <a:spLocks noGrp="1"/>
          </p:cNvSpPr>
          <p:nvPr>
            <p:ph type="body" sz="quarter" idx="30" hasCustomPrompt="1"/>
            <p:custDataLst>
              <p:tags r:id="rId12"/>
            </p:custDataLst>
          </p:nvPr>
        </p:nvSpPr>
        <p:spPr>
          <a:xfrm>
            <a:off x="3180715" y="4036695"/>
            <a:ext cx="8341360"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2" name="圆角矩形 31"/>
          <p:cNvSpPr/>
          <p:nvPr userDrawn="1">
            <p:custDataLst>
              <p:tags r:id="rId13"/>
            </p:custDataLst>
          </p:nvPr>
        </p:nvSpPr>
        <p:spPr>
          <a:xfrm>
            <a:off x="3079750" y="5269865"/>
            <a:ext cx="8603615" cy="1193800"/>
          </a:xfrm>
          <a:prstGeom prst="roundRect">
            <a:avLst>
              <a:gd name="adj" fmla="val 9156"/>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33" name="五边形 32"/>
          <p:cNvSpPr/>
          <p:nvPr userDrawn="1">
            <p:custDataLst>
              <p:tags r:id="rId14"/>
            </p:custDataLst>
          </p:nvPr>
        </p:nvSpPr>
        <p:spPr>
          <a:xfrm>
            <a:off x="552450" y="5333683"/>
            <a:ext cx="2353310"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4" name="文本占位符 34"/>
          <p:cNvSpPr>
            <a:spLocks noGrp="1"/>
          </p:cNvSpPr>
          <p:nvPr>
            <p:ph type="body" sz="quarter" idx="31" hasCustomPrompt="1"/>
            <p:custDataLst>
              <p:tags r:id="rId15"/>
            </p:custDataLst>
          </p:nvPr>
        </p:nvSpPr>
        <p:spPr>
          <a:xfrm>
            <a:off x="551815" y="5713095"/>
            <a:ext cx="2108200"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5" name="文本占位符 2"/>
          <p:cNvSpPr>
            <a:spLocks noGrp="1"/>
          </p:cNvSpPr>
          <p:nvPr>
            <p:ph type="body" sz="quarter" idx="32" hasCustomPrompt="1"/>
            <p:custDataLst>
              <p:tags r:id="rId16"/>
            </p:custDataLst>
          </p:nvPr>
        </p:nvSpPr>
        <p:spPr>
          <a:xfrm>
            <a:off x="3181350" y="5380990"/>
            <a:ext cx="8341360"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_通用版式">
    <p:spTree>
      <p:nvGrpSpPr>
        <p:cNvPr id="1" name=""/>
        <p:cNvGrpSpPr/>
        <p:nvPr/>
      </p:nvGrpSpPr>
      <p:grpSpPr>
        <a:xfrm>
          <a:off x="0" y="0"/>
          <a:ext cx="0" cy="0"/>
          <a:chOff x="0" y="0"/>
          <a:chExt cx="0" cy="0"/>
        </a:xfrm>
      </p:grpSpPr>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3" name="圆角矩形 2"/>
          <p:cNvSpPr/>
          <p:nvPr userDrawn="1">
            <p:custDataLst>
              <p:tags r:id="rId1"/>
            </p:custDataLst>
          </p:nvPr>
        </p:nvSpPr>
        <p:spPr>
          <a:xfrm>
            <a:off x="2841625" y="164084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5" name="五边形 24"/>
          <p:cNvSpPr/>
          <p:nvPr userDrawn="1">
            <p:custDataLst>
              <p:tags r:id="rId2"/>
            </p:custDataLst>
          </p:nvPr>
        </p:nvSpPr>
        <p:spPr>
          <a:xfrm>
            <a:off x="551815" y="1704975"/>
            <a:ext cx="2107565"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26" name="文本占位符 34"/>
          <p:cNvSpPr>
            <a:spLocks noGrp="1"/>
          </p:cNvSpPr>
          <p:nvPr>
            <p:ph type="body" sz="quarter" idx="12" hasCustomPrompt="1"/>
            <p:custDataLst>
              <p:tags r:id="rId3"/>
            </p:custDataLst>
          </p:nvPr>
        </p:nvSpPr>
        <p:spPr>
          <a:xfrm>
            <a:off x="551180" y="208407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2"/>
          <p:cNvSpPr>
            <a:spLocks noGrp="1"/>
          </p:cNvSpPr>
          <p:nvPr>
            <p:ph type="body" sz="quarter" idx="26" hasCustomPrompt="1"/>
            <p:custDataLst>
              <p:tags r:id="rId4"/>
            </p:custDataLst>
          </p:nvPr>
        </p:nvSpPr>
        <p:spPr>
          <a:xfrm>
            <a:off x="2943225" y="175196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圆角矩形 27"/>
          <p:cNvSpPr/>
          <p:nvPr userDrawn="1">
            <p:custDataLst>
              <p:tags r:id="rId5"/>
            </p:custDataLst>
          </p:nvPr>
        </p:nvSpPr>
        <p:spPr>
          <a:xfrm>
            <a:off x="2841625" y="323723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9" name="五边形 28"/>
          <p:cNvSpPr/>
          <p:nvPr userDrawn="1">
            <p:custDataLst>
              <p:tags r:id="rId6"/>
            </p:custDataLst>
          </p:nvPr>
        </p:nvSpPr>
        <p:spPr>
          <a:xfrm>
            <a:off x="551815" y="3301365"/>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0" name="文本占位符 34"/>
          <p:cNvSpPr>
            <a:spLocks noGrp="1"/>
          </p:cNvSpPr>
          <p:nvPr>
            <p:ph type="body" sz="quarter" idx="33" hasCustomPrompt="1"/>
            <p:custDataLst>
              <p:tags r:id="rId7"/>
            </p:custDataLst>
          </p:nvPr>
        </p:nvSpPr>
        <p:spPr>
          <a:xfrm>
            <a:off x="551180" y="368046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1" name="文本占位符 2"/>
          <p:cNvSpPr>
            <a:spLocks noGrp="1"/>
          </p:cNvSpPr>
          <p:nvPr>
            <p:ph type="body" sz="quarter" idx="34" hasCustomPrompt="1"/>
            <p:custDataLst>
              <p:tags r:id="rId8"/>
            </p:custDataLst>
          </p:nvPr>
        </p:nvSpPr>
        <p:spPr>
          <a:xfrm>
            <a:off x="2943225" y="334835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2" name="圆角矩形 31"/>
          <p:cNvSpPr/>
          <p:nvPr userDrawn="1">
            <p:custDataLst>
              <p:tags r:id="rId9"/>
            </p:custDataLst>
          </p:nvPr>
        </p:nvSpPr>
        <p:spPr>
          <a:xfrm>
            <a:off x="2843530" y="4850765"/>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33" name="五边形 32"/>
          <p:cNvSpPr/>
          <p:nvPr userDrawn="1">
            <p:custDataLst>
              <p:tags r:id="rId10"/>
            </p:custDataLst>
          </p:nvPr>
        </p:nvSpPr>
        <p:spPr>
          <a:xfrm>
            <a:off x="553720" y="4914900"/>
            <a:ext cx="2107565"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4" name="文本占位符 34"/>
          <p:cNvSpPr>
            <a:spLocks noGrp="1"/>
          </p:cNvSpPr>
          <p:nvPr>
            <p:ph type="body" sz="quarter" idx="35" hasCustomPrompt="1"/>
            <p:custDataLst>
              <p:tags r:id="rId11"/>
            </p:custDataLst>
          </p:nvPr>
        </p:nvSpPr>
        <p:spPr>
          <a:xfrm>
            <a:off x="553085" y="5293995"/>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5" name="文本占位符 2"/>
          <p:cNvSpPr>
            <a:spLocks noGrp="1"/>
          </p:cNvSpPr>
          <p:nvPr>
            <p:ph type="body" sz="quarter" idx="36" hasCustomPrompt="1"/>
            <p:custDataLst>
              <p:tags r:id="rId12"/>
            </p:custDataLst>
          </p:nvPr>
        </p:nvSpPr>
        <p:spPr>
          <a:xfrm>
            <a:off x="2945130" y="4961890"/>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6" name="圆角矩形 35"/>
          <p:cNvSpPr/>
          <p:nvPr userDrawn="1">
            <p:custDataLst>
              <p:tags r:id="rId13"/>
            </p:custDataLst>
          </p:nvPr>
        </p:nvSpPr>
        <p:spPr>
          <a:xfrm>
            <a:off x="8469630" y="239141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37" name="五边形 36"/>
          <p:cNvSpPr/>
          <p:nvPr userDrawn="1">
            <p:custDataLst>
              <p:tags r:id="rId14"/>
            </p:custDataLst>
          </p:nvPr>
        </p:nvSpPr>
        <p:spPr>
          <a:xfrm>
            <a:off x="6179820" y="2455545"/>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8" name="文本占位符 34"/>
          <p:cNvSpPr>
            <a:spLocks noGrp="1"/>
          </p:cNvSpPr>
          <p:nvPr>
            <p:ph type="body" sz="quarter" idx="37" hasCustomPrompt="1"/>
            <p:custDataLst>
              <p:tags r:id="rId15"/>
            </p:custDataLst>
          </p:nvPr>
        </p:nvSpPr>
        <p:spPr>
          <a:xfrm>
            <a:off x="6179185" y="283464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9" name="文本占位符 2"/>
          <p:cNvSpPr>
            <a:spLocks noGrp="1"/>
          </p:cNvSpPr>
          <p:nvPr>
            <p:ph type="body" sz="quarter" idx="38" hasCustomPrompt="1"/>
            <p:custDataLst>
              <p:tags r:id="rId16"/>
            </p:custDataLst>
          </p:nvPr>
        </p:nvSpPr>
        <p:spPr>
          <a:xfrm>
            <a:off x="8571230" y="250253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0" name="圆角矩形 39"/>
          <p:cNvSpPr/>
          <p:nvPr userDrawn="1">
            <p:custDataLst>
              <p:tags r:id="rId17"/>
            </p:custDataLst>
          </p:nvPr>
        </p:nvSpPr>
        <p:spPr>
          <a:xfrm>
            <a:off x="8471535" y="4004945"/>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41" name="五边形 40"/>
          <p:cNvSpPr/>
          <p:nvPr userDrawn="1">
            <p:custDataLst>
              <p:tags r:id="rId18"/>
            </p:custDataLst>
          </p:nvPr>
        </p:nvSpPr>
        <p:spPr>
          <a:xfrm>
            <a:off x="6181725" y="4069080"/>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42" name="文本占位符 34"/>
          <p:cNvSpPr>
            <a:spLocks noGrp="1"/>
          </p:cNvSpPr>
          <p:nvPr>
            <p:ph type="body" sz="quarter" idx="39" hasCustomPrompt="1"/>
            <p:custDataLst>
              <p:tags r:id="rId19"/>
            </p:custDataLst>
          </p:nvPr>
        </p:nvSpPr>
        <p:spPr>
          <a:xfrm>
            <a:off x="6181090" y="4448175"/>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43" name="文本占位符 2"/>
          <p:cNvSpPr>
            <a:spLocks noGrp="1"/>
          </p:cNvSpPr>
          <p:nvPr>
            <p:ph type="body" sz="quarter" idx="40" hasCustomPrompt="1"/>
            <p:custDataLst>
              <p:tags r:id="rId20"/>
            </p:custDataLst>
          </p:nvPr>
        </p:nvSpPr>
        <p:spPr>
          <a:xfrm>
            <a:off x="8573135" y="4116070"/>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1_通用版式">
    <p:spTree>
      <p:nvGrpSpPr>
        <p:cNvPr id="1" name=""/>
        <p:cNvGrpSpPr/>
        <p:nvPr/>
      </p:nvGrpSpPr>
      <p:grpSpPr>
        <a:xfrm>
          <a:off x="0" y="0"/>
          <a:ext cx="0" cy="0"/>
          <a:chOff x="0" y="0"/>
          <a:chExt cx="0" cy="0"/>
        </a:xfrm>
      </p:grpSpPr>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3" name="圆角矩形 2"/>
          <p:cNvSpPr/>
          <p:nvPr userDrawn="1">
            <p:custDataLst>
              <p:tags r:id="rId1"/>
            </p:custDataLst>
          </p:nvPr>
        </p:nvSpPr>
        <p:spPr>
          <a:xfrm>
            <a:off x="2841625" y="164084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29" name="五边形 28"/>
          <p:cNvSpPr/>
          <p:nvPr userDrawn="1">
            <p:custDataLst>
              <p:tags r:id="rId2"/>
            </p:custDataLst>
          </p:nvPr>
        </p:nvSpPr>
        <p:spPr>
          <a:xfrm>
            <a:off x="551815" y="1704975"/>
            <a:ext cx="2107565"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0" name="文本占位符 34"/>
          <p:cNvSpPr>
            <a:spLocks noGrp="1"/>
          </p:cNvSpPr>
          <p:nvPr>
            <p:ph type="body" sz="quarter" idx="12" hasCustomPrompt="1"/>
            <p:custDataLst>
              <p:tags r:id="rId3"/>
            </p:custDataLst>
          </p:nvPr>
        </p:nvSpPr>
        <p:spPr>
          <a:xfrm>
            <a:off x="551180" y="208407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1" name="文本占位符 2"/>
          <p:cNvSpPr>
            <a:spLocks noGrp="1"/>
          </p:cNvSpPr>
          <p:nvPr>
            <p:ph type="body" sz="quarter" idx="26" hasCustomPrompt="1"/>
            <p:custDataLst>
              <p:tags r:id="rId4"/>
            </p:custDataLst>
          </p:nvPr>
        </p:nvSpPr>
        <p:spPr>
          <a:xfrm>
            <a:off x="2943225" y="175196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2" name="圆角矩形 31"/>
          <p:cNvSpPr/>
          <p:nvPr userDrawn="1">
            <p:custDataLst>
              <p:tags r:id="rId5"/>
            </p:custDataLst>
          </p:nvPr>
        </p:nvSpPr>
        <p:spPr>
          <a:xfrm>
            <a:off x="2841625" y="323723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33" name="五边形 32"/>
          <p:cNvSpPr/>
          <p:nvPr userDrawn="1">
            <p:custDataLst>
              <p:tags r:id="rId6"/>
            </p:custDataLst>
          </p:nvPr>
        </p:nvSpPr>
        <p:spPr>
          <a:xfrm>
            <a:off x="551815" y="3301365"/>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4" name="文本占位符 34"/>
          <p:cNvSpPr>
            <a:spLocks noGrp="1"/>
          </p:cNvSpPr>
          <p:nvPr>
            <p:ph type="body" sz="quarter" idx="35" hasCustomPrompt="1"/>
            <p:custDataLst>
              <p:tags r:id="rId7"/>
            </p:custDataLst>
          </p:nvPr>
        </p:nvSpPr>
        <p:spPr>
          <a:xfrm>
            <a:off x="551180" y="368046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5" name="文本占位符 2"/>
          <p:cNvSpPr>
            <a:spLocks noGrp="1"/>
          </p:cNvSpPr>
          <p:nvPr>
            <p:ph type="body" sz="quarter" idx="36" hasCustomPrompt="1"/>
            <p:custDataLst>
              <p:tags r:id="rId8"/>
            </p:custDataLst>
          </p:nvPr>
        </p:nvSpPr>
        <p:spPr>
          <a:xfrm>
            <a:off x="2943225" y="334835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6" name="圆角矩形 35"/>
          <p:cNvSpPr/>
          <p:nvPr userDrawn="1">
            <p:custDataLst>
              <p:tags r:id="rId9"/>
            </p:custDataLst>
          </p:nvPr>
        </p:nvSpPr>
        <p:spPr>
          <a:xfrm>
            <a:off x="2843530" y="4850765"/>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37" name="五边形 36"/>
          <p:cNvSpPr/>
          <p:nvPr userDrawn="1">
            <p:custDataLst>
              <p:tags r:id="rId10"/>
            </p:custDataLst>
          </p:nvPr>
        </p:nvSpPr>
        <p:spPr>
          <a:xfrm>
            <a:off x="553720" y="4914900"/>
            <a:ext cx="2107565"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38" name="文本占位符 34"/>
          <p:cNvSpPr>
            <a:spLocks noGrp="1"/>
          </p:cNvSpPr>
          <p:nvPr>
            <p:ph type="body" sz="quarter" idx="37" hasCustomPrompt="1"/>
            <p:custDataLst>
              <p:tags r:id="rId11"/>
            </p:custDataLst>
          </p:nvPr>
        </p:nvSpPr>
        <p:spPr>
          <a:xfrm>
            <a:off x="553085" y="5293995"/>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9" name="文本占位符 2"/>
          <p:cNvSpPr>
            <a:spLocks noGrp="1"/>
          </p:cNvSpPr>
          <p:nvPr>
            <p:ph type="body" sz="quarter" idx="38" hasCustomPrompt="1"/>
            <p:custDataLst>
              <p:tags r:id="rId12"/>
            </p:custDataLst>
          </p:nvPr>
        </p:nvSpPr>
        <p:spPr>
          <a:xfrm>
            <a:off x="2945130" y="4961890"/>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0" name="圆角矩形 39"/>
          <p:cNvSpPr/>
          <p:nvPr userDrawn="1">
            <p:custDataLst>
              <p:tags r:id="rId13"/>
            </p:custDataLst>
          </p:nvPr>
        </p:nvSpPr>
        <p:spPr>
          <a:xfrm>
            <a:off x="8516620" y="1624965"/>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41" name="五边形 40"/>
          <p:cNvSpPr/>
          <p:nvPr userDrawn="1">
            <p:custDataLst>
              <p:tags r:id="rId14"/>
            </p:custDataLst>
          </p:nvPr>
        </p:nvSpPr>
        <p:spPr>
          <a:xfrm>
            <a:off x="6226810" y="1689100"/>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42" name="文本占位符 34"/>
          <p:cNvSpPr>
            <a:spLocks noGrp="1"/>
          </p:cNvSpPr>
          <p:nvPr>
            <p:ph type="body" sz="quarter" idx="39" hasCustomPrompt="1"/>
            <p:custDataLst>
              <p:tags r:id="rId15"/>
            </p:custDataLst>
          </p:nvPr>
        </p:nvSpPr>
        <p:spPr>
          <a:xfrm>
            <a:off x="6226175" y="2068195"/>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43" name="文本占位符 2"/>
          <p:cNvSpPr>
            <a:spLocks noGrp="1"/>
          </p:cNvSpPr>
          <p:nvPr>
            <p:ph type="body" sz="quarter" idx="40" hasCustomPrompt="1"/>
            <p:custDataLst>
              <p:tags r:id="rId16"/>
            </p:custDataLst>
          </p:nvPr>
        </p:nvSpPr>
        <p:spPr>
          <a:xfrm>
            <a:off x="8618220" y="1736090"/>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4" name="圆角矩形 43"/>
          <p:cNvSpPr/>
          <p:nvPr userDrawn="1">
            <p:custDataLst>
              <p:tags r:id="rId17"/>
            </p:custDataLst>
          </p:nvPr>
        </p:nvSpPr>
        <p:spPr>
          <a:xfrm>
            <a:off x="8516620" y="3221355"/>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45" name="五边形 44"/>
          <p:cNvSpPr/>
          <p:nvPr userDrawn="1">
            <p:custDataLst>
              <p:tags r:id="rId18"/>
            </p:custDataLst>
          </p:nvPr>
        </p:nvSpPr>
        <p:spPr>
          <a:xfrm>
            <a:off x="6226810" y="3285490"/>
            <a:ext cx="2107565" cy="1066165"/>
          </a:xfrm>
          <a:prstGeom prst="homePlat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46" name="文本占位符 34"/>
          <p:cNvSpPr>
            <a:spLocks noGrp="1"/>
          </p:cNvSpPr>
          <p:nvPr>
            <p:ph type="body" sz="quarter" idx="41" hasCustomPrompt="1"/>
            <p:custDataLst>
              <p:tags r:id="rId19"/>
            </p:custDataLst>
          </p:nvPr>
        </p:nvSpPr>
        <p:spPr>
          <a:xfrm>
            <a:off x="6226175" y="3664585"/>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47" name="文本占位符 2"/>
          <p:cNvSpPr>
            <a:spLocks noGrp="1"/>
          </p:cNvSpPr>
          <p:nvPr>
            <p:ph type="body" sz="quarter" idx="42" hasCustomPrompt="1"/>
            <p:custDataLst>
              <p:tags r:id="rId20"/>
            </p:custDataLst>
          </p:nvPr>
        </p:nvSpPr>
        <p:spPr>
          <a:xfrm>
            <a:off x="8618220" y="3332480"/>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8" name="圆角矩形 47"/>
          <p:cNvSpPr/>
          <p:nvPr userDrawn="1">
            <p:custDataLst>
              <p:tags r:id="rId21"/>
            </p:custDataLst>
          </p:nvPr>
        </p:nvSpPr>
        <p:spPr>
          <a:xfrm>
            <a:off x="8518525" y="4834890"/>
            <a:ext cx="3152140" cy="1193800"/>
          </a:xfrm>
          <a:prstGeom prst="roundRect">
            <a:avLst>
              <a:gd name="adj" fmla="val 1101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lgn="just" fontAlgn="auto">
              <a:lnSpc>
                <a:spcPts val="2000"/>
              </a:lnSpc>
            </a:pPr>
            <a:endParaRPr kumimoji="1" lang="zh-CN" altLang="en-US" sz="1400" dirty="0">
              <a:solidFill>
                <a:schemeClr val="tx1">
                  <a:lumMod val="85000"/>
                  <a:lumOff val="15000"/>
                </a:schemeClr>
              </a:solidFill>
              <a:latin typeface="Microsoft YaHei Regular" panose="020B0502040204020203" charset="-122"/>
              <a:ea typeface="Microsoft YaHei Regular" panose="020B0502040204020203" charset="-122"/>
              <a:sym typeface="+mn-ea"/>
            </a:endParaRPr>
          </a:p>
        </p:txBody>
      </p:sp>
      <p:sp>
        <p:nvSpPr>
          <p:cNvPr id="49" name="五边形 48"/>
          <p:cNvSpPr/>
          <p:nvPr userDrawn="1">
            <p:custDataLst>
              <p:tags r:id="rId22"/>
            </p:custDataLst>
          </p:nvPr>
        </p:nvSpPr>
        <p:spPr>
          <a:xfrm>
            <a:off x="6228715" y="4899025"/>
            <a:ext cx="2107565" cy="1066165"/>
          </a:xfrm>
          <a:prstGeom prst="homePlat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highlight>
                <a:srgbClr val="9A0000"/>
              </a:highlight>
            </a:endParaRPr>
          </a:p>
        </p:txBody>
      </p:sp>
      <p:sp>
        <p:nvSpPr>
          <p:cNvPr id="50" name="文本占位符 34"/>
          <p:cNvSpPr>
            <a:spLocks noGrp="1"/>
          </p:cNvSpPr>
          <p:nvPr>
            <p:ph type="body" sz="quarter" idx="43" hasCustomPrompt="1"/>
            <p:custDataLst>
              <p:tags r:id="rId23"/>
            </p:custDataLst>
          </p:nvPr>
        </p:nvSpPr>
        <p:spPr>
          <a:xfrm>
            <a:off x="6228080" y="5278120"/>
            <a:ext cx="1905635" cy="30734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51" name="文本占位符 2"/>
          <p:cNvSpPr>
            <a:spLocks noGrp="1"/>
          </p:cNvSpPr>
          <p:nvPr>
            <p:ph type="body" sz="quarter" idx="44" hasCustomPrompt="1"/>
            <p:custDataLst>
              <p:tags r:id="rId24"/>
            </p:custDataLst>
          </p:nvPr>
        </p:nvSpPr>
        <p:spPr>
          <a:xfrm>
            <a:off x="8620125" y="4946015"/>
            <a:ext cx="2952115" cy="97155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9" name="燕尾形 28"/>
          <p:cNvSpPr/>
          <p:nvPr userDrawn="1"/>
        </p:nvSpPr>
        <p:spPr>
          <a:xfrm rot="5400000" flipH="1">
            <a:off x="135255" y="2002473"/>
            <a:ext cx="1890395"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占位符 34"/>
          <p:cNvSpPr>
            <a:spLocks noGrp="1"/>
          </p:cNvSpPr>
          <p:nvPr>
            <p:ph type="body" sz="quarter" idx="13" hasCustomPrompt="1"/>
          </p:nvPr>
        </p:nvSpPr>
        <p:spPr>
          <a:xfrm>
            <a:off x="551180" y="2349183"/>
            <a:ext cx="1057910" cy="36449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01</a:t>
            </a:r>
            <a:endParaRPr kumimoji="1" lang="zh-CN" altLang="en-US" dirty="0"/>
          </a:p>
        </p:txBody>
      </p:sp>
      <p:sp>
        <p:nvSpPr>
          <p:cNvPr id="31" name="同侧圆角矩形 30"/>
          <p:cNvSpPr/>
          <p:nvPr userDrawn="1"/>
        </p:nvSpPr>
        <p:spPr>
          <a:xfrm rot="5400000">
            <a:off x="5668645" y="-2481262"/>
            <a:ext cx="1908810"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endParaRPr>
          </a:p>
        </p:txBody>
      </p:sp>
      <p:sp>
        <p:nvSpPr>
          <p:cNvPr id="32" name="文本占位符 2"/>
          <p:cNvSpPr>
            <a:spLocks noGrp="1"/>
          </p:cNvSpPr>
          <p:nvPr>
            <p:ph type="body" sz="quarter" idx="26" hasCustomPrompt="1"/>
          </p:nvPr>
        </p:nvSpPr>
        <p:spPr>
          <a:xfrm>
            <a:off x="1609090" y="1593850"/>
            <a:ext cx="9993630" cy="1875155"/>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3" name="燕尾形 32"/>
          <p:cNvSpPr/>
          <p:nvPr userDrawn="1"/>
        </p:nvSpPr>
        <p:spPr>
          <a:xfrm rot="5400000" flipH="1">
            <a:off x="135255" y="4353878"/>
            <a:ext cx="1890395"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4" name="文本占位符 34"/>
          <p:cNvSpPr>
            <a:spLocks noGrp="1"/>
          </p:cNvSpPr>
          <p:nvPr>
            <p:ph type="body" sz="quarter" idx="27" hasCustomPrompt="1"/>
          </p:nvPr>
        </p:nvSpPr>
        <p:spPr>
          <a:xfrm>
            <a:off x="551180" y="4700588"/>
            <a:ext cx="1057910" cy="36449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02</a:t>
            </a:r>
            <a:endParaRPr kumimoji="1" lang="zh-CN" altLang="en-US" dirty="0"/>
          </a:p>
        </p:txBody>
      </p:sp>
      <p:sp>
        <p:nvSpPr>
          <p:cNvPr id="35" name="同侧圆角矩形 34"/>
          <p:cNvSpPr/>
          <p:nvPr userDrawn="1"/>
        </p:nvSpPr>
        <p:spPr>
          <a:xfrm rot="5400000">
            <a:off x="5668645" y="-129857"/>
            <a:ext cx="1908810"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endParaRPr>
          </a:p>
        </p:txBody>
      </p:sp>
      <p:sp>
        <p:nvSpPr>
          <p:cNvPr id="36" name="文本占位符 2"/>
          <p:cNvSpPr>
            <a:spLocks noGrp="1"/>
          </p:cNvSpPr>
          <p:nvPr>
            <p:ph type="body" sz="quarter" idx="28" hasCustomPrompt="1"/>
          </p:nvPr>
        </p:nvSpPr>
        <p:spPr>
          <a:xfrm>
            <a:off x="1609090" y="3945255"/>
            <a:ext cx="9993630" cy="1875155"/>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1"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9" name="燕尾形 28"/>
          <p:cNvSpPr/>
          <p:nvPr userDrawn="1"/>
        </p:nvSpPr>
        <p:spPr>
          <a:xfrm rot="5400000" flipH="1">
            <a:off x="400685" y="1543685"/>
            <a:ext cx="1359535"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占位符 34"/>
          <p:cNvSpPr>
            <a:spLocks noGrp="1"/>
          </p:cNvSpPr>
          <p:nvPr>
            <p:ph type="body" sz="quarter" idx="13" hasCustomPrompt="1"/>
          </p:nvPr>
        </p:nvSpPr>
        <p:spPr>
          <a:xfrm>
            <a:off x="551180" y="1905635"/>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01</a:t>
            </a:r>
            <a:endParaRPr kumimoji="1" lang="zh-CN" altLang="en-US" dirty="0"/>
          </a:p>
        </p:txBody>
      </p:sp>
      <p:sp>
        <p:nvSpPr>
          <p:cNvPr id="31" name="同侧圆角矩形 30"/>
          <p:cNvSpPr/>
          <p:nvPr userDrawn="1"/>
        </p:nvSpPr>
        <p:spPr>
          <a:xfrm rot="5400000">
            <a:off x="5936615" y="-2940050"/>
            <a:ext cx="1372870"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endParaRPr>
          </a:p>
        </p:txBody>
      </p:sp>
      <p:sp>
        <p:nvSpPr>
          <p:cNvPr id="32" name="文本占位符 2"/>
          <p:cNvSpPr>
            <a:spLocks noGrp="1"/>
          </p:cNvSpPr>
          <p:nvPr>
            <p:ph type="body" sz="quarter" idx="26" hasCustomPrompt="1"/>
          </p:nvPr>
        </p:nvSpPr>
        <p:spPr>
          <a:xfrm>
            <a:off x="1609090" y="1398270"/>
            <a:ext cx="9993630" cy="134874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燕尾形 2"/>
          <p:cNvSpPr/>
          <p:nvPr userDrawn="1"/>
        </p:nvSpPr>
        <p:spPr>
          <a:xfrm rot="5400000" flipH="1">
            <a:off x="400050" y="3270885"/>
            <a:ext cx="1359535"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 name="文本占位符 34"/>
          <p:cNvSpPr>
            <a:spLocks noGrp="1"/>
          </p:cNvSpPr>
          <p:nvPr>
            <p:ph type="body" sz="quarter" idx="27" hasCustomPrompt="1"/>
          </p:nvPr>
        </p:nvSpPr>
        <p:spPr>
          <a:xfrm>
            <a:off x="550545" y="3632835"/>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02</a:t>
            </a:r>
            <a:endParaRPr kumimoji="1" lang="zh-CN" altLang="en-US" dirty="0"/>
          </a:p>
        </p:txBody>
      </p:sp>
      <p:sp>
        <p:nvSpPr>
          <p:cNvPr id="5" name="同侧圆角矩形 4"/>
          <p:cNvSpPr/>
          <p:nvPr userDrawn="1"/>
        </p:nvSpPr>
        <p:spPr>
          <a:xfrm rot="5400000">
            <a:off x="5935980" y="-1212850"/>
            <a:ext cx="1372870"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endParaRPr>
          </a:p>
        </p:txBody>
      </p:sp>
      <p:sp>
        <p:nvSpPr>
          <p:cNvPr id="6" name="文本占位符 2"/>
          <p:cNvSpPr>
            <a:spLocks noGrp="1"/>
          </p:cNvSpPr>
          <p:nvPr>
            <p:ph type="body" sz="quarter" idx="28" hasCustomPrompt="1"/>
          </p:nvPr>
        </p:nvSpPr>
        <p:spPr>
          <a:xfrm>
            <a:off x="1608455" y="3125470"/>
            <a:ext cx="9993630" cy="134874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8" name="燕尾形 7"/>
          <p:cNvSpPr/>
          <p:nvPr userDrawn="1"/>
        </p:nvSpPr>
        <p:spPr>
          <a:xfrm rot="5400000" flipH="1">
            <a:off x="400050" y="4983480"/>
            <a:ext cx="1359535"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文本占位符 34"/>
          <p:cNvSpPr>
            <a:spLocks noGrp="1"/>
          </p:cNvSpPr>
          <p:nvPr>
            <p:ph type="body" sz="quarter" idx="29" hasCustomPrompt="1"/>
          </p:nvPr>
        </p:nvSpPr>
        <p:spPr>
          <a:xfrm>
            <a:off x="550545" y="5345430"/>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03</a:t>
            </a:r>
            <a:endParaRPr kumimoji="1" lang="zh-CN" altLang="en-US" dirty="0"/>
          </a:p>
        </p:txBody>
      </p:sp>
      <p:sp>
        <p:nvSpPr>
          <p:cNvPr id="11" name="同侧圆角矩形 10"/>
          <p:cNvSpPr/>
          <p:nvPr userDrawn="1"/>
        </p:nvSpPr>
        <p:spPr>
          <a:xfrm rot="5400000">
            <a:off x="5935980" y="499745"/>
            <a:ext cx="1372870"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lumMod val="85000"/>
                  <a:lumOff val="15000"/>
                </a:schemeClr>
              </a:solidFill>
            </a:endParaRPr>
          </a:p>
        </p:txBody>
      </p:sp>
      <p:sp>
        <p:nvSpPr>
          <p:cNvPr id="13" name="文本占位符 2"/>
          <p:cNvSpPr>
            <a:spLocks noGrp="1"/>
          </p:cNvSpPr>
          <p:nvPr>
            <p:ph type="body" sz="quarter" idx="30" hasCustomPrompt="1"/>
          </p:nvPr>
        </p:nvSpPr>
        <p:spPr>
          <a:xfrm>
            <a:off x="1608455" y="4838065"/>
            <a:ext cx="9993630" cy="134874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9" name="燕尾形 28"/>
          <p:cNvSpPr/>
          <p:nvPr userDrawn="1"/>
        </p:nvSpPr>
        <p:spPr>
          <a:xfrm rot="5400000" flipH="1">
            <a:off x="594995" y="1504950"/>
            <a:ext cx="971550"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占位符 34"/>
          <p:cNvSpPr>
            <a:spLocks noGrp="1"/>
          </p:cNvSpPr>
          <p:nvPr>
            <p:ph type="body" sz="quarter" idx="13" hasCustomPrompt="1"/>
          </p:nvPr>
        </p:nvSpPr>
        <p:spPr>
          <a:xfrm>
            <a:off x="551180" y="1881823"/>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01</a:t>
            </a:r>
            <a:endParaRPr kumimoji="1" lang="zh-CN" altLang="en-US" dirty="0"/>
          </a:p>
        </p:txBody>
      </p:sp>
      <p:sp>
        <p:nvSpPr>
          <p:cNvPr id="31" name="同侧圆角矩形 30"/>
          <p:cNvSpPr/>
          <p:nvPr userDrawn="1"/>
        </p:nvSpPr>
        <p:spPr>
          <a:xfrm rot="5400000">
            <a:off x="6132830" y="-2978785"/>
            <a:ext cx="981075"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占位符 2"/>
          <p:cNvSpPr>
            <a:spLocks noGrp="1"/>
          </p:cNvSpPr>
          <p:nvPr>
            <p:ph type="body" sz="quarter" idx="26" hasCustomPrompt="1"/>
          </p:nvPr>
        </p:nvSpPr>
        <p:spPr>
          <a:xfrm>
            <a:off x="1609090" y="1544955"/>
            <a:ext cx="999363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7" name="燕尾形 26"/>
          <p:cNvSpPr/>
          <p:nvPr userDrawn="1"/>
        </p:nvSpPr>
        <p:spPr>
          <a:xfrm rot="5400000" flipH="1">
            <a:off x="594995" y="2658745"/>
            <a:ext cx="971550"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8" name="文本占位符 34"/>
          <p:cNvSpPr>
            <a:spLocks noGrp="1"/>
          </p:cNvSpPr>
          <p:nvPr>
            <p:ph type="body" sz="quarter" idx="27" hasCustomPrompt="1"/>
          </p:nvPr>
        </p:nvSpPr>
        <p:spPr>
          <a:xfrm>
            <a:off x="551180" y="3035618"/>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02</a:t>
            </a:r>
            <a:endParaRPr kumimoji="1" lang="zh-CN" altLang="en-US" dirty="0"/>
          </a:p>
        </p:txBody>
      </p:sp>
      <p:sp>
        <p:nvSpPr>
          <p:cNvPr id="33" name="同侧圆角矩形 32"/>
          <p:cNvSpPr/>
          <p:nvPr userDrawn="1"/>
        </p:nvSpPr>
        <p:spPr>
          <a:xfrm rot="5400000">
            <a:off x="6132830" y="-1824990"/>
            <a:ext cx="981075"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占位符 2"/>
          <p:cNvSpPr>
            <a:spLocks noGrp="1"/>
          </p:cNvSpPr>
          <p:nvPr>
            <p:ph type="body" sz="quarter" idx="28" hasCustomPrompt="1"/>
          </p:nvPr>
        </p:nvSpPr>
        <p:spPr>
          <a:xfrm>
            <a:off x="1609090" y="2698750"/>
            <a:ext cx="999363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5" name="燕尾形 34"/>
          <p:cNvSpPr/>
          <p:nvPr userDrawn="1"/>
        </p:nvSpPr>
        <p:spPr>
          <a:xfrm rot="5400000" flipH="1">
            <a:off x="594995" y="3820160"/>
            <a:ext cx="971550"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6" name="文本占位符 34"/>
          <p:cNvSpPr>
            <a:spLocks noGrp="1"/>
          </p:cNvSpPr>
          <p:nvPr>
            <p:ph type="body" sz="quarter" idx="29" hasCustomPrompt="1"/>
          </p:nvPr>
        </p:nvSpPr>
        <p:spPr>
          <a:xfrm>
            <a:off x="551180" y="4197033"/>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03</a:t>
            </a:r>
            <a:endParaRPr kumimoji="1" lang="zh-CN" altLang="en-US" dirty="0"/>
          </a:p>
        </p:txBody>
      </p:sp>
      <p:sp>
        <p:nvSpPr>
          <p:cNvPr id="37" name="同侧圆角矩形 36"/>
          <p:cNvSpPr/>
          <p:nvPr userDrawn="1"/>
        </p:nvSpPr>
        <p:spPr>
          <a:xfrm rot="5400000">
            <a:off x="6132830" y="-663575"/>
            <a:ext cx="981075"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占位符 2"/>
          <p:cNvSpPr>
            <a:spLocks noGrp="1"/>
          </p:cNvSpPr>
          <p:nvPr>
            <p:ph type="body" sz="quarter" idx="30" hasCustomPrompt="1"/>
          </p:nvPr>
        </p:nvSpPr>
        <p:spPr>
          <a:xfrm>
            <a:off x="1609090" y="3860165"/>
            <a:ext cx="999363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9" name="燕尾形 38"/>
          <p:cNvSpPr/>
          <p:nvPr userDrawn="1"/>
        </p:nvSpPr>
        <p:spPr>
          <a:xfrm rot="5400000" flipH="1">
            <a:off x="594995" y="4973955"/>
            <a:ext cx="971550"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0" name="文本占位符 34"/>
          <p:cNvSpPr>
            <a:spLocks noGrp="1"/>
          </p:cNvSpPr>
          <p:nvPr>
            <p:ph type="body" sz="quarter" idx="31" hasCustomPrompt="1"/>
          </p:nvPr>
        </p:nvSpPr>
        <p:spPr>
          <a:xfrm>
            <a:off x="551180" y="5350828"/>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04</a:t>
            </a:r>
            <a:endParaRPr kumimoji="1" lang="zh-CN" altLang="en-US" dirty="0"/>
          </a:p>
        </p:txBody>
      </p:sp>
      <p:sp>
        <p:nvSpPr>
          <p:cNvPr id="41" name="同侧圆角矩形 40"/>
          <p:cNvSpPr/>
          <p:nvPr userDrawn="1"/>
        </p:nvSpPr>
        <p:spPr>
          <a:xfrm rot="5400000">
            <a:off x="6132830" y="490220"/>
            <a:ext cx="981075" cy="10025380"/>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占位符 2"/>
          <p:cNvSpPr>
            <a:spLocks noGrp="1"/>
          </p:cNvSpPr>
          <p:nvPr>
            <p:ph type="body" sz="quarter" idx="32" hasCustomPrompt="1"/>
          </p:nvPr>
        </p:nvSpPr>
        <p:spPr>
          <a:xfrm>
            <a:off x="1609090" y="5020945"/>
            <a:ext cx="999363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7" name="圆角矩形 6"/>
          <p:cNvSpPr/>
          <p:nvPr userDrawn="1"/>
        </p:nvSpPr>
        <p:spPr>
          <a:xfrm>
            <a:off x="7891145" y="1370330"/>
            <a:ext cx="3819525" cy="4832350"/>
          </a:xfrm>
          <a:prstGeom prst="roundRect">
            <a:avLst>
              <a:gd name="adj" fmla="val 573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占位符 2"/>
          <p:cNvSpPr>
            <a:spLocks noGrp="1"/>
          </p:cNvSpPr>
          <p:nvPr>
            <p:ph type="body" sz="quarter" idx="29" hasCustomPrompt="1"/>
          </p:nvPr>
        </p:nvSpPr>
        <p:spPr>
          <a:xfrm>
            <a:off x="8013700" y="1466215"/>
            <a:ext cx="3574415" cy="4597400"/>
          </a:xfrm>
          <a:prstGeom prst="rect">
            <a:avLst/>
          </a:prstGeom>
        </p:spPr>
        <p:txBody>
          <a:bodyPr/>
          <a:lstStyle>
            <a:lvl1pPr marL="0" indent="0">
              <a:lnSpc>
                <a:spcPct val="125000"/>
              </a:lnSpc>
              <a:buClr>
                <a:srgbClr val="940002"/>
              </a:buClr>
              <a:buSzPct val="90000"/>
              <a:buFont typeface="Wingdings" panose="05000000000000000000" charset="0"/>
              <a:buChar char=""/>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 此处编辑正文</a:t>
            </a:r>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endParaRPr kumimoji="1" lang="zh-CN" altLang="en-US" dirty="0"/>
          </a:p>
        </p:txBody>
      </p:sp>
      <p:sp>
        <p:nvSpPr>
          <p:cNvPr id="29" name="燕尾形 28"/>
          <p:cNvSpPr/>
          <p:nvPr userDrawn="1"/>
        </p:nvSpPr>
        <p:spPr>
          <a:xfrm rot="5400000" flipH="1">
            <a:off x="400685" y="1543685"/>
            <a:ext cx="1359535"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占位符 34"/>
          <p:cNvSpPr>
            <a:spLocks noGrp="1"/>
          </p:cNvSpPr>
          <p:nvPr>
            <p:ph type="body" sz="quarter" idx="13" hasCustomPrompt="1"/>
          </p:nvPr>
        </p:nvSpPr>
        <p:spPr>
          <a:xfrm>
            <a:off x="551180" y="1905635"/>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01</a:t>
            </a:r>
            <a:endParaRPr kumimoji="1" lang="zh-CN" altLang="en-US" dirty="0"/>
          </a:p>
        </p:txBody>
      </p:sp>
      <p:sp>
        <p:nvSpPr>
          <p:cNvPr id="31" name="同侧圆角矩形 30"/>
          <p:cNvSpPr/>
          <p:nvPr userDrawn="1"/>
        </p:nvSpPr>
        <p:spPr>
          <a:xfrm rot="5400000">
            <a:off x="3984625" y="-987425"/>
            <a:ext cx="1372870" cy="612076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占位符 2"/>
          <p:cNvSpPr>
            <a:spLocks noGrp="1"/>
          </p:cNvSpPr>
          <p:nvPr>
            <p:ph type="body" sz="quarter" idx="26" hasCustomPrompt="1"/>
          </p:nvPr>
        </p:nvSpPr>
        <p:spPr>
          <a:xfrm>
            <a:off x="1609090" y="1398270"/>
            <a:ext cx="6102350" cy="1348740"/>
          </a:xfrm>
          <a:prstGeom prst="rect">
            <a:avLst/>
          </a:prstGeom>
        </p:spPr>
        <p:txBody>
          <a:bodyPr/>
          <a:lstStyle>
            <a:lvl1pPr marL="0" indent="0">
              <a:lnSpc>
                <a:spcPct val="125000"/>
              </a:lnSpc>
              <a:buNone/>
              <a:defRPr sz="1400" b="0" i="0">
                <a:solidFill>
                  <a:schemeClr val="tx1">
                    <a:lumMod val="95000"/>
                    <a:lumOff val="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燕尾形 2"/>
          <p:cNvSpPr/>
          <p:nvPr userDrawn="1"/>
        </p:nvSpPr>
        <p:spPr>
          <a:xfrm rot="5400000" flipH="1">
            <a:off x="400050" y="3270885"/>
            <a:ext cx="1359535"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8" name="文本占位符 34"/>
          <p:cNvSpPr>
            <a:spLocks noGrp="1"/>
          </p:cNvSpPr>
          <p:nvPr>
            <p:ph type="body" sz="quarter" idx="27" hasCustomPrompt="1"/>
          </p:nvPr>
        </p:nvSpPr>
        <p:spPr>
          <a:xfrm>
            <a:off x="550545" y="3632835"/>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02</a:t>
            </a:r>
            <a:endParaRPr kumimoji="1" lang="zh-CN" altLang="en-US" dirty="0"/>
          </a:p>
        </p:txBody>
      </p:sp>
      <p:sp>
        <p:nvSpPr>
          <p:cNvPr id="18" name="同侧圆角矩形 17"/>
          <p:cNvSpPr/>
          <p:nvPr userDrawn="1"/>
        </p:nvSpPr>
        <p:spPr>
          <a:xfrm rot="5400000">
            <a:off x="3983990" y="739775"/>
            <a:ext cx="1372870" cy="612076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占位符 2"/>
          <p:cNvSpPr>
            <a:spLocks noGrp="1"/>
          </p:cNvSpPr>
          <p:nvPr>
            <p:ph type="body" sz="quarter" idx="28" hasCustomPrompt="1"/>
          </p:nvPr>
        </p:nvSpPr>
        <p:spPr>
          <a:xfrm>
            <a:off x="1608455" y="3125470"/>
            <a:ext cx="6102350" cy="1348740"/>
          </a:xfrm>
          <a:prstGeom prst="rect">
            <a:avLst/>
          </a:prstGeom>
        </p:spPr>
        <p:txBody>
          <a:bodyPr/>
          <a:lstStyle>
            <a:lvl1pPr marL="0" indent="0">
              <a:lnSpc>
                <a:spcPct val="125000"/>
              </a:lnSpc>
              <a:buNone/>
              <a:defRPr sz="1400" b="0" i="0">
                <a:solidFill>
                  <a:schemeClr val="tx1">
                    <a:lumMod val="95000"/>
                    <a:lumOff val="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燕尾形 20"/>
          <p:cNvSpPr/>
          <p:nvPr userDrawn="1"/>
        </p:nvSpPr>
        <p:spPr>
          <a:xfrm rot="5400000" flipH="1">
            <a:off x="400050" y="4983480"/>
            <a:ext cx="1359535"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2" name="文本占位符 34"/>
          <p:cNvSpPr>
            <a:spLocks noGrp="1"/>
          </p:cNvSpPr>
          <p:nvPr>
            <p:ph type="body" sz="quarter" idx="39" hasCustomPrompt="1"/>
          </p:nvPr>
        </p:nvSpPr>
        <p:spPr>
          <a:xfrm>
            <a:off x="550545" y="5345430"/>
            <a:ext cx="1057910" cy="334010"/>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03</a:t>
            </a:r>
            <a:endParaRPr kumimoji="1" lang="zh-CN" altLang="en-US" dirty="0"/>
          </a:p>
        </p:txBody>
      </p:sp>
      <p:sp>
        <p:nvSpPr>
          <p:cNvPr id="23" name="同侧圆角矩形 22"/>
          <p:cNvSpPr/>
          <p:nvPr userDrawn="1"/>
        </p:nvSpPr>
        <p:spPr>
          <a:xfrm rot="5400000">
            <a:off x="3983990" y="2452370"/>
            <a:ext cx="1372870" cy="612076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占位符 2"/>
          <p:cNvSpPr>
            <a:spLocks noGrp="1"/>
          </p:cNvSpPr>
          <p:nvPr>
            <p:ph type="body" sz="quarter" idx="30" hasCustomPrompt="1"/>
          </p:nvPr>
        </p:nvSpPr>
        <p:spPr>
          <a:xfrm>
            <a:off x="1608455" y="4838065"/>
            <a:ext cx="6102350" cy="1348740"/>
          </a:xfrm>
          <a:prstGeom prst="rect">
            <a:avLst/>
          </a:prstGeom>
        </p:spPr>
        <p:txBody>
          <a:bodyPr/>
          <a:lstStyle>
            <a:lvl1pPr marL="0" indent="0">
              <a:lnSpc>
                <a:spcPct val="125000"/>
              </a:lnSpc>
              <a:buNone/>
              <a:defRPr sz="1400" b="0" i="0">
                <a:solidFill>
                  <a:schemeClr val="tx1">
                    <a:lumMod val="95000"/>
                    <a:lumOff val="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7"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9" name="燕尾形 28"/>
          <p:cNvSpPr/>
          <p:nvPr userDrawn="1"/>
        </p:nvSpPr>
        <p:spPr>
          <a:xfrm rot="5400000" flipH="1">
            <a:off x="594995" y="1358265"/>
            <a:ext cx="971550"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0" name="文本占位符 34"/>
          <p:cNvSpPr>
            <a:spLocks noGrp="1"/>
          </p:cNvSpPr>
          <p:nvPr>
            <p:ph type="body" sz="quarter" idx="13" hasCustomPrompt="1"/>
          </p:nvPr>
        </p:nvSpPr>
        <p:spPr>
          <a:xfrm>
            <a:off x="551180" y="1735138"/>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01</a:t>
            </a:r>
            <a:endParaRPr kumimoji="1" lang="zh-CN" altLang="en-US" dirty="0"/>
          </a:p>
        </p:txBody>
      </p:sp>
      <p:sp>
        <p:nvSpPr>
          <p:cNvPr id="31" name="同侧圆角矩形 30"/>
          <p:cNvSpPr/>
          <p:nvPr userDrawn="1"/>
        </p:nvSpPr>
        <p:spPr>
          <a:xfrm rot="5400000">
            <a:off x="4199255" y="-1191260"/>
            <a:ext cx="981075" cy="615759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占位符 2"/>
          <p:cNvSpPr>
            <a:spLocks noGrp="1"/>
          </p:cNvSpPr>
          <p:nvPr>
            <p:ph type="body" sz="quarter" idx="26" hasCustomPrompt="1"/>
          </p:nvPr>
        </p:nvSpPr>
        <p:spPr>
          <a:xfrm>
            <a:off x="1609090" y="1401445"/>
            <a:ext cx="613791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7" name="燕尾形 26"/>
          <p:cNvSpPr/>
          <p:nvPr userDrawn="1"/>
        </p:nvSpPr>
        <p:spPr>
          <a:xfrm rot="5400000" flipH="1">
            <a:off x="594995" y="2637790"/>
            <a:ext cx="971550"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8" name="文本占位符 34"/>
          <p:cNvSpPr>
            <a:spLocks noGrp="1"/>
          </p:cNvSpPr>
          <p:nvPr>
            <p:ph type="body" sz="quarter" idx="27" hasCustomPrompt="1"/>
          </p:nvPr>
        </p:nvSpPr>
        <p:spPr>
          <a:xfrm>
            <a:off x="551180" y="3014663"/>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02</a:t>
            </a:r>
            <a:endParaRPr kumimoji="1" lang="zh-CN" altLang="en-US" dirty="0"/>
          </a:p>
        </p:txBody>
      </p:sp>
      <p:sp>
        <p:nvSpPr>
          <p:cNvPr id="33" name="同侧圆角矩形 32"/>
          <p:cNvSpPr/>
          <p:nvPr userDrawn="1"/>
        </p:nvSpPr>
        <p:spPr>
          <a:xfrm rot="5400000">
            <a:off x="4199255" y="88265"/>
            <a:ext cx="981075" cy="615759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占位符 2"/>
          <p:cNvSpPr>
            <a:spLocks noGrp="1"/>
          </p:cNvSpPr>
          <p:nvPr>
            <p:ph type="body" sz="quarter" idx="28" hasCustomPrompt="1"/>
          </p:nvPr>
        </p:nvSpPr>
        <p:spPr>
          <a:xfrm>
            <a:off x="1609090" y="2680970"/>
            <a:ext cx="613791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5" name="燕尾形 34"/>
          <p:cNvSpPr/>
          <p:nvPr userDrawn="1"/>
        </p:nvSpPr>
        <p:spPr>
          <a:xfrm rot="5400000" flipH="1">
            <a:off x="594995" y="3917950"/>
            <a:ext cx="971550" cy="1057910"/>
          </a:xfrm>
          <a:prstGeom prst="chevron">
            <a:avLst>
              <a:gd name="adj" fmla="val 32202"/>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6" name="文本占位符 34"/>
          <p:cNvSpPr>
            <a:spLocks noGrp="1"/>
          </p:cNvSpPr>
          <p:nvPr>
            <p:ph type="body" sz="quarter" idx="29" hasCustomPrompt="1"/>
          </p:nvPr>
        </p:nvSpPr>
        <p:spPr>
          <a:xfrm>
            <a:off x="551180" y="4294823"/>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03</a:t>
            </a:r>
            <a:endParaRPr kumimoji="1" lang="zh-CN" altLang="en-US" dirty="0"/>
          </a:p>
        </p:txBody>
      </p:sp>
      <p:sp>
        <p:nvSpPr>
          <p:cNvPr id="37" name="同侧圆角矩形 36"/>
          <p:cNvSpPr/>
          <p:nvPr userDrawn="1"/>
        </p:nvSpPr>
        <p:spPr>
          <a:xfrm rot="5400000">
            <a:off x="4199255" y="1368425"/>
            <a:ext cx="981075" cy="615759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占位符 2"/>
          <p:cNvSpPr>
            <a:spLocks noGrp="1"/>
          </p:cNvSpPr>
          <p:nvPr>
            <p:ph type="body" sz="quarter" idx="30" hasCustomPrompt="1"/>
          </p:nvPr>
        </p:nvSpPr>
        <p:spPr>
          <a:xfrm>
            <a:off x="1609090" y="3961130"/>
            <a:ext cx="613791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9" name="燕尾形 38"/>
          <p:cNvSpPr/>
          <p:nvPr userDrawn="1"/>
        </p:nvSpPr>
        <p:spPr>
          <a:xfrm rot="5400000" flipH="1">
            <a:off x="594995" y="5183505"/>
            <a:ext cx="971550" cy="1057910"/>
          </a:xfrm>
          <a:prstGeom prst="chevron">
            <a:avLst>
              <a:gd name="adj" fmla="val 32202"/>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0" name="文本占位符 34"/>
          <p:cNvSpPr>
            <a:spLocks noGrp="1"/>
          </p:cNvSpPr>
          <p:nvPr>
            <p:ph type="body" sz="quarter" idx="31" hasCustomPrompt="1"/>
          </p:nvPr>
        </p:nvSpPr>
        <p:spPr>
          <a:xfrm>
            <a:off x="551180" y="5560378"/>
            <a:ext cx="1057910" cy="304165"/>
          </a:xfrm>
          <a:prstGeom prst="rect">
            <a:avLst/>
          </a:prstGeom>
        </p:spPr>
        <p:txBody>
          <a:bodyPr>
            <a:noAutofit/>
          </a:bodyPr>
          <a:lstStyle>
            <a:lvl1pPr marL="0" indent="0" algn="ctr">
              <a:buNone/>
              <a:defRPr kumimoji="1" lang="zh-CN" altLang="en-US" sz="2000" b="1" i="0" u="none" strike="noStrike" kern="1200" cap="none" spc="0" normalizeH="0" baseline="0" noProof="1" dirty="0">
                <a:solidFill>
                  <a:schemeClr val="bg1"/>
                </a:solidFill>
                <a:latin typeface="+mj-ea"/>
                <a:ea typeface="+mj-ea"/>
                <a:cs typeface="+mn-cs"/>
                <a:sym typeface="+mn-ea"/>
              </a:defRPr>
            </a:lvl1pPr>
          </a:lstStyle>
          <a:p>
            <a:pPr lvl="0"/>
            <a:r>
              <a:rPr kumimoji="1" lang="en-US" altLang="zh-CN" dirty="0">
                <a:sym typeface="+mn-ea"/>
              </a:rPr>
              <a:t>04</a:t>
            </a:r>
            <a:endParaRPr kumimoji="1" lang="zh-CN" altLang="en-US" dirty="0"/>
          </a:p>
        </p:txBody>
      </p:sp>
      <p:sp>
        <p:nvSpPr>
          <p:cNvPr id="41" name="同侧圆角矩形 40"/>
          <p:cNvSpPr/>
          <p:nvPr userDrawn="1"/>
        </p:nvSpPr>
        <p:spPr>
          <a:xfrm rot="5400000">
            <a:off x="4199255" y="2633980"/>
            <a:ext cx="981075" cy="6157595"/>
          </a:xfrm>
          <a:prstGeom prst="round2SameRect">
            <a:avLst/>
          </a:prstGeom>
          <a:noFill/>
          <a:ln w="19050">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占位符 2"/>
          <p:cNvSpPr>
            <a:spLocks noGrp="1"/>
          </p:cNvSpPr>
          <p:nvPr>
            <p:ph type="body" sz="quarter" idx="32" hasCustomPrompt="1"/>
          </p:nvPr>
        </p:nvSpPr>
        <p:spPr>
          <a:xfrm>
            <a:off x="1609090" y="5226685"/>
            <a:ext cx="6137910" cy="963930"/>
          </a:xfrm>
          <a:prstGeom prst="rect">
            <a:avLst/>
          </a:prstGeom>
        </p:spPr>
        <p:txBody>
          <a:bodyPr/>
          <a:lstStyle>
            <a:lvl1pPr marL="0" indent="0">
              <a:lnSpc>
                <a:spcPct val="125000"/>
              </a:lnSpc>
              <a:buNone/>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圆角矩形 2"/>
          <p:cNvSpPr/>
          <p:nvPr userDrawn="1"/>
        </p:nvSpPr>
        <p:spPr>
          <a:xfrm>
            <a:off x="7891145" y="1370965"/>
            <a:ext cx="3819525" cy="4832350"/>
          </a:xfrm>
          <a:prstGeom prst="roundRect">
            <a:avLst>
              <a:gd name="adj" fmla="val 573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占位符 2"/>
          <p:cNvSpPr>
            <a:spLocks noGrp="1"/>
          </p:cNvSpPr>
          <p:nvPr>
            <p:ph type="body" sz="quarter" idx="33" hasCustomPrompt="1"/>
          </p:nvPr>
        </p:nvSpPr>
        <p:spPr>
          <a:xfrm>
            <a:off x="8013700" y="1462405"/>
            <a:ext cx="3574415" cy="4597400"/>
          </a:xfrm>
          <a:prstGeom prst="rect">
            <a:avLst/>
          </a:prstGeom>
        </p:spPr>
        <p:txBody>
          <a:bodyPr/>
          <a:lstStyle>
            <a:lvl1pPr marL="0" indent="0">
              <a:lnSpc>
                <a:spcPct val="125000"/>
              </a:lnSpc>
              <a:buClr>
                <a:srgbClr val="940002"/>
              </a:buClr>
              <a:buSzPct val="90000"/>
              <a:buFont typeface="Wingdings" panose="05000000000000000000" charset="0"/>
              <a:buChar char=""/>
              <a:defRPr sz="1400" b="0" i="0">
                <a:solidFill>
                  <a:schemeClr val="tx1">
                    <a:lumMod val="85000"/>
                    <a:lumOff val="15000"/>
                  </a:schemeClr>
                </a:solidFill>
                <a:latin typeface="微软雅黑" panose="020B0503020204020204" charset="-122"/>
                <a:ea typeface="微软雅黑" panose="020B0503020204020204" charset="-122"/>
              </a:defRPr>
            </a:lvl1pPr>
          </a:lstStyle>
          <a:p>
            <a:pPr lvl="0"/>
            <a:r>
              <a:rPr kumimoji="1" lang="zh-CN" altLang="en-US" dirty="0"/>
              <a:t> 此处编辑正文</a:t>
            </a:r>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r>
              <a:rPr kumimoji="1" lang="zh-CN" altLang="en-US" dirty="0">
                <a:sym typeface="+mn-ea"/>
              </a:rPr>
              <a:t> 此处编辑正文</a:t>
            </a:r>
            <a:endParaRPr kumimoji="1" lang="zh-CN" altLang="en-US" dirty="0"/>
          </a:p>
          <a:p>
            <a:pPr lvl="0"/>
            <a:endParaRPr kumimoji="1" lang="zh-CN" altLang="en-US" dirty="0"/>
          </a:p>
        </p:txBody>
      </p:sp>
      <p:sp>
        <p:nvSpPr>
          <p:cNvPr id="23"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通用版式">
    <p:spTree>
      <p:nvGrpSpPr>
        <p:cNvPr id="1" name=""/>
        <p:cNvGrpSpPr/>
        <p:nvPr/>
      </p:nvGrpSpPr>
      <p:grpSpPr>
        <a:xfrm>
          <a:off x="0" y="0"/>
          <a:ext cx="0" cy="0"/>
          <a:chOff x="0" y="0"/>
          <a:chExt cx="0" cy="0"/>
        </a:xfrm>
      </p:grpSpPr>
      <p:sp>
        <p:nvSpPr>
          <p:cNvPr id="1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21" name="Freeform: Shape 76"/>
          <p:cNvSpPr/>
          <p:nvPr userDrawn="1">
            <p:custDataLst>
              <p:tags r:id="rId1"/>
            </p:custDataLst>
          </p:nvPr>
        </p:nvSpPr>
        <p:spPr>
          <a:xfrm rot="20880000">
            <a:off x="1272927" y="2848102"/>
            <a:ext cx="9146806" cy="2603441"/>
          </a:xfrm>
          <a:custGeom>
            <a:avLst/>
            <a:gdLst>
              <a:gd name="connsiteX0" fmla="*/ 0 w 14403"/>
              <a:gd name="connsiteY0" fmla="*/ 0 h 4553"/>
              <a:gd name="connsiteX1" fmla="*/ 6058 w 14403"/>
              <a:gd name="connsiteY1" fmla="*/ 4515 h 4553"/>
              <a:gd name="connsiteX2" fmla="*/ 14289 w 14403"/>
              <a:gd name="connsiteY2" fmla="*/ 567 h 4553"/>
              <a:gd name="connsiteX3" fmla="*/ 14403 w 14403"/>
              <a:gd name="connsiteY3" fmla="*/ 451 h 4553"/>
            </a:gdLst>
            <a:ahLst/>
            <a:cxnLst>
              <a:cxn ang="0">
                <a:pos x="connsiteX0" y="connsiteY0"/>
              </a:cxn>
              <a:cxn ang="0">
                <a:pos x="connsiteX1" y="connsiteY1"/>
              </a:cxn>
              <a:cxn ang="0">
                <a:pos x="connsiteX2" y="connsiteY2"/>
              </a:cxn>
              <a:cxn ang="0">
                <a:pos x="connsiteX3" y="connsiteY3"/>
              </a:cxn>
            </a:cxnLst>
            <a:rect l="l" t="t" r="r" b="b"/>
            <a:pathLst>
              <a:path w="14403" h="4553">
                <a:moveTo>
                  <a:pt x="0" y="0"/>
                </a:moveTo>
                <a:cubicBezTo>
                  <a:pt x="1304" y="2535"/>
                  <a:pt x="2861" y="4071"/>
                  <a:pt x="6058" y="4515"/>
                </a:cubicBezTo>
                <a:cubicBezTo>
                  <a:pt x="9255" y="4959"/>
                  <a:pt x="13160" y="1413"/>
                  <a:pt x="14289" y="567"/>
                </a:cubicBezTo>
                <a:lnTo>
                  <a:pt x="14403" y="451"/>
                </a:lnTo>
              </a:path>
            </a:pathLst>
          </a:cu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grpSp>
        <p:nvGrpSpPr>
          <p:cNvPr id="23" name="Group 1271"/>
          <p:cNvGrpSpPr>
            <a:grpSpLocks noChangeAspect="1"/>
          </p:cNvGrpSpPr>
          <p:nvPr userDrawn="1"/>
        </p:nvGrpSpPr>
        <p:grpSpPr bwMode="auto">
          <a:xfrm>
            <a:off x="10056215" y="1245235"/>
            <a:ext cx="1059284" cy="1057275"/>
            <a:chOff x="5516" y="3626"/>
            <a:chExt cx="1981" cy="1979"/>
          </a:xfrm>
          <a:gradFill>
            <a:gsLst>
              <a:gs pos="0">
                <a:srgbClr val="FE4444"/>
              </a:gs>
              <a:gs pos="74000">
                <a:srgbClr val="990000"/>
              </a:gs>
            </a:gsLst>
            <a:lin ang="5400000" scaled="0"/>
          </a:gradFill>
        </p:grpSpPr>
        <p:sp>
          <p:nvSpPr>
            <p:cNvPr id="24" name="Freeform 1273"/>
            <p:cNvSpPr/>
            <p:nvPr>
              <p:custDataLst>
                <p:tags r:id="rId21"/>
              </p:custDataLst>
            </p:nvPr>
          </p:nvSpPr>
          <p:spPr bwMode="auto">
            <a:xfrm>
              <a:off x="5524" y="4270"/>
              <a:ext cx="491" cy="498"/>
            </a:xfrm>
            <a:custGeom>
              <a:avLst/>
              <a:gdLst>
                <a:gd name="T0" fmla="*/ 980 w 980"/>
                <a:gd name="T1" fmla="*/ 0 h 996"/>
                <a:gd name="T2" fmla="*/ 952 w 980"/>
                <a:gd name="T3" fmla="*/ 46 h 996"/>
                <a:gd name="T4" fmla="*/ 921 w 980"/>
                <a:gd name="T5" fmla="*/ 94 h 996"/>
                <a:gd name="T6" fmla="*/ 890 w 980"/>
                <a:gd name="T7" fmla="*/ 145 h 996"/>
                <a:gd name="T8" fmla="*/ 856 w 980"/>
                <a:gd name="T9" fmla="*/ 198 h 996"/>
                <a:gd name="T10" fmla="*/ 819 w 980"/>
                <a:gd name="T11" fmla="*/ 255 h 996"/>
                <a:gd name="T12" fmla="*/ 781 w 980"/>
                <a:gd name="T13" fmla="*/ 314 h 996"/>
                <a:gd name="T14" fmla="*/ 740 w 980"/>
                <a:gd name="T15" fmla="*/ 376 h 996"/>
                <a:gd name="T16" fmla="*/ 696 w 980"/>
                <a:gd name="T17" fmla="*/ 444 h 996"/>
                <a:gd name="T18" fmla="*/ 649 w 980"/>
                <a:gd name="T19" fmla="*/ 514 h 996"/>
                <a:gd name="T20" fmla="*/ 599 w 980"/>
                <a:gd name="T21" fmla="*/ 588 h 996"/>
                <a:gd name="T22" fmla="*/ 546 w 980"/>
                <a:gd name="T23" fmla="*/ 665 h 996"/>
                <a:gd name="T24" fmla="*/ 491 w 980"/>
                <a:gd name="T25" fmla="*/ 748 h 996"/>
                <a:gd name="T26" fmla="*/ 431 w 980"/>
                <a:gd name="T27" fmla="*/ 834 h 996"/>
                <a:gd name="T28" fmla="*/ 369 w 980"/>
                <a:gd name="T29" fmla="*/ 926 h 996"/>
                <a:gd name="T30" fmla="*/ 347 w 980"/>
                <a:gd name="T31" fmla="*/ 960 h 996"/>
                <a:gd name="T32" fmla="*/ 331 w 980"/>
                <a:gd name="T33" fmla="*/ 996 h 996"/>
                <a:gd name="T34" fmla="*/ 0 w 980"/>
                <a:gd name="T35" fmla="*/ 666 h 996"/>
                <a:gd name="T36" fmla="*/ 2 w 980"/>
                <a:gd name="T37" fmla="*/ 664 h 996"/>
                <a:gd name="T38" fmla="*/ 8 w 980"/>
                <a:gd name="T39" fmla="*/ 657 h 996"/>
                <a:gd name="T40" fmla="*/ 18 w 980"/>
                <a:gd name="T41" fmla="*/ 645 h 996"/>
                <a:gd name="T42" fmla="*/ 30 w 980"/>
                <a:gd name="T43" fmla="*/ 629 h 996"/>
                <a:gd name="T44" fmla="*/ 47 w 980"/>
                <a:gd name="T45" fmla="*/ 609 h 996"/>
                <a:gd name="T46" fmla="*/ 66 w 980"/>
                <a:gd name="T47" fmla="*/ 588 h 996"/>
                <a:gd name="T48" fmla="*/ 89 w 980"/>
                <a:gd name="T49" fmla="*/ 561 h 996"/>
                <a:gd name="T50" fmla="*/ 115 w 980"/>
                <a:gd name="T51" fmla="*/ 533 h 996"/>
                <a:gd name="T52" fmla="*/ 144 w 980"/>
                <a:gd name="T53" fmla="*/ 503 h 996"/>
                <a:gd name="T54" fmla="*/ 174 w 980"/>
                <a:gd name="T55" fmla="*/ 471 h 996"/>
                <a:gd name="T56" fmla="*/ 208 w 980"/>
                <a:gd name="T57" fmla="*/ 438 h 996"/>
                <a:gd name="T58" fmla="*/ 244 w 980"/>
                <a:gd name="T59" fmla="*/ 403 h 996"/>
                <a:gd name="T60" fmla="*/ 283 w 980"/>
                <a:gd name="T61" fmla="*/ 368 h 996"/>
                <a:gd name="T62" fmla="*/ 324 w 980"/>
                <a:gd name="T63" fmla="*/ 332 h 996"/>
                <a:gd name="T64" fmla="*/ 366 w 980"/>
                <a:gd name="T65" fmla="*/ 296 h 996"/>
                <a:gd name="T66" fmla="*/ 410 w 980"/>
                <a:gd name="T67" fmla="*/ 261 h 996"/>
                <a:gd name="T68" fmla="*/ 457 w 980"/>
                <a:gd name="T69" fmla="*/ 226 h 996"/>
                <a:gd name="T70" fmla="*/ 504 w 980"/>
                <a:gd name="T71" fmla="*/ 192 h 996"/>
                <a:gd name="T72" fmla="*/ 554 w 980"/>
                <a:gd name="T73" fmla="*/ 160 h 996"/>
                <a:gd name="T74" fmla="*/ 603 w 980"/>
                <a:gd name="T75" fmla="*/ 130 h 996"/>
                <a:gd name="T76" fmla="*/ 655 w 980"/>
                <a:gd name="T77" fmla="*/ 102 h 996"/>
                <a:gd name="T78" fmla="*/ 707 w 980"/>
                <a:gd name="T79" fmla="*/ 76 h 996"/>
                <a:gd name="T80" fmla="*/ 761 w 980"/>
                <a:gd name="T81" fmla="*/ 54 h 996"/>
                <a:gd name="T82" fmla="*/ 815 w 980"/>
                <a:gd name="T83" fmla="*/ 35 h 996"/>
                <a:gd name="T84" fmla="*/ 870 w 980"/>
                <a:gd name="T85" fmla="*/ 19 h 996"/>
                <a:gd name="T86" fmla="*/ 925 w 980"/>
                <a:gd name="T87" fmla="*/ 7 h 996"/>
                <a:gd name="T88" fmla="*/ 980 w 980"/>
                <a:gd name="T89" fmla="*/ 0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0" h="996">
                  <a:moveTo>
                    <a:pt x="980" y="0"/>
                  </a:moveTo>
                  <a:lnTo>
                    <a:pt x="952" y="46"/>
                  </a:lnTo>
                  <a:lnTo>
                    <a:pt x="921" y="94"/>
                  </a:lnTo>
                  <a:lnTo>
                    <a:pt x="890" y="145"/>
                  </a:lnTo>
                  <a:lnTo>
                    <a:pt x="856" y="198"/>
                  </a:lnTo>
                  <a:lnTo>
                    <a:pt x="819" y="255"/>
                  </a:lnTo>
                  <a:lnTo>
                    <a:pt x="781" y="314"/>
                  </a:lnTo>
                  <a:lnTo>
                    <a:pt x="740" y="376"/>
                  </a:lnTo>
                  <a:lnTo>
                    <a:pt x="696" y="444"/>
                  </a:lnTo>
                  <a:lnTo>
                    <a:pt x="649" y="514"/>
                  </a:lnTo>
                  <a:lnTo>
                    <a:pt x="599" y="588"/>
                  </a:lnTo>
                  <a:lnTo>
                    <a:pt x="546" y="665"/>
                  </a:lnTo>
                  <a:lnTo>
                    <a:pt x="491" y="748"/>
                  </a:lnTo>
                  <a:lnTo>
                    <a:pt x="431" y="834"/>
                  </a:lnTo>
                  <a:lnTo>
                    <a:pt x="369" y="926"/>
                  </a:lnTo>
                  <a:lnTo>
                    <a:pt x="347" y="960"/>
                  </a:lnTo>
                  <a:lnTo>
                    <a:pt x="331" y="996"/>
                  </a:lnTo>
                  <a:lnTo>
                    <a:pt x="0" y="666"/>
                  </a:lnTo>
                  <a:lnTo>
                    <a:pt x="2" y="664"/>
                  </a:lnTo>
                  <a:lnTo>
                    <a:pt x="8" y="657"/>
                  </a:lnTo>
                  <a:lnTo>
                    <a:pt x="18" y="645"/>
                  </a:lnTo>
                  <a:lnTo>
                    <a:pt x="30" y="629"/>
                  </a:lnTo>
                  <a:lnTo>
                    <a:pt x="47" y="609"/>
                  </a:lnTo>
                  <a:lnTo>
                    <a:pt x="66" y="588"/>
                  </a:lnTo>
                  <a:lnTo>
                    <a:pt x="89" y="561"/>
                  </a:lnTo>
                  <a:lnTo>
                    <a:pt x="115" y="533"/>
                  </a:lnTo>
                  <a:lnTo>
                    <a:pt x="144" y="503"/>
                  </a:lnTo>
                  <a:lnTo>
                    <a:pt x="174" y="471"/>
                  </a:lnTo>
                  <a:lnTo>
                    <a:pt x="208" y="438"/>
                  </a:lnTo>
                  <a:lnTo>
                    <a:pt x="244" y="403"/>
                  </a:lnTo>
                  <a:lnTo>
                    <a:pt x="283" y="368"/>
                  </a:lnTo>
                  <a:lnTo>
                    <a:pt x="324" y="332"/>
                  </a:lnTo>
                  <a:lnTo>
                    <a:pt x="366" y="296"/>
                  </a:lnTo>
                  <a:lnTo>
                    <a:pt x="410" y="261"/>
                  </a:lnTo>
                  <a:lnTo>
                    <a:pt x="457" y="226"/>
                  </a:lnTo>
                  <a:lnTo>
                    <a:pt x="504" y="192"/>
                  </a:lnTo>
                  <a:lnTo>
                    <a:pt x="554" y="160"/>
                  </a:lnTo>
                  <a:lnTo>
                    <a:pt x="603" y="130"/>
                  </a:lnTo>
                  <a:lnTo>
                    <a:pt x="655" y="102"/>
                  </a:lnTo>
                  <a:lnTo>
                    <a:pt x="707" y="76"/>
                  </a:lnTo>
                  <a:lnTo>
                    <a:pt x="761" y="54"/>
                  </a:lnTo>
                  <a:lnTo>
                    <a:pt x="815" y="35"/>
                  </a:lnTo>
                  <a:lnTo>
                    <a:pt x="870" y="19"/>
                  </a:lnTo>
                  <a:lnTo>
                    <a:pt x="925" y="7"/>
                  </a:lnTo>
                  <a:lnTo>
                    <a:pt x="980"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26" name="Freeform 1274"/>
            <p:cNvSpPr/>
            <p:nvPr>
              <p:custDataLst>
                <p:tags r:id="rId22"/>
              </p:custDataLst>
            </p:nvPr>
          </p:nvSpPr>
          <p:spPr bwMode="auto">
            <a:xfrm>
              <a:off x="6354" y="5106"/>
              <a:ext cx="498" cy="489"/>
            </a:xfrm>
            <a:custGeom>
              <a:avLst/>
              <a:gdLst>
                <a:gd name="T0" fmla="*/ 998 w 998"/>
                <a:gd name="T1" fmla="*/ 0 h 979"/>
                <a:gd name="T2" fmla="*/ 990 w 998"/>
                <a:gd name="T3" fmla="*/ 55 h 979"/>
                <a:gd name="T4" fmla="*/ 978 w 998"/>
                <a:gd name="T5" fmla="*/ 111 h 979"/>
                <a:gd name="T6" fmla="*/ 963 w 998"/>
                <a:gd name="T7" fmla="*/ 165 h 979"/>
                <a:gd name="T8" fmla="*/ 943 w 998"/>
                <a:gd name="T9" fmla="*/ 220 h 979"/>
                <a:gd name="T10" fmla="*/ 920 w 998"/>
                <a:gd name="T11" fmla="*/ 273 h 979"/>
                <a:gd name="T12" fmla="*/ 895 w 998"/>
                <a:gd name="T13" fmla="*/ 326 h 979"/>
                <a:gd name="T14" fmla="*/ 867 w 998"/>
                <a:gd name="T15" fmla="*/ 377 h 979"/>
                <a:gd name="T16" fmla="*/ 837 w 998"/>
                <a:gd name="T17" fmla="*/ 427 h 979"/>
                <a:gd name="T18" fmla="*/ 804 w 998"/>
                <a:gd name="T19" fmla="*/ 477 h 979"/>
                <a:gd name="T20" fmla="*/ 770 w 998"/>
                <a:gd name="T21" fmla="*/ 524 h 979"/>
                <a:gd name="T22" fmla="*/ 736 w 998"/>
                <a:gd name="T23" fmla="*/ 570 h 979"/>
                <a:gd name="T24" fmla="*/ 700 w 998"/>
                <a:gd name="T25" fmla="*/ 614 h 979"/>
                <a:gd name="T26" fmla="*/ 665 w 998"/>
                <a:gd name="T27" fmla="*/ 657 h 979"/>
                <a:gd name="T28" fmla="*/ 629 w 998"/>
                <a:gd name="T29" fmla="*/ 698 h 979"/>
                <a:gd name="T30" fmla="*/ 594 w 998"/>
                <a:gd name="T31" fmla="*/ 736 h 979"/>
                <a:gd name="T32" fmla="*/ 559 w 998"/>
                <a:gd name="T33" fmla="*/ 771 h 979"/>
                <a:gd name="T34" fmla="*/ 525 w 998"/>
                <a:gd name="T35" fmla="*/ 805 h 979"/>
                <a:gd name="T36" fmla="*/ 494 w 998"/>
                <a:gd name="T37" fmla="*/ 837 h 979"/>
                <a:gd name="T38" fmla="*/ 463 w 998"/>
                <a:gd name="T39" fmla="*/ 866 h 979"/>
                <a:gd name="T40" fmla="*/ 434 w 998"/>
                <a:gd name="T41" fmla="*/ 891 h 979"/>
                <a:gd name="T42" fmla="*/ 409 w 998"/>
                <a:gd name="T43" fmla="*/ 914 h 979"/>
                <a:gd name="T44" fmla="*/ 386 w 998"/>
                <a:gd name="T45" fmla="*/ 933 h 979"/>
                <a:gd name="T46" fmla="*/ 367 w 998"/>
                <a:gd name="T47" fmla="*/ 949 h 979"/>
                <a:gd name="T48" fmla="*/ 351 w 998"/>
                <a:gd name="T49" fmla="*/ 962 h 979"/>
                <a:gd name="T50" fmla="*/ 340 w 998"/>
                <a:gd name="T51" fmla="*/ 972 h 979"/>
                <a:gd name="T52" fmla="*/ 333 w 998"/>
                <a:gd name="T53" fmla="*/ 978 h 979"/>
                <a:gd name="T54" fmla="*/ 330 w 998"/>
                <a:gd name="T55" fmla="*/ 979 h 979"/>
                <a:gd name="T56" fmla="*/ 0 w 998"/>
                <a:gd name="T57" fmla="*/ 649 h 979"/>
                <a:gd name="T58" fmla="*/ 35 w 998"/>
                <a:gd name="T59" fmla="*/ 633 h 979"/>
                <a:gd name="T60" fmla="*/ 70 w 998"/>
                <a:gd name="T61" fmla="*/ 612 h 979"/>
                <a:gd name="T62" fmla="*/ 161 w 998"/>
                <a:gd name="T63" fmla="*/ 549 h 979"/>
                <a:gd name="T64" fmla="*/ 248 w 998"/>
                <a:gd name="T65" fmla="*/ 490 h 979"/>
                <a:gd name="T66" fmla="*/ 330 w 998"/>
                <a:gd name="T67" fmla="*/ 433 h 979"/>
                <a:gd name="T68" fmla="*/ 409 w 998"/>
                <a:gd name="T69" fmla="*/ 381 h 979"/>
                <a:gd name="T70" fmla="*/ 483 w 998"/>
                <a:gd name="T71" fmla="*/ 332 h 979"/>
                <a:gd name="T72" fmla="*/ 553 w 998"/>
                <a:gd name="T73" fmla="*/ 285 h 979"/>
                <a:gd name="T74" fmla="*/ 619 w 998"/>
                <a:gd name="T75" fmla="*/ 241 h 979"/>
                <a:gd name="T76" fmla="*/ 682 w 998"/>
                <a:gd name="T77" fmla="*/ 200 h 979"/>
                <a:gd name="T78" fmla="*/ 743 w 998"/>
                <a:gd name="T79" fmla="*/ 162 h 979"/>
                <a:gd name="T80" fmla="*/ 799 w 998"/>
                <a:gd name="T81" fmla="*/ 125 h 979"/>
                <a:gd name="T82" fmla="*/ 853 w 998"/>
                <a:gd name="T83" fmla="*/ 92 h 979"/>
                <a:gd name="T84" fmla="*/ 903 w 998"/>
                <a:gd name="T85" fmla="*/ 59 h 979"/>
                <a:gd name="T86" fmla="*/ 952 w 998"/>
                <a:gd name="T87" fmla="*/ 29 h 979"/>
                <a:gd name="T88" fmla="*/ 998 w 998"/>
                <a:gd name="T89" fmla="*/ 0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8" h="979">
                  <a:moveTo>
                    <a:pt x="998" y="0"/>
                  </a:moveTo>
                  <a:lnTo>
                    <a:pt x="990" y="55"/>
                  </a:lnTo>
                  <a:lnTo>
                    <a:pt x="978" y="111"/>
                  </a:lnTo>
                  <a:lnTo>
                    <a:pt x="963" y="165"/>
                  </a:lnTo>
                  <a:lnTo>
                    <a:pt x="943" y="220"/>
                  </a:lnTo>
                  <a:lnTo>
                    <a:pt x="920" y="273"/>
                  </a:lnTo>
                  <a:lnTo>
                    <a:pt x="895" y="326"/>
                  </a:lnTo>
                  <a:lnTo>
                    <a:pt x="867" y="377"/>
                  </a:lnTo>
                  <a:lnTo>
                    <a:pt x="837" y="427"/>
                  </a:lnTo>
                  <a:lnTo>
                    <a:pt x="804" y="477"/>
                  </a:lnTo>
                  <a:lnTo>
                    <a:pt x="770" y="524"/>
                  </a:lnTo>
                  <a:lnTo>
                    <a:pt x="736" y="570"/>
                  </a:lnTo>
                  <a:lnTo>
                    <a:pt x="700" y="614"/>
                  </a:lnTo>
                  <a:lnTo>
                    <a:pt x="665" y="657"/>
                  </a:lnTo>
                  <a:lnTo>
                    <a:pt x="629" y="698"/>
                  </a:lnTo>
                  <a:lnTo>
                    <a:pt x="594" y="736"/>
                  </a:lnTo>
                  <a:lnTo>
                    <a:pt x="559" y="771"/>
                  </a:lnTo>
                  <a:lnTo>
                    <a:pt x="525" y="805"/>
                  </a:lnTo>
                  <a:lnTo>
                    <a:pt x="494" y="837"/>
                  </a:lnTo>
                  <a:lnTo>
                    <a:pt x="463" y="866"/>
                  </a:lnTo>
                  <a:lnTo>
                    <a:pt x="434" y="891"/>
                  </a:lnTo>
                  <a:lnTo>
                    <a:pt x="409" y="914"/>
                  </a:lnTo>
                  <a:lnTo>
                    <a:pt x="386" y="933"/>
                  </a:lnTo>
                  <a:lnTo>
                    <a:pt x="367" y="949"/>
                  </a:lnTo>
                  <a:lnTo>
                    <a:pt x="351" y="962"/>
                  </a:lnTo>
                  <a:lnTo>
                    <a:pt x="340" y="972"/>
                  </a:lnTo>
                  <a:lnTo>
                    <a:pt x="333" y="978"/>
                  </a:lnTo>
                  <a:lnTo>
                    <a:pt x="330" y="979"/>
                  </a:lnTo>
                  <a:lnTo>
                    <a:pt x="0" y="649"/>
                  </a:lnTo>
                  <a:lnTo>
                    <a:pt x="35" y="633"/>
                  </a:lnTo>
                  <a:lnTo>
                    <a:pt x="70" y="612"/>
                  </a:lnTo>
                  <a:lnTo>
                    <a:pt x="161" y="549"/>
                  </a:lnTo>
                  <a:lnTo>
                    <a:pt x="248" y="490"/>
                  </a:lnTo>
                  <a:lnTo>
                    <a:pt x="330" y="433"/>
                  </a:lnTo>
                  <a:lnTo>
                    <a:pt x="409" y="381"/>
                  </a:lnTo>
                  <a:lnTo>
                    <a:pt x="483" y="332"/>
                  </a:lnTo>
                  <a:lnTo>
                    <a:pt x="553" y="285"/>
                  </a:lnTo>
                  <a:lnTo>
                    <a:pt x="619" y="241"/>
                  </a:lnTo>
                  <a:lnTo>
                    <a:pt x="682" y="200"/>
                  </a:lnTo>
                  <a:lnTo>
                    <a:pt x="743" y="162"/>
                  </a:lnTo>
                  <a:lnTo>
                    <a:pt x="799" y="125"/>
                  </a:lnTo>
                  <a:lnTo>
                    <a:pt x="853" y="92"/>
                  </a:lnTo>
                  <a:lnTo>
                    <a:pt x="903" y="59"/>
                  </a:lnTo>
                  <a:lnTo>
                    <a:pt x="952" y="29"/>
                  </a:lnTo>
                  <a:lnTo>
                    <a:pt x="998"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27" name="Freeform 1275"/>
            <p:cNvSpPr/>
            <p:nvPr>
              <p:custDataLst>
                <p:tags r:id="rId23"/>
              </p:custDataLst>
            </p:nvPr>
          </p:nvSpPr>
          <p:spPr bwMode="auto">
            <a:xfrm>
              <a:off x="5516" y="4987"/>
              <a:ext cx="618" cy="618"/>
            </a:xfrm>
            <a:custGeom>
              <a:avLst/>
              <a:gdLst>
                <a:gd name="T0" fmla="*/ 496 w 1237"/>
                <a:gd name="T1" fmla="*/ 0 h 1235"/>
                <a:gd name="T2" fmla="*/ 532 w 1237"/>
                <a:gd name="T3" fmla="*/ 36 h 1235"/>
                <a:gd name="T4" fmla="*/ 502 w 1237"/>
                <a:gd name="T5" fmla="*/ 104 h 1235"/>
                <a:gd name="T6" fmla="*/ 474 w 1237"/>
                <a:gd name="T7" fmla="*/ 173 h 1235"/>
                <a:gd name="T8" fmla="*/ 447 w 1237"/>
                <a:gd name="T9" fmla="*/ 248 h 1235"/>
                <a:gd name="T10" fmla="*/ 423 w 1237"/>
                <a:gd name="T11" fmla="*/ 324 h 1235"/>
                <a:gd name="T12" fmla="*/ 403 w 1237"/>
                <a:gd name="T13" fmla="*/ 401 h 1235"/>
                <a:gd name="T14" fmla="*/ 375 w 1237"/>
                <a:gd name="T15" fmla="*/ 522 h 1235"/>
                <a:gd name="T16" fmla="*/ 353 w 1237"/>
                <a:gd name="T17" fmla="*/ 644 h 1235"/>
                <a:gd name="T18" fmla="*/ 335 w 1237"/>
                <a:gd name="T19" fmla="*/ 767 h 1235"/>
                <a:gd name="T20" fmla="*/ 323 w 1237"/>
                <a:gd name="T21" fmla="*/ 890 h 1235"/>
                <a:gd name="T22" fmla="*/ 320 w 1237"/>
                <a:gd name="T23" fmla="*/ 915 h 1235"/>
                <a:gd name="T24" fmla="*/ 423 w 1237"/>
                <a:gd name="T25" fmla="*/ 906 h 1235"/>
                <a:gd name="T26" fmla="*/ 526 w 1237"/>
                <a:gd name="T27" fmla="*/ 893 h 1235"/>
                <a:gd name="T28" fmla="*/ 647 w 1237"/>
                <a:gd name="T29" fmla="*/ 874 h 1235"/>
                <a:gd name="T30" fmla="*/ 766 w 1237"/>
                <a:gd name="T31" fmla="*/ 849 h 1235"/>
                <a:gd name="T32" fmla="*/ 885 w 1237"/>
                <a:gd name="T33" fmla="*/ 820 h 1235"/>
                <a:gd name="T34" fmla="*/ 1002 w 1237"/>
                <a:gd name="T35" fmla="*/ 784 h 1235"/>
                <a:gd name="T36" fmla="*/ 1060 w 1237"/>
                <a:gd name="T37" fmla="*/ 763 h 1235"/>
                <a:gd name="T38" fmla="*/ 1117 w 1237"/>
                <a:gd name="T39" fmla="*/ 740 h 1235"/>
                <a:gd name="T40" fmla="*/ 1173 w 1237"/>
                <a:gd name="T41" fmla="*/ 717 h 1235"/>
                <a:gd name="T42" fmla="*/ 1200 w 1237"/>
                <a:gd name="T43" fmla="*/ 704 h 1235"/>
                <a:gd name="T44" fmla="*/ 1237 w 1237"/>
                <a:gd name="T45" fmla="*/ 740 h 1235"/>
                <a:gd name="T46" fmla="*/ 1194 w 1237"/>
                <a:gd name="T47" fmla="*/ 797 h 1235"/>
                <a:gd name="T48" fmla="*/ 1147 w 1237"/>
                <a:gd name="T49" fmla="*/ 851 h 1235"/>
                <a:gd name="T50" fmla="*/ 1095 w 1237"/>
                <a:gd name="T51" fmla="*/ 901 h 1235"/>
                <a:gd name="T52" fmla="*/ 1041 w 1237"/>
                <a:gd name="T53" fmla="*/ 947 h 1235"/>
                <a:gd name="T54" fmla="*/ 983 w 1237"/>
                <a:gd name="T55" fmla="*/ 989 h 1235"/>
                <a:gd name="T56" fmla="*/ 922 w 1237"/>
                <a:gd name="T57" fmla="*/ 1027 h 1235"/>
                <a:gd name="T58" fmla="*/ 858 w 1237"/>
                <a:gd name="T59" fmla="*/ 1062 h 1235"/>
                <a:gd name="T60" fmla="*/ 794 w 1237"/>
                <a:gd name="T61" fmla="*/ 1094 h 1235"/>
                <a:gd name="T62" fmla="*/ 728 w 1237"/>
                <a:gd name="T63" fmla="*/ 1123 h 1235"/>
                <a:gd name="T64" fmla="*/ 661 w 1237"/>
                <a:gd name="T65" fmla="*/ 1147 h 1235"/>
                <a:gd name="T66" fmla="*/ 594 w 1237"/>
                <a:gd name="T67" fmla="*/ 1169 h 1235"/>
                <a:gd name="T68" fmla="*/ 491 w 1237"/>
                <a:gd name="T69" fmla="*/ 1196 h 1235"/>
                <a:gd name="T70" fmla="*/ 386 w 1237"/>
                <a:gd name="T71" fmla="*/ 1217 h 1235"/>
                <a:gd name="T72" fmla="*/ 280 w 1237"/>
                <a:gd name="T73" fmla="*/ 1229 h 1235"/>
                <a:gd name="T74" fmla="*/ 174 w 1237"/>
                <a:gd name="T75" fmla="*/ 1235 h 1235"/>
                <a:gd name="T76" fmla="*/ 151 w 1237"/>
                <a:gd name="T77" fmla="*/ 1235 h 1235"/>
                <a:gd name="T78" fmla="*/ 128 w 1237"/>
                <a:gd name="T79" fmla="*/ 1233 h 1235"/>
                <a:gd name="T80" fmla="*/ 106 w 1237"/>
                <a:gd name="T81" fmla="*/ 1228 h 1235"/>
                <a:gd name="T82" fmla="*/ 80 w 1237"/>
                <a:gd name="T83" fmla="*/ 1217 h 1235"/>
                <a:gd name="T84" fmla="*/ 57 w 1237"/>
                <a:gd name="T85" fmla="*/ 1201 h 1235"/>
                <a:gd name="T86" fmla="*/ 36 w 1237"/>
                <a:gd name="T87" fmla="*/ 1182 h 1235"/>
                <a:gd name="T88" fmla="*/ 21 w 1237"/>
                <a:gd name="T89" fmla="*/ 1159 h 1235"/>
                <a:gd name="T90" fmla="*/ 8 w 1237"/>
                <a:gd name="T91" fmla="*/ 1134 h 1235"/>
                <a:gd name="T92" fmla="*/ 1 w 1237"/>
                <a:gd name="T93" fmla="*/ 1106 h 1235"/>
                <a:gd name="T94" fmla="*/ 0 w 1237"/>
                <a:gd name="T95" fmla="*/ 1073 h 1235"/>
                <a:gd name="T96" fmla="*/ 0 w 1237"/>
                <a:gd name="T97" fmla="*/ 1041 h 1235"/>
                <a:gd name="T98" fmla="*/ 6 w 1237"/>
                <a:gd name="T99" fmla="*/ 947 h 1235"/>
                <a:gd name="T100" fmla="*/ 18 w 1237"/>
                <a:gd name="T101" fmla="*/ 855 h 1235"/>
                <a:gd name="T102" fmla="*/ 35 w 1237"/>
                <a:gd name="T103" fmla="*/ 762 h 1235"/>
                <a:gd name="T104" fmla="*/ 57 w 1237"/>
                <a:gd name="T105" fmla="*/ 671 h 1235"/>
                <a:gd name="T106" fmla="*/ 85 w 1237"/>
                <a:gd name="T107" fmla="*/ 582 h 1235"/>
                <a:gd name="T108" fmla="*/ 115 w 1237"/>
                <a:gd name="T109" fmla="*/ 501 h 1235"/>
                <a:gd name="T110" fmla="*/ 150 w 1237"/>
                <a:gd name="T111" fmla="*/ 421 h 1235"/>
                <a:gd name="T112" fmla="*/ 190 w 1237"/>
                <a:gd name="T113" fmla="*/ 345 h 1235"/>
                <a:gd name="T114" fmla="*/ 235 w 1237"/>
                <a:gd name="T115" fmla="*/ 270 h 1235"/>
                <a:gd name="T116" fmla="*/ 285 w 1237"/>
                <a:gd name="T117" fmla="*/ 200 h 1235"/>
                <a:gd name="T118" fmla="*/ 331 w 1237"/>
                <a:gd name="T119" fmla="*/ 144 h 1235"/>
                <a:gd name="T120" fmla="*/ 382 w 1237"/>
                <a:gd name="T121" fmla="*/ 92 h 1235"/>
                <a:gd name="T122" fmla="*/ 438 w 1237"/>
                <a:gd name="T123" fmla="*/ 44 h 1235"/>
                <a:gd name="T124" fmla="*/ 496 w 1237"/>
                <a:gd name="T125" fmla="*/ 0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37" h="1235">
                  <a:moveTo>
                    <a:pt x="496" y="0"/>
                  </a:moveTo>
                  <a:lnTo>
                    <a:pt x="532" y="36"/>
                  </a:lnTo>
                  <a:lnTo>
                    <a:pt x="502" y="104"/>
                  </a:lnTo>
                  <a:lnTo>
                    <a:pt x="474" y="173"/>
                  </a:lnTo>
                  <a:lnTo>
                    <a:pt x="447" y="248"/>
                  </a:lnTo>
                  <a:lnTo>
                    <a:pt x="423" y="324"/>
                  </a:lnTo>
                  <a:lnTo>
                    <a:pt x="403" y="401"/>
                  </a:lnTo>
                  <a:lnTo>
                    <a:pt x="375" y="522"/>
                  </a:lnTo>
                  <a:lnTo>
                    <a:pt x="353" y="644"/>
                  </a:lnTo>
                  <a:lnTo>
                    <a:pt x="335" y="767"/>
                  </a:lnTo>
                  <a:lnTo>
                    <a:pt x="323" y="890"/>
                  </a:lnTo>
                  <a:lnTo>
                    <a:pt x="320" y="915"/>
                  </a:lnTo>
                  <a:lnTo>
                    <a:pt x="423" y="906"/>
                  </a:lnTo>
                  <a:lnTo>
                    <a:pt x="526" y="893"/>
                  </a:lnTo>
                  <a:lnTo>
                    <a:pt x="647" y="874"/>
                  </a:lnTo>
                  <a:lnTo>
                    <a:pt x="766" y="849"/>
                  </a:lnTo>
                  <a:lnTo>
                    <a:pt x="885" y="820"/>
                  </a:lnTo>
                  <a:lnTo>
                    <a:pt x="1002" y="784"/>
                  </a:lnTo>
                  <a:lnTo>
                    <a:pt x="1060" y="763"/>
                  </a:lnTo>
                  <a:lnTo>
                    <a:pt x="1117" y="740"/>
                  </a:lnTo>
                  <a:lnTo>
                    <a:pt x="1173" y="717"/>
                  </a:lnTo>
                  <a:lnTo>
                    <a:pt x="1200" y="704"/>
                  </a:lnTo>
                  <a:lnTo>
                    <a:pt x="1237" y="740"/>
                  </a:lnTo>
                  <a:lnTo>
                    <a:pt x="1194" y="797"/>
                  </a:lnTo>
                  <a:lnTo>
                    <a:pt x="1147" y="851"/>
                  </a:lnTo>
                  <a:lnTo>
                    <a:pt x="1095" y="901"/>
                  </a:lnTo>
                  <a:lnTo>
                    <a:pt x="1041" y="947"/>
                  </a:lnTo>
                  <a:lnTo>
                    <a:pt x="983" y="989"/>
                  </a:lnTo>
                  <a:lnTo>
                    <a:pt x="922" y="1027"/>
                  </a:lnTo>
                  <a:lnTo>
                    <a:pt x="858" y="1062"/>
                  </a:lnTo>
                  <a:lnTo>
                    <a:pt x="794" y="1094"/>
                  </a:lnTo>
                  <a:lnTo>
                    <a:pt x="728" y="1123"/>
                  </a:lnTo>
                  <a:lnTo>
                    <a:pt x="661" y="1147"/>
                  </a:lnTo>
                  <a:lnTo>
                    <a:pt x="594" y="1169"/>
                  </a:lnTo>
                  <a:lnTo>
                    <a:pt x="491" y="1196"/>
                  </a:lnTo>
                  <a:lnTo>
                    <a:pt x="386" y="1217"/>
                  </a:lnTo>
                  <a:lnTo>
                    <a:pt x="280" y="1229"/>
                  </a:lnTo>
                  <a:lnTo>
                    <a:pt x="174" y="1235"/>
                  </a:lnTo>
                  <a:lnTo>
                    <a:pt x="151" y="1235"/>
                  </a:lnTo>
                  <a:lnTo>
                    <a:pt x="128" y="1233"/>
                  </a:lnTo>
                  <a:lnTo>
                    <a:pt x="106" y="1228"/>
                  </a:lnTo>
                  <a:lnTo>
                    <a:pt x="80" y="1217"/>
                  </a:lnTo>
                  <a:lnTo>
                    <a:pt x="57" y="1201"/>
                  </a:lnTo>
                  <a:lnTo>
                    <a:pt x="36" y="1182"/>
                  </a:lnTo>
                  <a:lnTo>
                    <a:pt x="21" y="1159"/>
                  </a:lnTo>
                  <a:lnTo>
                    <a:pt x="8" y="1134"/>
                  </a:lnTo>
                  <a:lnTo>
                    <a:pt x="1" y="1106"/>
                  </a:lnTo>
                  <a:lnTo>
                    <a:pt x="0" y="1073"/>
                  </a:lnTo>
                  <a:lnTo>
                    <a:pt x="0" y="1041"/>
                  </a:lnTo>
                  <a:lnTo>
                    <a:pt x="6" y="947"/>
                  </a:lnTo>
                  <a:lnTo>
                    <a:pt x="18" y="855"/>
                  </a:lnTo>
                  <a:lnTo>
                    <a:pt x="35" y="762"/>
                  </a:lnTo>
                  <a:lnTo>
                    <a:pt x="57" y="671"/>
                  </a:lnTo>
                  <a:lnTo>
                    <a:pt x="85" y="582"/>
                  </a:lnTo>
                  <a:lnTo>
                    <a:pt x="115" y="501"/>
                  </a:lnTo>
                  <a:lnTo>
                    <a:pt x="150" y="421"/>
                  </a:lnTo>
                  <a:lnTo>
                    <a:pt x="190" y="345"/>
                  </a:lnTo>
                  <a:lnTo>
                    <a:pt x="235" y="270"/>
                  </a:lnTo>
                  <a:lnTo>
                    <a:pt x="285" y="200"/>
                  </a:lnTo>
                  <a:lnTo>
                    <a:pt x="331" y="144"/>
                  </a:lnTo>
                  <a:lnTo>
                    <a:pt x="382" y="92"/>
                  </a:lnTo>
                  <a:lnTo>
                    <a:pt x="438" y="44"/>
                  </a:lnTo>
                  <a:lnTo>
                    <a:pt x="496"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28" name="Freeform 1276"/>
            <p:cNvSpPr>
              <a:spLocks noEditPoints="1"/>
            </p:cNvSpPr>
            <p:nvPr>
              <p:custDataLst>
                <p:tags r:id="rId24"/>
              </p:custDataLst>
            </p:nvPr>
          </p:nvSpPr>
          <p:spPr bwMode="auto">
            <a:xfrm>
              <a:off x="5766" y="3626"/>
              <a:ext cx="1731" cy="1729"/>
            </a:xfrm>
            <a:custGeom>
              <a:avLst/>
              <a:gdLst>
                <a:gd name="T0" fmla="*/ 1977 w 3461"/>
                <a:gd name="T1" fmla="*/ 939 h 3456"/>
                <a:gd name="T2" fmla="*/ 1837 w 3461"/>
                <a:gd name="T3" fmla="*/ 996 h 3456"/>
                <a:gd name="T4" fmla="*/ 1719 w 3461"/>
                <a:gd name="T5" fmla="*/ 1101 h 3456"/>
                <a:gd name="T6" fmla="*/ 1646 w 3461"/>
                <a:gd name="T7" fmla="*/ 1235 h 3456"/>
                <a:gd name="T8" fmla="*/ 1621 w 3461"/>
                <a:gd name="T9" fmla="*/ 1382 h 3456"/>
                <a:gd name="T10" fmla="*/ 1646 w 3461"/>
                <a:gd name="T11" fmla="*/ 1529 h 3456"/>
                <a:gd name="T12" fmla="*/ 1719 w 3461"/>
                <a:gd name="T13" fmla="*/ 1665 h 3456"/>
                <a:gd name="T14" fmla="*/ 1837 w 3461"/>
                <a:gd name="T15" fmla="*/ 1770 h 3456"/>
                <a:gd name="T16" fmla="*/ 1977 w 3461"/>
                <a:gd name="T17" fmla="*/ 1826 h 3456"/>
                <a:gd name="T18" fmla="*/ 2127 w 3461"/>
                <a:gd name="T19" fmla="*/ 1835 h 3456"/>
                <a:gd name="T20" fmla="*/ 2270 w 3461"/>
                <a:gd name="T21" fmla="*/ 1794 h 3456"/>
                <a:gd name="T22" fmla="*/ 2399 w 3461"/>
                <a:gd name="T23" fmla="*/ 1705 h 3456"/>
                <a:gd name="T24" fmla="*/ 2488 w 3461"/>
                <a:gd name="T25" fmla="*/ 1577 h 3456"/>
                <a:gd name="T26" fmla="*/ 2529 w 3461"/>
                <a:gd name="T27" fmla="*/ 1433 h 3456"/>
                <a:gd name="T28" fmla="*/ 2521 w 3461"/>
                <a:gd name="T29" fmla="*/ 1283 h 3456"/>
                <a:gd name="T30" fmla="*/ 2464 w 3461"/>
                <a:gd name="T31" fmla="*/ 1143 h 3456"/>
                <a:gd name="T32" fmla="*/ 2359 w 3461"/>
                <a:gd name="T33" fmla="*/ 1026 h 3456"/>
                <a:gd name="T34" fmla="*/ 2225 w 3461"/>
                <a:gd name="T35" fmla="*/ 952 h 3456"/>
                <a:gd name="T36" fmla="*/ 2076 w 3461"/>
                <a:gd name="T37" fmla="*/ 928 h 3456"/>
                <a:gd name="T38" fmla="*/ 3351 w 3461"/>
                <a:gd name="T39" fmla="*/ 2 h 3456"/>
                <a:gd name="T40" fmla="*/ 3421 w 3461"/>
                <a:gd name="T41" fmla="*/ 40 h 3456"/>
                <a:gd name="T42" fmla="*/ 3459 w 3461"/>
                <a:gd name="T43" fmla="*/ 111 h 3456"/>
                <a:gd name="T44" fmla="*/ 3457 w 3461"/>
                <a:gd name="T45" fmla="*/ 256 h 3456"/>
                <a:gd name="T46" fmla="*/ 3444 w 3461"/>
                <a:gd name="T47" fmla="*/ 471 h 3456"/>
                <a:gd name="T48" fmla="*/ 3416 w 3461"/>
                <a:gd name="T49" fmla="*/ 722 h 3456"/>
                <a:gd name="T50" fmla="*/ 3372 w 3461"/>
                <a:gd name="T51" fmla="*/ 997 h 3456"/>
                <a:gd name="T52" fmla="*/ 3304 w 3461"/>
                <a:gd name="T53" fmla="*/ 1283 h 3456"/>
                <a:gd name="T54" fmla="*/ 3210 w 3461"/>
                <a:gd name="T55" fmla="*/ 1569 h 3456"/>
                <a:gd name="T56" fmla="*/ 3083 w 3461"/>
                <a:gd name="T57" fmla="*/ 1845 h 3456"/>
                <a:gd name="T58" fmla="*/ 2922 w 3461"/>
                <a:gd name="T59" fmla="*/ 2094 h 3456"/>
                <a:gd name="T60" fmla="*/ 2738 w 3461"/>
                <a:gd name="T61" fmla="*/ 2296 h 3456"/>
                <a:gd name="T62" fmla="*/ 2592 w 3461"/>
                <a:gd name="T63" fmla="*/ 2431 h 3456"/>
                <a:gd name="T64" fmla="*/ 2457 w 3461"/>
                <a:gd name="T65" fmla="*/ 2538 h 3456"/>
                <a:gd name="T66" fmla="*/ 2318 w 3461"/>
                <a:gd name="T67" fmla="*/ 2635 h 3456"/>
                <a:gd name="T68" fmla="*/ 2156 w 3461"/>
                <a:gd name="T69" fmla="*/ 2738 h 3456"/>
                <a:gd name="T70" fmla="*/ 2003 w 3461"/>
                <a:gd name="T71" fmla="*/ 2833 h 3456"/>
                <a:gd name="T72" fmla="*/ 1849 w 3461"/>
                <a:gd name="T73" fmla="*/ 2931 h 3456"/>
                <a:gd name="T74" fmla="*/ 1665 w 3461"/>
                <a:gd name="T75" fmla="*/ 3049 h 3456"/>
                <a:gd name="T76" fmla="*/ 1449 w 3461"/>
                <a:gd name="T77" fmla="*/ 3193 h 3456"/>
                <a:gd name="T78" fmla="*/ 1193 w 3461"/>
                <a:gd name="T79" fmla="*/ 3366 h 3456"/>
                <a:gd name="T80" fmla="*/ 1048 w 3461"/>
                <a:gd name="T81" fmla="*/ 3453 h 3456"/>
                <a:gd name="T82" fmla="*/ 969 w 3461"/>
                <a:gd name="T83" fmla="*/ 3445 h 3456"/>
                <a:gd name="T84" fmla="*/ 40 w 3461"/>
                <a:gd name="T85" fmla="*/ 2534 h 3456"/>
                <a:gd name="T86" fmla="*/ 3 w 3461"/>
                <a:gd name="T87" fmla="*/ 2463 h 3456"/>
                <a:gd name="T88" fmla="*/ 11 w 3461"/>
                <a:gd name="T89" fmla="*/ 2383 h 3456"/>
                <a:gd name="T90" fmla="*/ 152 w 3461"/>
                <a:gd name="T91" fmla="*/ 2175 h 3456"/>
                <a:gd name="T92" fmla="*/ 315 w 3461"/>
                <a:gd name="T93" fmla="*/ 1934 h 3456"/>
                <a:gd name="T94" fmla="*/ 449 w 3461"/>
                <a:gd name="T95" fmla="*/ 1729 h 3456"/>
                <a:gd name="T96" fmla="*/ 560 w 3461"/>
                <a:gd name="T97" fmla="*/ 1556 h 3456"/>
                <a:gd name="T98" fmla="*/ 653 w 3461"/>
                <a:gd name="T99" fmla="*/ 1409 h 3456"/>
                <a:gd name="T100" fmla="*/ 755 w 3461"/>
                <a:gd name="T101" fmla="*/ 1246 h 3456"/>
                <a:gd name="T102" fmla="*/ 855 w 3461"/>
                <a:gd name="T103" fmla="*/ 1094 h 3456"/>
                <a:gd name="T104" fmla="*/ 953 w 3461"/>
                <a:gd name="T105" fmla="*/ 957 h 3456"/>
                <a:gd name="T106" fmla="*/ 1068 w 3461"/>
                <a:gd name="T107" fmla="*/ 822 h 3456"/>
                <a:gd name="T108" fmla="*/ 1215 w 3461"/>
                <a:gd name="T109" fmla="*/ 667 h 3456"/>
                <a:gd name="T110" fmla="*/ 1442 w 3461"/>
                <a:gd name="T111" fmla="*/ 480 h 3456"/>
                <a:gd name="T112" fmla="*/ 1704 w 3461"/>
                <a:gd name="T113" fmla="*/ 332 h 3456"/>
                <a:gd name="T114" fmla="*/ 1983 w 3461"/>
                <a:gd name="T115" fmla="*/ 217 h 3456"/>
                <a:gd name="T116" fmla="*/ 2272 w 3461"/>
                <a:gd name="T117" fmla="*/ 131 h 3456"/>
                <a:gd name="T118" fmla="*/ 2556 w 3461"/>
                <a:gd name="T119" fmla="*/ 72 h 3456"/>
                <a:gd name="T120" fmla="*/ 2824 w 3461"/>
                <a:gd name="T121" fmla="*/ 34 h 3456"/>
                <a:gd name="T122" fmla="*/ 3065 w 3461"/>
                <a:gd name="T123" fmla="*/ 11 h 3456"/>
                <a:gd name="T124" fmla="*/ 3265 w 3461"/>
                <a:gd name="T125" fmla="*/ 1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61" h="3456">
                  <a:moveTo>
                    <a:pt x="2076" y="928"/>
                  </a:moveTo>
                  <a:lnTo>
                    <a:pt x="2026" y="931"/>
                  </a:lnTo>
                  <a:lnTo>
                    <a:pt x="1977" y="939"/>
                  </a:lnTo>
                  <a:lnTo>
                    <a:pt x="1928" y="952"/>
                  </a:lnTo>
                  <a:lnTo>
                    <a:pt x="1881" y="972"/>
                  </a:lnTo>
                  <a:lnTo>
                    <a:pt x="1837" y="996"/>
                  </a:lnTo>
                  <a:lnTo>
                    <a:pt x="1794" y="1026"/>
                  </a:lnTo>
                  <a:lnTo>
                    <a:pt x="1754" y="1061"/>
                  </a:lnTo>
                  <a:lnTo>
                    <a:pt x="1719" y="1101"/>
                  </a:lnTo>
                  <a:lnTo>
                    <a:pt x="1689" y="1143"/>
                  </a:lnTo>
                  <a:lnTo>
                    <a:pt x="1665" y="1188"/>
                  </a:lnTo>
                  <a:lnTo>
                    <a:pt x="1646" y="1235"/>
                  </a:lnTo>
                  <a:lnTo>
                    <a:pt x="1632" y="1283"/>
                  </a:lnTo>
                  <a:lnTo>
                    <a:pt x="1624" y="1333"/>
                  </a:lnTo>
                  <a:lnTo>
                    <a:pt x="1621" y="1382"/>
                  </a:lnTo>
                  <a:lnTo>
                    <a:pt x="1624" y="1433"/>
                  </a:lnTo>
                  <a:lnTo>
                    <a:pt x="1632" y="1481"/>
                  </a:lnTo>
                  <a:lnTo>
                    <a:pt x="1646" y="1529"/>
                  </a:lnTo>
                  <a:lnTo>
                    <a:pt x="1665" y="1577"/>
                  </a:lnTo>
                  <a:lnTo>
                    <a:pt x="1689" y="1622"/>
                  </a:lnTo>
                  <a:lnTo>
                    <a:pt x="1719" y="1665"/>
                  </a:lnTo>
                  <a:lnTo>
                    <a:pt x="1754" y="1705"/>
                  </a:lnTo>
                  <a:lnTo>
                    <a:pt x="1794" y="1740"/>
                  </a:lnTo>
                  <a:lnTo>
                    <a:pt x="1837" y="1770"/>
                  </a:lnTo>
                  <a:lnTo>
                    <a:pt x="1881" y="1794"/>
                  </a:lnTo>
                  <a:lnTo>
                    <a:pt x="1928" y="1813"/>
                  </a:lnTo>
                  <a:lnTo>
                    <a:pt x="1977" y="1826"/>
                  </a:lnTo>
                  <a:lnTo>
                    <a:pt x="2026" y="1835"/>
                  </a:lnTo>
                  <a:lnTo>
                    <a:pt x="2076" y="1837"/>
                  </a:lnTo>
                  <a:lnTo>
                    <a:pt x="2127" y="1835"/>
                  </a:lnTo>
                  <a:lnTo>
                    <a:pt x="2175" y="1826"/>
                  </a:lnTo>
                  <a:lnTo>
                    <a:pt x="2225" y="1813"/>
                  </a:lnTo>
                  <a:lnTo>
                    <a:pt x="2270" y="1794"/>
                  </a:lnTo>
                  <a:lnTo>
                    <a:pt x="2316" y="1770"/>
                  </a:lnTo>
                  <a:lnTo>
                    <a:pt x="2359" y="1740"/>
                  </a:lnTo>
                  <a:lnTo>
                    <a:pt x="2399" y="1705"/>
                  </a:lnTo>
                  <a:lnTo>
                    <a:pt x="2434" y="1665"/>
                  </a:lnTo>
                  <a:lnTo>
                    <a:pt x="2464" y="1622"/>
                  </a:lnTo>
                  <a:lnTo>
                    <a:pt x="2488" y="1577"/>
                  </a:lnTo>
                  <a:lnTo>
                    <a:pt x="2507" y="1529"/>
                  </a:lnTo>
                  <a:lnTo>
                    <a:pt x="2521" y="1481"/>
                  </a:lnTo>
                  <a:lnTo>
                    <a:pt x="2529" y="1433"/>
                  </a:lnTo>
                  <a:lnTo>
                    <a:pt x="2532" y="1382"/>
                  </a:lnTo>
                  <a:lnTo>
                    <a:pt x="2529" y="1333"/>
                  </a:lnTo>
                  <a:lnTo>
                    <a:pt x="2521" y="1283"/>
                  </a:lnTo>
                  <a:lnTo>
                    <a:pt x="2507" y="1235"/>
                  </a:lnTo>
                  <a:lnTo>
                    <a:pt x="2488" y="1188"/>
                  </a:lnTo>
                  <a:lnTo>
                    <a:pt x="2464" y="1143"/>
                  </a:lnTo>
                  <a:lnTo>
                    <a:pt x="2434" y="1101"/>
                  </a:lnTo>
                  <a:lnTo>
                    <a:pt x="2399" y="1061"/>
                  </a:lnTo>
                  <a:lnTo>
                    <a:pt x="2359" y="1026"/>
                  </a:lnTo>
                  <a:lnTo>
                    <a:pt x="2316" y="996"/>
                  </a:lnTo>
                  <a:lnTo>
                    <a:pt x="2270" y="972"/>
                  </a:lnTo>
                  <a:lnTo>
                    <a:pt x="2225" y="952"/>
                  </a:lnTo>
                  <a:lnTo>
                    <a:pt x="2175" y="939"/>
                  </a:lnTo>
                  <a:lnTo>
                    <a:pt x="2127" y="931"/>
                  </a:lnTo>
                  <a:lnTo>
                    <a:pt x="2076" y="928"/>
                  </a:lnTo>
                  <a:close/>
                  <a:moveTo>
                    <a:pt x="3322" y="0"/>
                  </a:moveTo>
                  <a:lnTo>
                    <a:pt x="3325" y="0"/>
                  </a:lnTo>
                  <a:lnTo>
                    <a:pt x="3351" y="2"/>
                  </a:lnTo>
                  <a:lnTo>
                    <a:pt x="3377" y="10"/>
                  </a:lnTo>
                  <a:lnTo>
                    <a:pt x="3401" y="23"/>
                  </a:lnTo>
                  <a:lnTo>
                    <a:pt x="3421" y="40"/>
                  </a:lnTo>
                  <a:lnTo>
                    <a:pt x="3438" y="60"/>
                  </a:lnTo>
                  <a:lnTo>
                    <a:pt x="3451" y="86"/>
                  </a:lnTo>
                  <a:lnTo>
                    <a:pt x="3459" y="111"/>
                  </a:lnTo>
                  <a:lnTo>
                    <a:pt x="3461" y="139"/>
                  </a:lnTo>
                  <a:lnTo>
                    <a:pt x="3460" y="194"/>
                  </a:lnTo>
                  <a:lnTo>
                    <a:pt x="3457" y="256"/>
                  </a:lnTo>
                  <a:lnTo>
                    <a:pt x="3454" y="323"/>
                  </a:lnTo>
                  <a:lnTo>
                    <a:pt x="3450" y="395"/>
                  </a:lnTo>
                  <a:lnTo>
                    <a:pt x="3444" y="471"/>
                  </a:lnTo>
                  <a:lnTo>
                    <a:pt x="3437" y="552"/>
                  </a:lnTo>
                  <a:lnTo>
                    <a:pt x="3427" y="635"/>
                  </a:lnTo>
                  <a:lnTo>
                    <a:pt x="3416" y="722"/>
                  </a:lnTo>
                  <a:lnTo>
                    <a:pt x="3404" y="811"/>
                  </a:lnTo>
                  <a:lnTo>
                    <a:pt x="3389" y="903"/>
                  </a:lnTo>
                  <a:lnTo>
                    <a:pt x="3372" y="997"/>
                  </a:lnTo>
                  <a:lnTo>
                    <a:pt x="3351" y="1091"/>
                  </a:lnTo>
                  <a:lnTo>
                    <a:pt x="3329" y="1187"/>
                  </a:lnTo>
                  <a:lnTo>
                    <a:pt x="3304" y="1283"/>
                  </a:lnTo>
                  <a:lnTo>
                    <a:pt x="3275" y="1380"/>
                  </a:lnTo>
                  <a:lnTo>
                    <a:pt x="3244" y="1475"/>
                  </a:lnTo>
                  <a:lnTo>
                    <a:pt x="3210" y="1569"/>
                  </a:lnTo>
                  <a:lnTo>
                    <a:pt x="3171" y="1663"/>
                  </a:lnTo>
                  <a:lnTo>
                    <a:pt x="3129" y="1755"/>
                  </a:lnTo>
                  <a:lnTo>
                    <a:pt x="3083" y="1845"/>
                  </a:lnTo>
                  <a:lnTo>
                    <a:pt x="3033" y="1932"/>
                  </a:lnTo>
                  <a:lnTo>
                    <a:pt x="2980" y="2015"/>
                  </a:lnTo>
                  <a:lnTo>
                    <a:pt x="2922" y="2094"/>
                  </a:lnTo>
                  <a:lnTo>
                    <a:pt x="2859" y="2172"/>
                  </a:lnTo>
                  <a:lnTo>
                    <a:pt x="2793" y="2243"/>
                  </a:lnTo>
                  <a:lnTo>
                    <a:pt x="2738" y="2296"/>
                  </a:lnTo>
                  <a:lnTo>
                    <a:pt x="2686" y="2346"/>
                  </a:lnTo>
                  <a:lnTo>
                    <a:pt x="2638" y="2390"/>
                  </a:lnTo>
                  <a:lnTo>
                    <a:pt x="2592" y="2431"/>
                  </a:lnTo>
                  <a:lnTo>
                    <a:pt x="2546" y="2469"/>
                  </a:lnTo>
                  <a:lnTo>
                    <a:pt x="2501" y="2504"/>
                  </a:lnTo>
                  <a:lnTo>
                    <a:pt x="2457" y="2538"/>
                  </a:lnTo>
                  <a:lnTo>
                    <a:pt x="2412" y="2571"/>
                  </a:lnTo>
                  <a:lnTo>
                    <a:pt x="2366" y="2603"/>
                  </a:lnTo>
                  <a:lnTo>
                    <a:pt x="2318" y="2635"/>
                  </a:lnTo>
                  <a:lnTo>
                    <a:pt x="2267" y="2668"/>
                  </a:lnTo>
                  <a:lnTo>
                    <a:pt x="2214" y="2702"/>
                  </a:lnTo>
                  <a:lnTo>
                    <a:pt x="2156" y="2738"/>
                  </a:lnTo>
                  <a:lnTo>
                    <a:pt x="2094" y="2777"/>
                  </a:lnTo>
                  <a:lnTo>
                    <a:pt x="2050" y="2804"/>
                  </a:lnTo>
                  <a:lnTo>
                    <a:pt x="2003" y="2833"/>
                  </a:lnTo>
                  <a:lnTo>
                    <a:pt x="1955" y="2865"/>
                  </a:lnTo>
                  <a:lnTo>
                    <a:pt x="1903" y="2897"/>
                  </a:lnTo>
                  <a:lnTo>
                    <a:pt x="1849" y="2931"/>
                  </a:lnTo>
                  <a:lnTo>
                    <a:pt x="1791" y="2969"/>
                  </a:lnTo>
                  <a:lnTo>
                    <a:pt x="1729" y="3007"/>
                  </a:lnTo>
                  <a:lnTo>
                    <a:pt x="1665" y="3049"/>
                  </a:lnTo>
                  <a:lnTo>
                    <a:pt x="1597" y="3094"/>
                  </a:lnTo>
                  <a:lnTo>
                    <a:pt x="1525" y="3142"/>
                  </a:lnTo>
                  <a:lnTo>
                    <a:pt x="1449" y="3193"/>
                  </a:lnTo>
                  <a:lnTo>
                    <a:pt x="1368" y="3247"/>
                  </a:lnTo>
                  <a:lnTo>
                    <a:pt x="1283" y="3304"/>
                  </a:lnTo>
                  <a:lnTo>
                    <a:pt x="1193" y="3366"/>
                  </a:lnTo>
                  <a:lnTo>
                    <a:pt x="1099" y="3431"/>
                  </a:lnTo>
                  <a:lnTo>
                    <a:pt x="1074" y="3445"/>
                  </a:lnTo>
                  <a:lnTo>
                    <a:pt x="1048" y="3453"/>
                  </a:lnTo>
                  <a:lnTo>
                    <a:pt x="1021" y="3456"/>
                  </a:lnTo>
                  <a:lnTo>
                    <a:pt x="994" y="3454"/>
                  </a:lnTo>
                  <a:lnTo>
                    <a:pt x="969" y="3445"/>
                  </a:lnTo>
                  <a:lnTo>
                    <a:pt x="946" y="3433"/>
                  </a:lnTo>
                  <a:lnTo>
                    <a:pt x="924" y="3415"/>
                  </a:lnTo>
                  <a:lnTo>
                    <a:pt x="40" y="2534"/>
                  </a:lnTo>
                  <a:lnTo>
                    <a:pt x="23" y="2512"/>
                  </a:lnTo>
                  <a:lnTo>
                    <a:pt x="10" y="2488"/>
                  </a:lnTo>
                  <a:lnTo>
                    <a:pt x="3" y="2463"/>
                  </a:lnTo>
                  <a:lnTo>
                    <a:pt x="0" y="2436"/>
                  </a:lnTo>
                  <a:lnTo>
                    <a:pt x="3" y="2408"/>
                  </a:lnTo>
                  <a:lnTo>
                    <a:pt x="11" y="2383"/>
                  </a:lnTo>
                  <a:lnTo>
                    <a:pt x="25" y="2359"/>
                  </a:lnTo>
                  <a:lnTo>
                    <a:pt x="90" y="2265"/>
                  </a:lnTo>
                  <a:lnTo>
                    <a:pt x="152" y="2175"/>
                  </a:lnTo>
                  <a:lnTo>
                    <a:pt x="210" y="2090"/>
                  </a:lnTo>
                  <a:lnTo>
                    <a:pt x="264" y="2010"/>
                  </a:lnTo>
                  <a:lnTo>
                    <a:pt x="315" y="1934"/>
                  </a:lnTo>
                  <a:lnTo>
                    <a:pt x="362" y="1861"/>
                  </a:lnTo>
                  <a:lnTo>
                    <a:pt x="407" y="1794"/>
                  </a:lnTo>
                  <a:lnTo>
                    <a:pt x="449" y="1729"/>
                  </a:lnTo>
                  <a:lnTo>
                    <a:pt x="489" y="1668"/>
                  </a:lnTo>
                  <a:lnTo>
                    <a:pt x="525" y="1610"/>
                  </a:lnTo>
                  <a:lnTo>
                    <a:pt x="560" y="1556"/>
                  </a:lnTo>
                  <a:lnTo>
                    <a:pt x="593" y="1504"/>
                  </a:lnTo>
                  <a:lnTo>
                    <a:pt x="624" y="1456"/>
                  </a:lnTo>
                  <a:lnTo>
                    <a:pt x="653" y="1409"/>
                  </a:lnTo>
                  <a:lnTo>
                    <a:pt x="681" y="1365"/>
                  </a:lnTo>
                  <a:lnTo>
                    <a:pt x="718" y="1303"/>
                  </a:lnTo>
                  <a:lnTo>
                    <a:pt x="755" y="1246"/>
                  </a:lnTo>
                  <a:lnTo>
                    <a:pt x="790" y="1193"/>
                  </a:lnTo>
                  <a:lnTo>
                    <a:pt x="822" y="1142"/>
                  </a:lnTo>
                  <a:lnTo>
                    <a:pt x="855" y="1094"/>
                  </a:lnTo>
                  <a:lnTo>
                    <a:pt x="886" y="1048"/>
                  </a:lnTo>
                  <a:lnTo>
                    <a:pt x="919" y="1002"/>
                  </a:lnTo>
                  <a:lnTo>
                    <a:pt x="953" y="957"/>
                  </a:lnTo>
                  <a:lnTo>
                    <a:pt x="989" y="914"/>
                  </a:lnTo>
                  <a:lnTo>
                    <a:pt x="1027" y="868"/>
                  </a:lnTo>
                  <a:lnTo>
                    <a:pt x="1068" y="822"/>
                  </a:lnTo>
                  <a:lnTo>
                    <a:pt x="1112" y="773"/>
                  </a:lnTo>
                  <a:lnTo>
                    <a:pt x="1161" y="722"/>
                  </a:lnTo>
                  <a:lnTo>
                    <a:pt x="1215" y="667"/>
                  </a:lnTo>
                  <a:lnTo>
                    <a:pt x="1287" y="601"/>
                  </a:lnTo>
                  <a:lnTo>
                    <a:pt x="1363" y="538"/>
                  </a:lnTo>
                  <a:lnTo>
                    <a:pt x="1442" y="480"/>
                  </a:lnTo>
                  <a:lnTo>
                    <a:pt x="1527" y="427"/>
                  </a:lnTo>
                  <a:lnTo>
                    <a:pt x="1613" y="378"/>
                  </a:lnTo>
                  <a:lnTo>
                    <a:pt x="1704" y="332"/>
                  </a:lnTo>
                  <a:lnTo>
                    <a:pt x="1794" y="290"/>
                  </a:lnTo>
                  <a:lnTo>
                    <a:pt x="1889" y="252"/>
                  </a:lnTo>
                  <a:lnTo>
                    <a:pt x="1983" y="217"/>
                  </a:lnTo>
                  <a:lnTo>
                    <a:pt x="2080" y="186"/>
                  </a:lnTo>
                  <a:lnTo>
                    <a:pt x="2175" y="157"/>
                  </a:lnTo>
                  <a:lnTo>
                    <a:pt x="2272" y="131"/>
                  </a:lnTo>
                  <a:lnTo>
                    <a:pt x="2367" y="110"/>
                  </a:lnTo>
                  <a:lnTo>
                    <a:pt x="2463" y="89"/>
                  </a:lnTo>
                  <a:lnTo>
                    <a:pt x="2556" y="72"/>
                  </a:lnTo>
                  <a:lnTo>
                    <a:pt x="2648" y="57"/>
                  </a:lnTo>
                  <a:lnTo>
                    <a:pt x="2737" y="45"/>
                  </a:lnTo>
                  <a:lnTo>
                    <a:pt x="2824" y="34"/>
                  </a:lnTo>
                  <a:lnTo>
                    <a:pt x="2909" y="24"/>
                  </a:lnTo>
                  <a:lnTo>
                    <a:pt x="2988" y="17"/>
                  </a:lnTo>
                  <a:lnTo>
                    <a:pt x="3065" y="11"/>
                  </a:lnTo>
                  <a:lnTo>
                    <a:pt x="3137" y="6"/>
                  </a:lnTo>
                  <a:lnTo>
                    <a:pt x="3204" y="3"/>
                  </a:lnTo>
                  <a:lnTo>
                    <a:pt x="3265" y="1"/>
                  </a:lnTo>
                  <a:lnTo>
                    <a:pt x="3322"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grpSp>
      <p:grpSp>
        <p:nvGrpSpPr>
          <p:cNvPr id="29" name="组合 28"/>
          <p:cNvGrpSpPr/>
          <p:nvPr userDrawn="1"/>
        </p:nvGrpSpPr>
        <p:grpSpPr>
          <a:xfrm>
            <a:off x="510590" y="3281045"/>
            <a:ext cx="982442" cy="982980"/>
            <a:chOff x="804" y="5167"/>
            <a:chExt cx="1547" cy="1548"/>
          </a:xfrm>
        </p:grpSpPr>
        <p:sp>
          <p:nvSpPr>
            <p:cNvPr id="31" name="Oval 23"/>
            <p:cNvSpPr/>
            <p:nvPr>
              <p:custDataLst>
                <p:tags r:id="rId19"/>
              </p:custDataLst>
            </p:nvPr>
          </p:nvSpPr>
          <p:spPr bwMode="auto">
            <a:xfrm>
              <a:off x="804" y="5167"/>
              <a:ext cx="1547" cy="1548"/>
            </a:xfrm>
            <a:prstGeom prst="ellipse">
              <a:avLst/>
            </a:prstGeom>
            <a:solidFill>
              <a:srgbClr val="990000"/>
            </a:solidFill>
            <a:ln w="25400">
              <a:solidFill>
                <a:schemeClr val="tx1">
                  <a:alpha val="0"/>
                </a:schemeClr>
              </a:solidFill>
              <a:miter lim="800000"/>
            </a:ln>
          </p:spPr>
          <p:txBody>
            <a:bodyPr lIns="0" tIns="0" rIns="0" bIns="0"/>
            <a:lstStyle/>
            <a:p>
              <a:pPr>
                <a:defRPr/>
              </a:pPr>
              <a:endParaRPr lang="en-US" sz="2400">
                <a:latin typeface="微软雅黑" panose="020B0503020204020204" charset="-122"/>
                <a:ea typeface="微软雅黑" panose="020B0503020204020204" charset="-122"/>
                <a:cs typeface="+mn-ea"/>
                <a:sym typeface="+mn-lt"/>
              </a:endParaRPr>
            </a:p>
          </p:txBody>
        </p:sp>
        <p:sp>
          <p:nvSpPr>
            <p:cNvPr id="32" name="koppt-文本框"/>
            <p:cNvSpPr/>
            <p:nvPr>
              <p:custDataLst>
                <p:tags r:id="rId20"/>
              </p:custDataLst>
            </p:nvPr>
          </p:nvSpPr>
          <p:spPr>
            <a:xfrm>
              <a:off x="1074" y="5566"/>
              <a:ext cx="1007" cy="727"/>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01</a:t>
              </a:r>
            </a:p>
          </p:txBody>
        </p:sp>
      </p:grpSp>
      <p:grpSp>
        <p:nvGrpSpPr>
          <p:cNvPr id="33" name="组合 32"/>
          <p:cNvGrpSpPr/>
          <p:nvPr userDrawn="1"/>
        </p:nvGrpSpPr>
        <p:grpSpPr>
          <a:xfrm>
            <a:off x="5874492" y="5114290"/>
            <a:ext cx="982442" cy="982980"/>
            <a:chOff x="7794" y="8262"/>
            <a:chExt cx="1547" cy="1548"/>
          </a:xfrm>
        </p:grpSpPr>
        <p:sp>
          <p:nvSpPr>
            <p:cNvPr id="34" name="Oval 23"/>
            <p:cNvSpPr/>
            <p:nvPr>
              <p:custDataLst>
                <p:tags r:id="rId17"/>
              </p:custDataLst>
            </p:nvPr>
          </p:nvSpPr>
          <p:spPr bwMode="auto">
            <a:xfrm>
              <a:off x="7794" y="8262"/>
              <a:ext cx="1547" cy="1548"/>
            </a:xfrm>
            <a:prstGeom prst="ellipse">
              <a:avLst/>
            </a:prstGeom>
            <a:solidFill>
              <a:srgbClr val="990000"/>
            </a:solidFill>
            <a:ln w="25400">
              <a:solidFill>
                <a:schemeClr val="tx1">
                  <a:alpha val="0"/>
                </a:schemeClr>
              </a:solidFill>
              <a:miter lim="800000"/>
            </a:ln>
          </p:spPr>
          <p:txBody>
            <a:bodyPr lIns="0" tIns="0" rIns="0" bIns="0"/>
            <a:lstStyle/>
            <a:p>
              <a:pPr>
                <a:defRPr/>
              </a:pPr>
              <a:endParaRPr lang="en-US" sz="2400" dirty="0">
                <a:latin typeface="微软雅黑" panose="020B0503020204020204" charset="-122"/>
                <a:ea typeface="微软雅黑" panose="020B0503020204020204" charset="-122"/>
                <a:cs typeface="+mn-ea"/>
                <a:sym typeface="+mn-lt"/>
              </a:endParaRPr>
            </a:p>
          </p:txBody>
        </p:sp>
        <p:sp>
          <p:nvSpPr>
            <p:cNvPr id="35" name="koppt-文本框"/>
            <p:cNvSpPr/>
            <p:nvPr>
              <p:custDataLst>
                <p:tags r:id="rId18"/>
              </p:custDataLst>
            </p:nvPr>
          </p:nvSpPr>
          <p:spPr>
            <a:xfrm>
              <a:off x="8064" y="8674"/>
              <a:ext cx="1007" cy="727"/>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03</a:t>
              </a:r>
            </a:p>
          </p:txBody>
        </p:sp>
      </p:grpSp>
      <p:sp>
        <p:nvSpPr>
          <p:cNvPr id="36" name="koppt-文本框"/>
          <p:cNvSpPr/>
          <p:nvPr userDrawn="1">
            <p:custDataLst>
              <p:tags r:id="rId2"/>
            </p:custDataLst>
          </p:nvPr>
        </p:nvSpPr>
        <p:spPr>
          <a:xfrm>
            <a:off x="9080124" y="2733040"/>
            <a:ext cx="639508" cy="461645"/>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05</a:t>
            </a:r>
          </a:p>
        </p:txBody>
      </p:sp>
      <p:sp>
        <p:nvSpPr>
          <p:cNvPr id="37" name="koppt-文本框"/>
          <p:cNvSpPr/>
          <p:nvPr userDrawn="1">
            <p:custDataLst>
              <p:tags r:id="rId3"/>
            </p:custDataLst>
          </p:nvPr>
        </p:nvSpPr>
        <p:spPr>
          <a:xfrm>
            <a:off x="15875" y="2352040"/>
            <a:ext cx="842645"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01</a:t>
            </a:r>
          </a:p>
        </p:txBody>
      </p:sp>
      <p:sp>
        <p:nvSpPr>
          <p:cNvPr id="38" name="koppt-文本框"/>
          <p:cNvSpPr/>
          <p:nvPr userDrawn="1">
            <p:custDataLst>
              <p:tags r:id="rId4"/>
            </p:custDataLst>
          </p:nvPr>
        </p:nvSpPr>
        <p:spPr>
          <a:xfrm>
            <a:off x="8397875" y="4076065"/>
            <a:ext cx="842645"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04</a:t>
            </a:r>
          </a:p>
        </p:txBody>
      </p:sp>
      <p:sp>
        <p:nvSpPr>
          <p:cNvPr id="39" name="koppt-文本框"/>
          <p:cNvSpPr/>
          <p:nvPr userDrawn="1">
            <p:custDataLst>
              <p:tags r:id="rId5"/>
            </p:custDataLst>
          </p:nvPr>
        </p:nvSpPr>
        <p:spPr>
          <a:xfrm>
            <a:off x="1102360" y="5603875"/>
            <a:ext cx="842645"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02</a:t>
            </a:r>
          </a:p>
        </p:txBody>
      </p:sp>
      <p:sp>
        <p:nvSpPr>
          <p:cNvPr id="40" name="koppt-文本框"/>
          <p:cNvSpPr/>
          <p:nvPr userDrawn="1">
            <p:custDataLst>
              <p:tags r:id="rId6"/>
            </p:custDataLst>
          </p:nvPr>
        </p:nvSpPr>
        <p:spPr>
          <a:xfrm>
            <a:off x="4183380" y="3435985"/>
            <a:ext cx="842645"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03</a:t>
            </a:r>
          </a:p>
        </p:txBody>
      </p:sp>
      <p:sp>
        <p:nvSpPr>
          <p:cNvPr id="41" name="椭圆 40"/>
          <p:cNvSpPr/>
          <p:nvPr userDrawn="1">
            <p:custDataLst>
              <p:tags r:id="rId7"/>
            </p:custDataLst>
          </p:nvPr>
        </p:nvSpPr>
        <p:spPr>
          <a:xfrm>
            <a:off x="2903943" y="4572889"/>
            <a:ext cx="1031977" cy="1031875"/>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p>
        </p:txBody>
      </p:sp>
      <p:sp>
        <p:nvSpPr>
          <p:cNvPr id="42" name="椭圆 41"/>
          <p:cNvSpPr/>
          <p:nvPr userDrawn="1">
            <p:custDataLst>
              <p:tags r:id="rId8"/>
            </p:custDataLst>
          </p:nvPr>
        </p:nvSpPr>
        <p:spPr>
          <a:xfrm>
            <a:off x="8564135" y="2976304"/>
            <a:ext cx="1031977" cy="1031875"/>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04</a:t>
            </a:r>
          </a:p>
        </p:txBody>
      </p:sp>
      <p:sp>
        <p:nvSpPr>
          <p:cNvPr id="43" name="文本占位符 31"/>
          <p:cNvSpPr>
            <a:spLocks noGrp="1"/>
          </p:cNvSpPr>
          <p:nvPr>
            <p:ph type="body" sz="quarter" idx="13" hasCustomPrompt="1"/>
            <p:custDataLst>
              <p:tags r:id="rId9"/>
            </p:custDataLst>
          </p:nvPr>
        </p:nvSpPr>
        <p:spPr>
          <a:xfrm>
            <a:off x="807794" y="2352040"/>
            <a:ext cx="291620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4" name="文本占位符 31"/>
          <p:cNvSpPr>
            <a:spLocks noGrp="1"/>
          </p:cNvSpPr>
          <p:nvPr>
            <p:ph type="body" sz="quarter" idx="15" hasCustomPrompt="1"/>
            <p:custDataLst>
              <p:tags r:id="rId10"/>
            </p:custDataLst>
          </p:nvPr>
        </p:nvSpPr>
        <p:spPr>
          <a:xfrm>
            <a:off x="1894829" y="5604764"/>
            <a:ext cx="291620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5" name="文本占位符 44"/>
          <p:cNvSpPr>
            <a:spLocks noGrp="1"/>
          </p:cNvSpPr>
          <p:nvPr>
            <p:ph type="body" sz="quarter" idx="17" hasCustomPrompt="1"/>
            <p:custDataLst>
              <p:tags r:id="rId11"/>
            </p:custDataLst>
          </p:nvPr>
        </p:nvSpPr>
        <p:spPr>
          <a:xfrm>
            <a:off x="4931424" y="3435985"/>
            <a:ext cx="2916842"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6" name="文本占位符 31"/>
          <p:cNvSpPr>
            <a:spLocks noGrp="1"/>
          </p:cNvSpPr>
          <p:nvPr>
            <p:ph type="body" sz="quarter" idx="19" hasCustomPrompt="1"/>
            <p:custDataLst>
              <p:tags r:id="rId12"/>
            </p:custDataLst>
          </p:nvPr>
        </p:nvSpPr>
        <p:spPr>
          <a:xfrm>
            <a:off x="9144583" y="4076124"/>
            <a:ext cx="2916842"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7" name="文本占位符 2"/>
          <p:cNvSpPr>
            <a:spLocks noGrp="1"/>
          </p:cNvSpPr>
          <p:nvPr>
            <p:ph type="body" sz="quarter" idx="24" hasCustomPrompt="1"/>
            <p:custDataLst>
              <p:tags r:id="rId13"/>
            </p:custDataLst>
          </p:nvPr>
        </p:nvSpPr>
        <p:spPr>
          <a:xfrm>
            <a:off x="807793" y="2796286"/>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8" name="文本占位符 2"/>
          <p:cNvSpPr>
            <a:spLocks noGrp="1"/>
          </p:cNvSpPr>
          <p:nvPr>
            <p:ph type="body" sz="quarter" idx="26" hasCustomPrompt="1"/>
            <p:custDataLst>
              <p:tags r:id="rId14"/>
            </p:custDataLst>
          </p:nvPr>
        </p:nvSpPr>
        <p:spPr>
          <a:xfrm>
            <a:off x="4934159" y="3879316"/>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9" name="文本占位符 2"/>
          <p:cNvSpPr>
            <a:spLocks noGrp="1"/>
          </p:cNvSpPr>
          <p:nvPr>
            <p:ph type="body" sz="quarter" idx="27" hasCustomPrompt="1"/>
            <p:custDataLst>
              <p:tags r:id="rId15"/>
            </p:custDataLst>
          </p:nvPr>
        </p:nvSpPr>
        <p:spPr>
          <a:xfrm>
            <a:off x="9152624" y="4521790"/>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50" name="文本占位符 2"/>
          <p:cNvSpPr>
            <a:spLocks noGrp="1"/>
          </p:cNvSpPr>
          <p:nvPr>
            <p:ph type="body" sz="quarter" idx="28" hasCustomPrompt="1"/>
            <p:custDataLst>
              <p:tags r:id="rId16"/>
            </p:custDataLst>
          </p:nvPr>
        </p:nvSpPr>
        <p:spPr>
          <a:xfrm>
            <a:off x="1893418" y="6048483"/>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版式12">
    <p:spTree>
      <p:nvGrpSpPr>
        <p:cNvPr id="1" name=""/>
        <p:cNvGrpSpPr/>
        <p:nvPr/>
      </p:nvGrpSpPr>
      <p:grpSpPr>
        <a:xfrm>
          <a:off x="0" y="0"/>
          <a:ext cx="0" cy="0"/>
          <a:chOff x="0" y="0"/>
          <a:chExt cx="0" cy="0"/>
        </a:xfrm>
      </p:grpSpPr>
      <p:sp>
        <p:nvSpPr>
          <p:cNvPr id="3" name="Freeform: Shape 76"/>
          <p:cNvSpPr/>
          <p:nvPr userDrawn="1"/>
        </p:nvSpPr>
        <p:spPr>
          <a:xfrm rot="20880000">
            <a:off x="1302856" y="2844957"/>
            <a:ext cx="9146806" cy="2891344"/>
          </a:xfrm>
          <a:custGeom>
            <a:avLst/>
            <a:gdLst>
              <a:gd name="connsiteX0" fmla="*/ 0 w 14403"/>
              <a:gd name="connsiteY0" fmla="*/ 0 h 4553"/>
              <a:gd name="connsiteX1" fmla="*/ 6058 w 14403"/>
              <a:gd name="connsiteY1" fmla="*/ 4515 h 4553"/>
              <a:gd name="connsiteX2" fmla="*/ 14289 w 14403"/>
              <a:gd name="connsiteY2" fmla="*/ 567 h 4553"/>
              <a:gd name="connsiteX3" fmla="*/ 14403 w 14403"/>
              <a:gd name="connsiteY3" fmla="*/ 451 h 4553"/>
            </a:gdLst>
            <a:ahLst/>
            <a:cxnLst>
              <a:cxn ang="0">
                <a:pos x="connsiteX0" y="connsiteY0"/>
              </a:cxn>
              <a:cxn ang="0">
                <a:pos x="connsiteX1" y="connsiteY1"/>
              </a:cxn>
              <a:cxn ang="0">
                <a:pos x="connsiteX2" y="connsiteY2"/>
              </a:cxn>
              <a:cxn ang="0">
                <a:pos x="connsiteX3" y="connsiteY3"/>
              </a:cxn>
            </a:cxnLst>
            <a:rect l="l" t="t" r="r" b="b"/>
            <a:pathLst>
              <a:path w="14403" h="4553">
                <a:moveTo>
                  <a:pt x="0" y="0"/>
                </a:moveTo>
                <a:cubicBezTo>
                  <a:pt x="1304" y="2535"/>
                  <a:pt x="2861" y="4071"/>
                  <a:pt x="6058" y="4515"/>
                </a:cubicBezTo>
                <a:cubicBezTo>
                  <a:pt x="9255" y="4959"/>
                  <a:pt x="13160" y="1413"/>
                  <a:pt x="14289" y="567"/>
                </a:cubicBezTo>
                <a:lnTo>
                  <a:pt x="14403" y="451"/>
                </a:lnTo>
              </a:path>
            </a:pathLst>
          </a:cu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latin typeface="微软雅黑" panose="020B0503020204020204" charset="-122"/>
              <a:ea typeface="微软雅黑" panose="020B0503020204020204" charset="-122"/>
              <a:cs typeface="+mn-ea"/>
              <a:sym typeface="+mn-lt"/>
            </a:endParaRPr>
          </a:p>
        </p:txBody>
      </p:sp>
      <p:grpSp>
        <p:nvGrpSpPr>
          <p:cNvPr id="4" name="Group 1271"/>
          <p:cNvGrpSpPr>
            <a:grpSpLocks noChangeAspect="1"/>
          </p:cNvGrpSpPr>
          <p:nvPr userDrawn="1"/>
        </p:nvGrpSpPr>
        <p:grpSpPr bwMode="auto">
          <a:xfrm>
            <a:off x="10056215" y="1245235"/>
            <a:ext cx="1059284" cy="1057275"/>
            <a:chOff x="5516" y="3626"/>
            <a:chExt cx="1981" cy="1979"/>
          </a:xfrm>
          <a:gradFill>
            <a:gsLst>
              <a:gs pos="0">
                <a:srgbClr val="FE4444"/>
              </a:gs>
              <a:gs pos="74000">
                <a:srgbClr val="990000"/>
              </a:gs>
            </a:gsLst>
            <a:lin ang="5400000" scaled="0"/>
          </a:gradFill>
        </p:grpSpPr>
        <p:sp>
          <p:nvSpPr>
            <p:cNvPr id="5" name="Freeform 1273"/>
            <p:cNvSpPr/>
            <p:nvPr/>
          </p:nvSpPr>
          <p:spPr bwMode="auto">
            <a:xfrm>
              <a:off x="5524" y="4270"/>
              <a:ext cx="491" cy="498"/>
            </a:xfrm>
            <a:custGeom>
              <a:avLst/>
              <a:gdLst>
                <a:gd name="T0" fmla="*/ 980 w 980"/>
                <a:gd name="T1" fmla="*/ 0 h 996"/>
                <a:gd name="T2" fmla="*/ 952 w 980"/>
                <a:gd name="T3" fmla="*/ 46 h 996"/>
                <a:gd name="T4" fmla="*/ 921 w 980"/>
                <a:gd name="T5" fmla="*/ 94 h 996"/>
                <a:gd name="T6" fmla="*/ 890 w 980"/>
                <a:gd name="T7" fmla="*/ 145 h 996"/>
                <a:gd name="T8" fmla="*/ 856 w 980"/>
                <a:gd name="T9" fmla="*/ 198 h 996"/>
                <a:gd name="T10" fmla="*/ 819 w 980"/>
                <a:gd name="T11" fmla="*/ 255 h 996"/>
                <a:gd name="T12" fmla="*/ 781 w 980"/>
                <a:gd name="T13" fmla="*/ 314 h 996"/>
                <a:gd name="T14" fmla="*/ 740 w 980"/>
                <a:gd name="T15" fmla="*/ 376 h 996"/>
                <a:gd name="T16" fmla="*/ 696 w 980"/>
                <a:gd name="T17" fmla="*/ 444 h 996"/>
                <a:gd name="T18" fmla="*/ 649 w 980"/>
                <a:gd name="T19" fmla="*/ 514 h 996"/>
                <a:gd name="T20" fmla="*/ 599 w 980"/>
                <a:gd name="T21" fmla="*/ 588 h 996"/>
                <a:gd name="T22" fmla="*/ 546 w 980"/>
                <a:gd name="T23" fmla="*/ 665 h 996"/>
                <a:gd name="T24" fmla="*/ 491 w 980"/>
                <a:gd name="T25" fmla="*/ 748 h 996"/>
                <a:gd name="T26" fmla="*/ 431 w 980"/>
                <a:gd name="T27" fmla="*/ 834 h 996"/>
                <a:gd name="T28" fmla="*/ 369 w 980"/>
                <a:gd name="T29" fmla="*/ 926 h 996"/>
                <a:gd name="T30" fmla="*/ 347 w 980"/>
                <a:gd name="T31" fmla="*/ 960 h 996"/>
                <a:gd name="T32" fmla="*/ 331 w 980"/>
                <a:gd name="T33" fmla="*/ 996 h 996"/>
                <a:gd name="T34" fmla="*/ 0 w 980"/>
                <a:gd name="T35" fmla="*/ 666 h 996"/>
                <a:gd name="T36" fmla="*/ 2 w 980"/>
                <a:gd name="T37" fmla="*/ 664 h 996"/>
                <a:gd name="T38" fmla="*/ 8 w 980"/>
                <a:gd name="T39" fmla="*/ 657 h 996"/>
                <a:gd name="T40" fmla="*/ 18 w 980"/>
                <a:gd name="T41" fmla="*/ 645 h 996"/>
                <a:gd name="T42" fmla="*/ 30 w 980"/>
                <a:gd name="T43" fmla="*/ 629 h 996"/>
                <a:gd name="T44" fmla="*/ 47 w 980"/>
                <a:gd name="T45" fmla="*/ 609 h 996"/>
                <a:gd name="T46" fmla="*/ 66 w 980"/>
                <a:gd name="T47" fmla="*/ 588 h 996"/>
                <a:gd name="T48" fmla="*/ 89 w 980"/>
                <a:gd name="T49" fmla="*/ 561 h 996"/>
                <a:gd name="T50" fmla="*/ 115 w 980"/>
                <a:gd name="T51" fmla="*/ 533 h 996"/>
                <a:gd name="T52" fmla="*/ 144 w 980"/>
                <a:gd name="T53" fmla="*/ 503 h 996"/>
                <a:gd name="T54" fmla="*/ 174 w 980"/>
                <a:gd name="T55" fmla="*/ 471 h 996"/>
                <a:gd name="T56" fmla="*/ 208 w 980"/>
                <a:gd name="T57" fmla="*/ 438 h 996"/>
                <a:gd name="T58" fmla="*/ 244 w 980"/>
                <a:gd name="T59" fmla="*/ 403 h 996"/>
                <a:gd name="T60" fmla="*/ 283 w 980"/>
                <a:gd name="T61" fmla="*/ 368 h 996"/>
                <a:gd name="T62" fmla="*/ 324 w 980"/>
                <a:gd name="T63" fmla="*/ 332 h 996"/>
                <a:gd name="T64" fmla="*/ 366 w 980"/>
                <a:gd name="T65" fmla="*/ 296 h 996"/>
                <a:gd name="T66" fmla="*/ 410 w 980"/>
                <a:gd name="T67" fmla="*/ 261 h 996"/>
                <a:gd name="T68" fmla="*/ 457 w 980"/>
                <a:gd name="T69" fmla="*/ 226 h 996"/>
                <a:gd name="T70" fmla="*/ 504 w 980"/>
                <a:gd name="T71" fmla="*/ 192 h 996"/>
                <a:gd name="T72" fmla="*/ 554 w 980"/>
                <a:gd name="T73" fmla="*/ 160 h 996"/>
                <a:gd name="T74" fmla="*/ 603 w 980"/>
                <a:gd name="T75" fmla="*/ 130 h 996"/>
                <a:gd name="T76" fmla="*/ 655 w 980"/>
                <a:gd name="T77" fmla="*/ 102 h 996"/>
                <a:gd name="T78" fmla="*/ 707 w 980"/>
                <a:gd name="T79" fmla="*/ 76 h 996"/>
                <a:gd name="T80" fmla="*/ 761 w 980"/>
                <a:gd name="T81" fmla="*/ 54 h 996"/>
                <a:gd name="T82" fmla="*/ 815 w 980"/>
                <a:gd name="T83" fmla="*/ 35 h 996"/>
                <a:gd name="T84" fmla="*/ 870 w 980"/>
                <a:gd name="T85" fmla="*/ 19 h 996"/>
                <a:gd name="T86" fmla="*/ 925 w 980"/>
                <a:gd name="T87" fmla="*/ 7 h 996"/>
                <a:gd name="T88" fmla="*/ 980 w 980"/>
                <a:gd name="T89" fmla="*/ 0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0" h="996">
                  <a:moveTo>
                    <a:pt x="980" y="0"/>
                  </a:moveTo>
                  <a:lnTo>
                    <a:pt x="952" y="46"/>
                  </a:lnTo>
                  <a:lnTo>
                    <a:pt x="921" y="94"/>
                  </a:lnTo>
                  <a:lnTo>
                    <a:pt x="890" y="145"/>
                  </a:lnTo>
                  <a:lnTo>
                    <a:pt x="856" y="198"/>
                  </a:lnTo>
                  <a:lnTo>
                    <a:pt x="819" y="255"/>
                  </a:lnTo>
                  <a:lnTo>
                    <a:pt x="781" y="314"/>
                  </a:lnTo>
                  <a:lnTo>
                    <a:pt x="740" y="376"/>
                  </a:lnTo>
                  <a:lnTo>
                    <a:pt x="696" y="444"/>
                  </a:lnTo>
                  <a:lnTo>
                    <a:pt x="649" y="514"/>
                  </a:lnTo>
                  <a:lnTo>
                    <a:pt x="599" y="588"/>
                  </a:lnTo>
                  <a:lnTo>
                    <a:pt x="546" y="665"/>
                  </a:lnTo>
                  <a:lnTo>
                    <a:pt x="491" y="748"/>
                  </a:lnTo>
                  <a:lnTo>
                    <a:pt x="431" y="834"/>
                  </a:lnTo>
                  <a:lnTo>
                    <a:pt x="369" y="926"/>
                  </a:lnTo>
                  <a:lnTo>
                    <a:pt x="347" y="960"/>
                  </a:lnTo>
                  <a:lnTo>
                    <a:pt x="331" y="996"/>
                  </a:lnTo>
                  <a:lnTo>
                    <a:pt x="0" y="666"/>
                  </a:lnTo>
                  <a:lnTo>
                    <a:pt x="2" y="664"/>
                  </a:lnTo>
                  <a:lnTo>
                    <a:pt x="8" y="657"/>
                  </a:lnTo>
                  <a:lnTo>
                    <a:pt x="18" y="645"/>
                  </a:lnTo>
                  <a:lnTo>
                    <a:pt x="30" y="629"/>
                  </a:lnTo>
                  <a:lnTo>
                    <a:pt x="47" y="609"/>
                  </a:lnTo>
                  <a:lnTo>
                    <a:pt x="66" y="588"/>
                  </a:lnTo>
                  <a:lnTo>
                    <a:pt x="89" y="561"/>
                  </a:lnTo>
                  <a:lnTo>
                    <a:pt x="115" y="533"/>
                  </a:lnTo>
                  <a:lnTo>
                    <a:pt x="144" y="503"/>
                  </a:lnTo>
                  <a:lnTo>
                    <a:pt x="174" y="471"/>
                  </a:lnTo>
                  <a:lnTo>
                    <a:pt x="208" y="438"/>
                  </a:lnTo>
                  <a:lnTo>
                    <a:pt x="244" y="403"/>
                  </a:lnTo>
                  <a:lnTo>
                    <a:pt x="283" y="368"/>
                  </a:lnTo>
                  <a:lnTo>
                    <a:pt x="324" y="332"/>
                  </a:lnTo>
                  <a:lnTo>
                    <a:pt x="366" y="296"/>
                  </a:lnTo>
                  <a:lnTo>
                    <a:pt x="410" y="261"/>
                  </a:lnTo>
                  <a:lnTo>
                    <a:pt x="457" y="226"/>
                  </a:lnTo>
                  <a:lnTo>
                    <a:pt x="504" y="192"/>
                  </a:lnTo>
                  <a:lnTo>
                    <a:pt x="554" y="160"/>
                  </a:lnTo>
                  <a:lnTo>
                    <a:pt x="603" y="130"/>
                  </a:lnTo>
                  <a:lnTo>
                    <a:pt x="655" y="102"/>
                  </a:lnTo>
                  <a:lnTo>
                    <a:pt x="707" y="76"/>
                  </a:lnTo>
                  <a:lnTo>
                    <a:pt x="761" y="54"/>
                  </a:lnTo>
                  <a:lnTo>
                    <a:pt x="815" y="35"/>
                  </a:lnTo>
                  <a:lnTo>
                    <a:pt x="870" y="19"/>
                  </a:lnTo>
                  <a:lnTo>
                    <a:pt x="925" y="7"/>
                  </a:lnTo>
                  <a:lnTo>
                    <a:pt x="980"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6" name="Freeform 1274"/>
            <p:cNvSpPr/>
            <p:nvPr/>
          </p:nvSpPr>
          <p:spPr bwMode="auto">
            <a:xfrm>
              <a:off x="6354" y="5106"/>
              <a:ext cx="498" cy="489"/>
            </a:xfrm>
            <a:custGeom>
              <a:avLst/>
              <a:gdLst>
                <a:gd name="T0" fmla="*/ 998 w 998"/>
                <a:gd name="T1" fmla="*/ 0 h 979"/>
                <a:gd name="T2" fmla="*/ 990 w 998"/>
                <a:gd name="T3" fmla="*/ 55 h 979"/>
                <a:gd name="T4" fmla="*/ 978 w 998"/>
                <a:gd name="T5" fmla="*/ 111 h 979"/>
                <a:gd name="T6" fmla="*/ 963 w 998"/>
                <a:gd name="T7" fmla="*/ 165 h 979"/>
                <a:gd name="T8" fmla="*/ 943 w 998"/>
                <a:gd name="T9" fmla="*/ 220 h 979"/>
                <a:gd name="T10" fmla="*/ 920 w 998"/>
                <a:gd name="T11" fmla="*/ 273 h 979"/>
                <a:gd name="T12" fmla="*/ 895 w 998"/>
                <a:gd name="T13" fmla="*/ 326 h 979"/>
                <a:gd name="T14" fmla="*/ 867 w 998"/>
                <a:gd name="T15" fmla="*/ 377 h 979"/>
                <a:gd name="T16" fmla="*/ 837 w 998"/>
                <a:gd name="T17" fmla="*/ 427 h 979"/>
                <a:gd name="T18" fmla="*/ 804 w 998"/>
                <a:gd name="T19" fmla="*/ 477 h 979"/>
                <a:gd name="T20" fmla="*/ 770 w 998"/>
                <a:gd name="T21" fmla="*/ 524 h 979"/>
                <a:gd name="T22" fmla="*/ 736 w 998"/>
                <a:gd name="T23" fmla="*/ 570 h 979"/>
                <a:gd name="T24" fmla="*/ 700 w 998"/>
                <a:gd name="T25" fmla="*/ 614 h 979"/>
                <a:gd name="T26" fmla="*/ 665 w 998"/>
                <a:gd name="T27" fmla="*/ 657 h 979"/>
                <a:gd name="T28" fmla="*/ 629 w 998"/>
                <a:gd name="T29" fmla="*/ 698 h 979"/>
                <a:gd name="T30" fmla="*/ 594 w 998"/>
                <a:gd name="T31" fmla="*/ 736 h 979"/>
                <a:gd name="T32" fmla="*/ 559 w 998"/>
                <a:gd name="T33" fmla="*/ 771 h 979"/>
                <a:gd name="T34" fmla="*/ 525 w 998"/>
                <a:gd name="T35" fmla="*/ 805 h 979"/>
                <a:gd name="T36" fmla="*/ 494 w 998"/>
                <a:gd name="T37" fmla="*/ 837 h 979"/>
                <a:gd name="T38" fmla="*/ 463 w 998"/>
                <a:gd name="T39" fmla="*/ 866 h 979"/>
                <a:gd name="T40" fmla="*/ 434 w 998"/>
                <a:gd name="T41" fmla="*/ 891 h 979"/>
                <a:gd name="T42" fmla="*/ 409 w 998"/>
                <a:gd name="T43" fmla="*/ 914 h 979"/>
                <a:gd name="T44" fmla="*/ 386 w 998"/>
                <a:gd name="T45" fmla="*/ 933 h 979"/>
                <a:gd name="T46" fmla="*/ 367 w 998"/>
                <a:gd name="T47" fmla="*/ 949 h 979"/>
                <a:gd name="T48" fmla="*/ 351 w 998"/>
                <a:gd name="T49" fmla="*/ 962 h 979"/>
                <a:gd name="T50" fmla="*/ 340 w 998"/>
                <a:gd name="T51" fmla="*/ 972 h 979"/>
                <a:gd name="T52" fmla="*/ 333 w 998"/>
                <a:gd name="T53" fmla="*/ 978 h 979"/>
                <a:gd name="T54" fmla="*/ 330 w 998"/>
                <a:gd name="T55" fmla="*/ 979 h 979"/>
                <a:gd name="T56" fmla="*/ 0 w 998"/>
                <a:gd name="T57" fmla="*/ 649 h 979"/>
                <a:gd name="T58" fmla="*/ 35 w 998"/>
                <a:gd name="T59" fmla="*/ 633 h 979"/>
                <a:gd name="T60" fmla="*/ 70 w 998"/>
                <a:gd name="T61" fmla="*/ 612 h 979"/>
                <a:gd name="T62" fmla="*/ 161 w 998"/>
                <a:gd name="T63" fmla="*/ 549 h 979"/>
                <a:gd name="T64" fmla="*/ 248 w 998"/>
                <a:gd name="T65" fmla="*/ 490 h 979"/>
                <a:gd name="T66" fmla="*/ 330 w 998"/>
                <a:gd name="T67" fmla="*/ 433 h 979"/>
                <a:gd name="T68" fmla="*/ 409 w 998"/>
                <a:gd name="T69" fmla="*/ 381 h 979"/>
                <a:gd name="T70" fmla="*/ 483 w 998"/>
                <a:gd name="T71" fmla="*/ 332 h 979"/>
                <a:gd name="T72" fmla="*/ 553 w 998"/>
                <a:gd name="T73" fmla="*/ 285 h 979"/>
                <a:gd name="T74" fmla="*/ 619 w 998"/>
                <a:gd name="T75" fmla="*/ 241 h 979"/>
                <a:gd name="T76" fmla="*/ 682 w 998"/>
                <a:gd name="T77" fmla="*/ 200 h 979"/>
                <a:gd name="T78" fmla="*/ 743 w 998"/>
                <a:gd name="T79" fmla="*/ 162 h 979"/>
                <a:gd name="T80" fmla="*/ 799 w 998"/>
                <a:gd name="T81" fmla="*/ 125 h 979"/>
                <a:gd name="T82" fmla="*/ 853 w 998"/>
                <a:gd name="T83" fmla="*/ 92 h 979"/>
                <a:gd name="T84" fmla="*/ 903 w 998"/>
                <a:gd name="T85" fmla="*/ 59 h 979"/>
                <a:gd name="T86" fmla="*/ 952 w 998"/>
                <a:gd name="T87" fmla="*/ 29 h 979"/>
                <a:gd name="T88" fmla="*/ 998 w 998"/>
                <a:gd name="T89" fmla="*/ 0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8" h="979">
                  <a:moveTo>
                    <a:pt x="998" y="0"/>
                  </a:moveTo>
                  <a:lnTo>
                    <a:pt x="990" y="55"/>
                  </a:lnTo>
                  <a:lnTo>
                    <a:pt x="978" y="111"/>
                  </a:lnTo>
                  <a:lnTo>
                    <a:pt x="963" y="165"/>
                  </a:lnTo>
                  <a:lnTo>
                    <a:pt x="943" y="220"/>
                  </a:lnTo>
                  <a:lnTo>
                    <a:pt x="920" y="273"/>
                  </a:lnTo>
                  <a:lnTo>
                    <a:pt x="895" y="326"/>
                  </a:lnTo>
                  <a:lnTo>
                    <a:pt x="867" y="377"/>
                  </a:lnTo>
                  <a:lnTo>
                    <a:pt x="837" y="427"/>
                  </a:lnTo>
                  <a:lnTo>
                    <a:pt x="804" y="477"/>
                  </a:lnTo>
                  <a:lnTo>
                    <a:pt x="770" y="524"/>
                  </a:lnTo>
                  <a:lnTo>
                    <a:pt x="736" y="570"/>
                  </a:lnTo>
                  <a:lnTo>
                    <a:pt x="700" y="614"/>
                  </a:lnTo>
                  <a:lnTo>
                    <a:pt x="665" y="657"/>
                  </a:lnTo>
                  <a:lnTo>
                    <a:pt x="629" y="698"/>
                  </a:lnTo>
                  <a:lnTo>
                    <a:pt x="594" y="736"/>
                  </a:lnTo>
                  <a:lnTo>
                    <a:pt x="559" y="771"/>
                  </a:lnTo>
                  <a:lnTo>
                    <a:pt x="525" y="805"/>
                  </a:lnTo>
                  <a:lnTo>
                    <a:pt x="494" y="837"/>
                  </a:lnTo>
                  <a:lnTo>
                    <a:pt x="463" y="866"/>
                  </a:lnTo>
                  <a:lnTo>
                    <a:pt x="434" y="891"/>
                  </a:lnTo>
                  <a:lnTo>
                    <a:pt x="409" y="914"/>
                  </a:lnTo>
                  <a:lnTo>
                    <a:pt x="386" y="933"/>
                  </a:lnTo>
                  <a:lnTo>
                    <a:pt x="367" y="949"/>
                  </a:lnTo>
                  <a:lnTo>
                    <a:pt x="351" y="962"/>
                  </a:lnTo>
                  <a:lnTo>
                    <a:pt x="340" y="972"/>
                  </a:lnTo>
                  <a:lnTo>
                    <a:pt x="333" y="978"/>
                  </a:lnTo>
                  <a:lnTo>
                    <a:pt x="330" y="979"/>
                  </a:lnTo>
                  <a:lnTo>
                    <a:pt x="0" y="649"/>
                  </a:lnTo>
                  <a:lnTo>
                    <a:pt x="35" y="633"/>
                  </a:lnTo>
                  <a:lnTo>
                    <a:pt x="70" y="612"/>
                  </a:lnTo>
                  <a:lnTo>
                    <a:pt x="161" y="549"/>
                  </a:lnTo>
                  <a:lnTo>
                    <a:pt x="248" y="490"/>
                  </a:lnTo>
                  <a:lnTo>
                    <a:pt x="330" y="433"/>
                  </a:lnTo>
                  <a:lnTo>
                    <a:pt x="409" y="381"/>
                  </a:lnTo>
                  <a:lnTo>
                    <a:pt x="483" y="332"/>
                  </a:lnTo>
                  <a:lnTo>
                    <a:pt x="553" y="285"/>
                  </a:lnTo>
                  <a:lnTo>
                    <a:pt x="619" y="241"/>
                  </a:lnTo>
                  <a:lnTo>
                    <a:pt x="682" y="200"/>
                  </a:lnTo>
                  <a:lnTo>
                    <a:pt x="743" y="162"/>
                  </a:lnTo>
                  <a:lnTo>
                    <a:pt x="799" y="125"/>
                  </a:lnTo>
                  <a:lnTo>
                    <a:pt x="853" y="92"/>
                  </a:lnTo>
                  <a:lnTo>
                    <a:pt x="903" y="59"/>
                  </a:lnTo>
                  <a:lnTo>
                    <a:pt x="952" y="29"/>
                  </a:lnTo>
                  <a:lnTo>
                    <a:pt x="998"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7" name="Freeform 1275"/>
            <p:cNvSpPr/>
            <p:nvPr/>
          </p:nvSpPr>
          <p:spPr bwMode="auto">
            <a:xfrm>
              <a:off x="5516" y="4987"/>
              <a:ext cx="618" cy="618"/>
            </a:xfrm>
            <a:custGeom>
              <a:avLst/>
              <a:gdLst>
                <a:gd name="T0" fmla="*/ 496 w 1237"/>
                <a:gd name="T1" fmla="*/ 0 h 1235"/>
                <a:gd name="T2" fmla="*/ 532 w 1237"/>
                <a:gd name="T3" fmla="*/ 36 h 1235"/>
                <a:gd name="T4" fmla="*/ 502 w 1237"/>
                <a:gd name="T5" fmla="*/ 104 h 1235"/>
                <a:gd name="T6" fmla="*/ 474 w 1237"/>
                <a:gd name="T7" fmla="*/ 173 h 1235"/>
                <a:gd name="T8" fmla="*/ 447 w 1237"/>
                <a:gd name="T9" fmla="*/ 248 h 1235"/>
                <a:gd name="T10" fmla="*/ 423 w 1237"/>
                <a:gd name="T11" fmla="*/ 324 h 1235"/>
                <a:gd name="T12" fmla="*/ 403 w 1237"/>
                <a:gd name="T13" fmla="*/ 401 h 1235"/>
                <a:gd name="T14" fmla="*/ 375 w 1237"/>
                <a:gd name="T15" fmla="*/ 522 h 1235"/>
                <a:gd name="T16" fmla="*/ 353 w 1237"/>
                <a:gd name="T17" fmla="*/ 644 h 1235"/>
                <a:gd name="T18" fmla="*/ 335 w 1237"/>
                <a:gd name="T19" fmla="*/ 767 h 1235"/>
                <a:gd name="T20" fmla="*/ 323 w 1237"/>
                <a:gd name="T21" fmla="*/ 890 h 1235"/>
                <a:gd name="T22" fmla="*/ 320 w 1237"/>
                <a:gd name="T23" fmla="*/ 915 h 1235"/>
                <a:gd name="T24" fmla="*/ 423 w 1237"/>
                <a:gd name="T25" fmla="*/ 906 h 1235"/>
                <a:gd name="T26" fmla="*/ 526 w 1237"/>
                <a:gd name="T27" fmla="*/ 893 h 1235"/>
                <a:gd name="T28" fmla="*/ 647 w 1237"/>
                <a:gd name="T29" fmla="*/ 874 h 1235"/>
                <a:gd name="T30" fmla="*/ 766 w 1237"/>
                <a:gd name="T31" fmla="*/ 849 h 1235"/>
                <a:gd name="T32" fmla="*/ 885 w 1237"/>
                <a:gd name="T33" fmla="*/ 820 h 1235"/>
                <a:gd name="T34" fmla="*/ 1002 w 1237"/>
                <a:gd name="T35" fmla="*/ 784 h 1235"/>
                <a:gd name="T36" fmla="*/ 1060 w 1237"/>
                <a:gd name="T37" fmla="*/ 763 h 1235"/>
                <a:gd name="T38" fmla="*/ 1117 w 1237"/>
                <a:gd name="T39" fmla="*/ 740 h 1235"/>
                <a:gd name="T40" fmla="*/ 1173 w 1237"/>
                <a:gd name="T41" fmla="*/ 717 h 1235"/>
                <a:gd name="T42" fmla="*/ 1200 w 1237"/>
                <a:gd name="T43" fmla="*/ 704 h 1235"/>
                <a:gd name="T44" fmla="*/ 1237 w 1237"/>
                <a:gd name="T45" fmla="*/ 740 h 1235"/>
                <a:gd name="T46" fmla="*/ 1194 w 1237"/>
                <a:gd name="T47" fmla="*/ 797 h 1235"/>
                <a:gd name="T48" fmla="*/ 1147 w 1237"/>
                <a:gd name="T49" fmla="*/ 851 h 1235"/>
                <a:gd name="T50" fmla="*/ 1095 w 1237"/>
                <a:gd name="T51" fmla="*/ 901 h 1235"/>
                <a:gd name="T52" fmla="*/ 1041 w 1237"/>
                <a:gd name="T53" fmla="*/ 947 h 1235"/>
                <a:gd name="T54" fmla="*/ 983 w 1237"/>
                <a:gd name="T55" fmla="*/ 989 h 1235"/>
                <a:gd name="T56" fmla="*/ 922 w 1237"/>
                <a:gd name="T57" fmla="*/ 1027 h 1235"/>
                <a:gd name="T58" fmla="*/ 858 w 1237"/>
                <a:gd name="T59" fmla="*/ 1062 h 1235"/>
                <a:gd name="T60" fmla="*/ 794 w 1237"/>
                <a:gd name="T61" fmla="*/ 1094 h 1235"/>
                <a:gd name="T62" fmla="*/ 728 w 1237"/>
                <a:gd name="T63" fmla="*/ 1123 h 1235"/>
                <a:gd name="T64" fmla="*/ 661 w 1237"/>
                <a:gd name="T65" fmla="*/ 1147 h 1235"/>
                <a:gd name="T66" fmla="*/ 594 w 1237"/>
                <a:gd name="T67" fmla="*/ 1169 h 1235"/>
                <a:gd name="T68" fmla="*/ 491 w 1237"/>
                <a:gd name="T69" fmla="*/ 1196 h 1235"/>
                <a:gd name="T70" fmla="*/ 386 w 1237"/>
                <a:gd name="T71" fmla="*/ 1217 h 1235"/>
                <a:gd name="T72" fmla="*/ 280 w 1237"/>
                <a:gd name="T73" fmla="*/ 1229 h 1235"/>
                <a:gd name="T74" fmla="*/ 174 w 1237"/>
                <a:gd name="T75" fmla="*/ 1235 h 1235"/>
                <a:gd name="T76" fmla="*/ 151 w 1237"/>
                <a:gd name="T77" fmla="*/ 1235 h 1235"/>
                <a:gd name="T78" fmla="*/ 128 w 1237"/>
                <a:gd name="T79" fmla="*/ 1233 h 1235"/>
                <a:gd name="T80" fmla="*/ 106 w 1237"/>
                <a:gd name="T81" fmla="*/ 1228 h 1235"/>
                <a:gd name="T82" fmla="*/ 80 w 1237"/>
                <a:gd name="T83" fmla="*/ 1217 h 1235"/>
                <a:gd name="T84" fmla="*/ 57 w 1237"/>
                <a:gd name="T85" fmla="*/ 1201 h 1235"/>
                <a:gd name="T86" fmla="*/ 36 w 1237"/>
                <a:gd name="T87" fmla="*/ 1182 h 1235"/>
                <a:gd name="T88" fmla="*/ 21 w 1237"/>
                <a:gd name="T89" fmla="*/ 1159 h 1235"/>
                <a:gd name="T90" fmla="*/ 8 w 1237"/>
                <a:gd name="T91" fmla="*/ 1134 h 1235"/>
                <a:gd name="T92" fmla="*/ 1 w 1237"/>
                <a:gd name="T93" fmla="*/ 1106 h 1235"/>
                <a:gd name="T94" fmla="*/ 0 w 1237"/>
                <a:gd name="T95" fmla="*/ 1073 h 1235"/>
                <a:gd name="T96" fmla="*/ 0 w 1237"/>
                <a:gd name="T97" fmla="*/ 1041 h 1235"/>
                <a:gd name="T98" fmla="*/ 6 w 1237"/>
                <a:gd name="T99" fmla="*/ 947 h 1235"/>
                <a:gd name="T100" fmla="*/ 18 w 1237"/>
                <a:gd name="T101" fmla="*/ 855 h 1235"/>
                <a:gd name="T102" fmla="*/ 35 w 1237"/>
                <a:gd name="T103" fmla="*/ 762 h 1235"/>
                <a:gd name="T104" fmla="*/ 57 w 1237"/>
                <a:gd name="T105" fmla="*/ 671 h 1235"/>
                <a:gd name="T106" fmla="*/ 85 w 1237"/>
                <a:gd name="T107" fmla="*/ 582 h 1235"/>
                <a:gd name="T108" fmla="*/ 115 w 1237"/>
                <a:gd name="T109" fmla="*/ 501 h 1235"/>
                <a:gd name="T110" fmla="*/ 150 w 1237"/>
                <a:gd name="T111" fmla="*/ 421 h 1235"/>
                <a:gd name="T112" fmla="*/ 190 w 1237"/>
                <a:gd name="T113" fmla="*/ 345 h 1235"/>
                <a:gd name="T114" fmla="*/ 235 w 1237"/>
                <a:gd name="T115" fmla="*/ 270 h 1235"/>
                <a:gd name="T116" fmla="*/ 285 w 1237"/>
                <a:gd name="T117" fmla="*/ 200 h 1235"/>
                <a:gd name="T118" fmla="*/ 331 w 1237"/>
                <a:gd name="T119" fmla="*/ 144 h 1235"/>
                <a:gd name="T120" fmla="*/ 382 w 1237"/>
                <a:gd name="T121" fmla="*/ 92 h 1235"/>
                <a:gd name="T122" fmla="*/ 438 w 1237"/>
                <a:gd name="T123" fmla="*/ 44 h 1235"/>
                <a:gd name="T124" fmla="*/ 496 w 1237"/>
                <a:gd name="T125" fmla="*/ 0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37" h="1235">
                  <a:moveTo>
                    <a:pt x="496" y="0"/>
                  </a:moveTo>
                  <a:lnTo>
                    <a:pt x="532" y="36"/>
                  </a:lnTo>
                  <a:lnTo>
                    <a:pt x="502" y="104"/>
                  </a:lnTo>
                  <a:lnTo>
                    <a:pt x="474" y="173"/>
                  </a:lnTo>
                  <a:lnTo>
                    <a:pt x="447" y="248"/>
                  </a:lnTo>
                  <a:lnTo>
                    <a:pt x="423" y="324"/>
                  </a:lnTo>
                  <a:lnTo>
                    <a:pt x="403" y="401"/>
                  </a:lnTo>
                  <a:lnTo>
                    <a:pt x="375" y="522"/>
                  </a:lnTo>
                  <a:lnTo>
                    <a:pt x="353" y="644"/>
                  </a:lnTo>
                  <a:lnTo>
                    <a:pt x="335" y="767"/>
                  </a:lnTo>
                  <a:lnTo>
                    <a:pt x="323" y="890"/>
                  </a:lnTo>
                  <a:lnTo>
                    <a:pt x="320" y="915"/>
                  </a:lnTo>
                  <a:lnTo>
                    <a:pt x="423" y="906"/>
                  </a:lnTo>
                  <a:lnTo>
                    <a:pt x="526" y="893"/>
                  </a:lnTo>
                  <a:lnTo>
                    <a:pt x="647" y="874"/>
                  </a:lnTo>
                  <a:lnTo>
                    <a:pt x="766" y="849"/>
                  </a:lnTo>
                  <a:lnTo>
                    <a:pt x="885" y="820"/>
                  </a:lnTo>
                  <a:lnTo>
                    <a:pt x="1002" y="784"/>
                  </a:lnTo>
                  <a:lnTo>
                    <a:pt x="1060" y="763"/>
                  </a:lnTo>
                  <a:lnTo>
                    <a:pt x="1117" y="740"/>
                  </a:lnTo>
                  <a:lnTo>
                    <a:pt x="1173" y="717"/>
                  </a:lnTo>
                  <a:lnTo>
                    <a:pt x="1200" y="704"/>
                  </a:lnTo>
                  <a:lnTo>
                    <a:pt x="1237" y="740"/>
                  </a:lnTo>
                  <a:lnTo>
                    <a:pt x="1194" y="797"/>
                  </a:lnTo>
                  <a:lnTo>
                    <a:pt x="1147" y="851"/>
                  </a:lnTo>
                  <a:lnTo>
                    <a:pt x="1095" y="901"/>
                  </a:lnTo>
                  <a:lnTo>
                    <a:pt x="1041" y="947"/>
                  </a:lnTo>
                  <a:lnTo>
                    <a:pt x="983" y="989"/>
                  </a:lnTo>
                  <a:lnTo>
                    <a:pt x="922" y="1027"/>
                  </a:lnTo>
                  <a:lnTo>
                    <a:pt x="858" y="1062"/>
                  </a:lnTo>
                  <a:lnTo>
                    <a:pt x="794" y="1094"/>
                  </a:lnTo>
                  <a:lnTo>
                    <a:pt x="728" y="1123"/>
                  </a:lnTo>
                  <a:lnTo>
                    <a:pt x="661" y="1147"/>
                  </a:lnTo>
                  <a:lnTo>
                    <a:pt x="594" y="1169"/>
                  </a:lnTo>
                  <a:lnTo>
                    <a:pt x="491" y="1196"/>
                  </a:lnTo>
                  <a:lnTo>
                    <a:pt x="386" y="1217"/>
                  </a:lnTo>
                  <a:lnTo>
                    <a:pt x="280" y="1229"/>
                  </a:lnTo>
                  <a:lnTo>
                    <a:pt x="174" y="1235"/>
                  </a:lnTo>
                  <a:lnTo>
                    <a:pt x="151" y="1235"/>
                  </a:lnTo>
                  <a:lnTo>
                    <a:pt x="128" y="1233"/>
                  </a:lnTo>
                  <a:lnTo>
                    <a:pt x="106" y="1228"/>
                  </a:lnTo>
                  <a:lnTo>
                    <a:pt x="80" y="1217"/>
                  </a:lnTo>
                  <a:lnTo>
                    <a:pt x="57" y="1201"/>
                  </a:lnTo>
                  <a:lnTo>
                    <a:pt x="36" y="1182"/>
                  </a:lnTo>
                  <a:lnTo>
                    <a:pt x="21" y="1159"/>
                  </a:lnTo>
                  <a:lnTo>
                    <a:pt x="8" y="1134"/>
                  </a:lnTo>
                  <a:lnTo>
                    <a:pt x="1" y="1106"/>
                  </a:lnTo>
                  <a:lnTo>
                    <a:pt x="0" y="1073"/>
                  </a:lnTo>
                  <a:lnTo>
                    <a:pt x="0" y="1041"/>
                  </a:lnTo>
                  <a:lnTo>
                    <a:pt x="6" y="947"/>
                  </a:lnTo>
                  <a:lnTo>
                    <a:pt x="18" y="855"/>
                  </a:lnTo>
                  <a:lnTo>
                    <a:pt x="35" y="762"/>
                  </a:lnTo>
                  <a:lnTo>
                    <a:pt x="57" y="671"/>
                  </a:lnTo>
                  <a:lnTo>
                    <a:pt x="85" y="582"/>
                  </a:lnTo>
                  <a:lnTo>
                    <a:pt x="115" y="501"/>
                  </a:lnTo>
                  <a:lnTo>
                    <a:pt x="150" y="421"/>
                  </a:lnTo>
                  <a:lnTo>
                    <a:pt x="190" y="345"/>
                  </a:lnTo>
                  <a:lnTo>
                    <a:pt x="235" y="270"/>
                  </a:lnTo>
                  <a:lnTo>
                    <a:pt x="285" y="200"/>
                  </a:lnTo>
                  <a:lnTo>
                    <a:pt x="331" y="144"/>
                  </a:lnTo>
                  <a:lnTo>
                    <a:pt x="382" y="92"/>
                  </a:lnTo>
                  <a:lnTo>
                    <a:pt x="438" y="44"/>
                  </a:lnTo>
                  <a:lnTo>
                    <a:pt x="496"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sp>
          <p:nvSpPr>
            <p:cNvPr id="8" name="Freeform 1276"/>
            <p:cNvSpPr>
              <a:spLocks noEditPoints="1"/>
            </p:cNvSpPr>
            <p:nvPr/>
          </p:nvSpPr>
          <p:spPr bwMode="auto">
            <a:xfrm>
              <a:off x="5766" y="3626"/>
              <a:ext cx="1731" cy="1729"/>
            </a:xfrm>
            <a:custGeom>
              <a:avLst/>
              <a:gdLst>
                <a:gd name="T0" fmla="*/ 1977 w 3461"/>
                <a:gd name="T1" fmla="*/ 939 h 3456"/>
                <a:gd name="T2" fmla="*/ 1837 w 3461"/>
                <a:gd name="T3" fmla="*/ 996 h 3456"/>
                <a:gd name="T4" fmla="*/ 1719 w 3461"/>
                <a:gd name="T5" fmla="*/ 1101 h 3456"/>
                <a:gd name="T6" fmla="*/ 1646 w 3461"/>
                <a:gd name="T7" fmla="*/ 1235 h 3456"/>
                <a:gd name="T8" fmla="*/ 1621 w 3461"/>
                <a:gd name="T9" fmla="*/ 1382 h 3456"/>
                <a:gd name="T10" fmla="*/ 1646 w 3461"/>
                <a:gd name="T11" fmla="*/ 1529 h 3456"/>
                <a:gd name="T12" fmla="*/ 1719 w 3461"/>
                <a:gd name="T13" fmla="*/ 1665 h 3456"/>
                <a:gd name="T14" fmla="*/ 1837 w 3461"/>
                <a:gd name="T15" fmla="*/ 1770 h 3456"/>
                <a:gd name="T16" fmla="*/ 1977 w 3461"/>
                <a:gd name="T17" fmla="*/ 1826 h 3456"/>
                <a:gd name="T18" fmla="*/ 2127 w 3461"/>
                <a:gd name="T19" fmla="*/ 1835 h 3456"/>
                <a:gd name="T20" fmla="*/ 2270 w 3461"/>
                <a:gd name="T21" fmla="*/ 1794 h 3456"/>
                <a:gd name="T22" fmla="*/ 2399 w 3461"/>
                <a:gd name="T23" fmla="*/ 1705 h 3456"/>
                <a:gd name="T24" fmla="*/ 2488 w 3461"/>
                <a:gd name="T25" fmla="*/ 1577 h 3456"/>
                <a:gd name="T26" fmla="*/ 2529 w 3461"/>
                <a:gd name="T27" fmla="*/ 1433 h 3456"/>
                <a:gd name="T28" fmla="*/ 2521 w 3461"/>
                <a:gd name="T29" fmla="*/ 1283 h 3456"/>
                <a:gd name="T30" fmla="*/ 2464 w 3461"/>
                <a:gd name="T31" fmla="*/ 1143 h 3456"/>
                <a:gd name="T32" fmla="*/ 2359 w 3461"/>
                <a:gd name="T33" fmla="*/ 1026 h 3456"/>
                <a:gd name="T34" fmla="*/ 2225 w 3461"/>
                <a:gd name="T35" fmla="*/ 952 h 3456"/>
                <a:gd name="T36" fmla="*/ 2076 w 3461"/>
                <a:gd name="T37" fmla="*/ 928 h 3456"/>
                <a:gd name="T38" fmla="*/ 3351 w 3461"/>
                <a:gd name="T39" fmla="*/ 2 h 3456"/>
                <a:gd name="T40" fmla="*/ 3421 w 3461"/>
                <a:gd name="T41" fmla="*/ 40 h 3456"/>
                <a:gd name="T42" fmla="*/ 3459 w 3461"/>
                <a:gd name="T43" fmla="*/ 111 h 3456"/>
                <a:gd name="T44" fmla="*/ 3457 w 3461"/>
                <a:gd name="T45" fmla="*/ 256 h 3456"/>
                <a:gd name="T46" fmla="*/ 3444 w 3461"/>
                <a:gd name="T47" fmla="*/ 471 h 3456"/>
                <a:gd name="T48" fmla="*/ 3416 w 3461"/>
                <a:gd name="T49" fmla="*/ 722 h 3456"/>
                <a:gd name="T50" fmla="*/ 3372 w 3461"/>
                <a:gd name="T51" fmla="*/ 997 h 3456"/>
                <a:gd name="T52" fmla="*/ 3304 w 3461"/>
                <a:gd name="T53" fmla="*/ 1283 h 3456"/>
                <a:gd name="T54" fmla="*/ 3210 w 3461"/>
                <a:gd name="T55" fmla="*/ 1569 h 3456"/>
                <a:gd name="T56" fmla="*/ 3083 w 3461"/>
                <a:gd name="T57" fmla="*/ 1845 h 3456"/>
                <a:gd name="T58" fmla="*/ 2922 w 3461"/>
                <a:gd name="T59" fmla="*/ 2094 h 3456"/>
                <a:gd name="T60" fmla="*/ 2738 w 3461"/>
                <a:gd name="T61" fmla="*/ 2296 h 3456"/>
                <a:gd name="T62" fmla="*/ 2592 w 3461"/>
                <a:gd name="T63" fmla="*/ 2431 h 3456"/>
                <a:gd name="T64" fmla="*/ 2457 w 3461"/>
                <a:gd name="T65" fmla="*/ 2538 h 3456"/>
                <a:gd name="T66" fmla="*/ 2318 w 3461"/>
                <a:gd name="T67" fmla="*/ 2635 h 3456"/>
                <a:gd name="T68" fmla="*/ 2156 w 3461"/>
                <a:gd name="T69" fmla="*/ 2738 h 3456"/>
                <a:gd name="T70" fmla="*/ 2003 w 3461"/>
                <a:gd name="T71" fmla="*/ 2833 h 3456"/>
                <a:gd name="T72" fmla="*/ 1849 w 3461"/>
                <a:gd name="T73" fmla="*/ 2931 h 3456"/>
                <a:gd name="T74" fmla="*/ 1665 w 3461"/>
                <a:gd name="T75" fmla="*/ 3049 h 3456"/>
                <a:gd name="T76" fmla="*/ 1449 w 3461"/>
                <a:gd name="T77" fmla="*/ 3193 h 3456"/>
                <a:gd name="T78" fmla="*/ 1193 w 3461"/>
                <a:gd name="T79" fmla="*/ 3366 h 3456"/>
                <a:gd name="T80" fmla="*/ 1048 w 3461"/>
                <a:gd name="T81" fmla="*/ 3453 h 3456"/>
                <a:gd name="T82" fmla="*/ 969 w 3461"/>
                <a:gd name="T83" fmla="*/ 3445 h 3456"/>
                <a:gd name="T84" fmla="*/ 40 w 3461"/>
                <a:gd name="T85" fmla="*/ 2534 h 3456"/>
                <a:gd name="T86" fmla="*/ 3 w 3461"/>
                <a:gd name="T87" fmla="*/ 2463 h 3456"/>
                <a:gd name="T88" fmla="*/ 11 w 3461"/>
                <a:gd name="T89" fmla="*/ 2383 h 3456"/>
                <a:gd name="T90" fmla="*/ 152 w 3461"/>
                <a:gd name="T91" fmla="*/ 2175 h 3456"/>
                <a:gd name="T92" fmla="*/ 315 w 3461"/>
                <a:gd name="T93" fmla="*/ 1934 h 3456"/>
                <a:gd name="T94" fmla="*/ 449 w 3461"/>
                <a:gd name="T95" fmla="*/ 1729 h 3456"/>
                <a:gd name="T96" fmla="*/ 560 w 3461"/>
                <a:gd name="T97" fmla="*/ 1556 h 3456"/>
                <a:gd name="T98" fmla="*/ 653 w 3461"/>
                <a:gd name="T99" fmla="*/ 1409 h 3456"/>
                <a:gd name="T100" fmla="*/ 755 w 3461"/>
                <a:gd name="T101" fmla="*/ 1246 h 3456"/>
                <a:gd name="T102" fmla="*/ 855 w 3461"/>
                <a:gd name="T103" fmla="*/ 1094 h 3456"/>
                <a:gd name="T104" fmla="*/ 953 w 3461"/>
                <a:gd name="T105" fmla="*/ 957 h 3456"/>
                <a:gd name="T106" fmla="*/ 1068 w 3461"/>
                <a:gd name="T107" fmla="*/ 822 h 3456"/>
                <a:gd name="T108" fmla="*/ 1215 w 3461"/>
                <a:gd name="T109" fmla="*/ 667 h 3456"/>
                <a:gd name="T110" fmla="*/ 1442 w 3461"/>
                <a:gd name="T111" fmla="*/ 480 h 3456"/>
                <a:gd name="T112" fmla="*/ 1704 w 3461"/>
                <a:gd name="T113" fmla="*/ 332 h 3456"/>
                <a:gd name="T114" fmla="*/ 1983 w 3461"/>
                <a:gd name="T115" fmla="*/ 217 h 3456"/>
                <a:gd name="T116" fmla="*/ 2272 w 3461"/>
                <a:gd name="T117" fmla="*/ 131 h 3456"/>
                <a:gd name="T118" fmla="*/ 2556 w 3461"/>
                <a:gd name="T119" fmla="*/ 72 h 3456"/>
                <a:gd name="T120" fmla="*/ 2824 w 3461"/>
                <a:gd name="T121" fmla="*/ 34 h 3456"/>
                <a:gd name="T122" fmla="*/ 3065 w 3461"/>
                <a:gd name="T123" fmla="*/ 11 h 3456"/>
                <a:gd name="T124" fmla="*/ 3265 w 3461"/>
                <a:gd name="T125" fmla="*/ 1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61" h="3456">
                  <a:moveTo>
                    <a:pt x="2076" y="928"/>
                  </a:moveTo>
                  <a:lnTo>
                    <a:pt x="2026" y="931"/>
                  </a:lnTo>
                  <a:lnTo>
                    <a:pt x="1977" y="939"/>
                  </a:lnTo>
                  <a:lnTo>
                    <a:pt x="1928" y="952"/>
                  </a:lnTo>
                  <a:lnTo>
                    <a:pt x="1881" y="972"/>
                  </a:lnTo>
                  <a:lnTo>
                    <a:pt x="1837" y="996"/>
                  </a:lnTo>
                  <a:lnTo>
                    <a:pt x="1794" y="1026"/>
                  </a:lnTo>
                  <a:lnTo>
                    <a:pt x="1754" y="1061"/>
                  </a:lnTo>
                  <a:lnTo>
                    <a:pt x="1719" y="1101"/>
                  </a:lnTo>
                  <a:lnTo>
                    <a:pt x="1689" y="1143"/>
                  </a:lnTo>
                  <a:lnTo>
                    <a:pt x="1665" y="1188"/>
                  </a:lnTo>
                  <a:lnTo>
                    <a:pt x="1646" y="1235"/>
                  </a:lnTo>
                  <a:lnTo>
                    <a:pt x="1632" y="1283"/>
                  </a:lnTo>
                  <a:lnTo>
                    <a:pt x="1624" y="1333"/>
                  </a:lnTo>
                  <a:lnTo>
                    <a:pt x="1621" y="1382"/>
                  </a:lnTo>
                  <a:lnTo>
                    <a:pt x="1624" y="1433"/>
                  </a:lnTo>
                  <a:lnTo>
                    <a:pt x="1632" y="1481"/>
                  </a:lnTo>
                  <a:lnTo>
                    <a:pt x="1646" y="1529"/>
                  </a:lnTo>
                  <a:lnTo>
                    <a:pt x="1665" y="1577"/>
                  </a:lnTo>
                  <a:lnTo>
                    <a:pt x="1689" y="1622"/>
                  </a:lnTo>
                  <a:lnTo>
                    <a:pt x="1719" y="1665"/>
                  </a:lnTo>
                  <a:lnTo>
                    <a:pt x="1754" y="1705"/>
                  </a:lnTo>
                  <a:lnTo>
                    <a:pt x="1794" y="1740"/>
                  </a:lnTo>
                  <a:lnTo>
                    <a:pt x="1837" y="1770"/>
                  </a:lnTo>
                  <a:lnTo>
                    <a:pt x="1881" y="1794"/>
                  </a:lnTo>
                  <a:lnTo>
                    <a:pt x="1928" y="1813"/>
                  </a:lnTo>
                  <a:lnTo>
                    <a:pt x="1977" y="1826"/>
                  </a:lnTo>
                  <a:lnTo>
                    <a:pt x="2026" y="1835"/>
                  </a:lnTo>
                  <a:lnTo>
                    <a:pt x="2076" y="1837"/>
                  </a:lnTo>
                  <a:lnTo>
                    <a:pt x="2127" y="1835"/>
                  </a:lnTo>
                  <a:lnTo>
                    <a:pt x="2175" y="1826"/>
                  </a:lnTo>
                  <a:lnTo>
                    <a:pt x="2225" y="1813"/>
                  </a:lnTo>
                  <a:lnTo>
                    <a:pt x="2270" y="1794"/>
                  </a:lnTo>
                  <a:lnTo>
                    <a:pt x="2316" y="1770"/>
                  </a:lnTo>
                  <a:lnTo>
                    <a:pt x="2359" y="1740"/>
                  </a:lnTo>
                  <a:lnTo>
                    <a:pt x="2399" y="1705"/>
                  </a:lnTo>
                  <a:lnTo>
                    <a:pt x="2434" y="1665"/>
                  </a:lnTo>
                  <a:lnTo>
                    <a:pt x="2464" y="1622"/>
                  </a:lnTo>
                  <a:lnTo>
                    <a:pt x="2488" y="1577"/>
                  </a:lnTo>
                  <a:lnTo>
                    <a:pt x="2507" y="1529"/>
                  </a:lnTo>
                  <a:lnTo>
                    <a:pt x="2521" y="1481"/>
                  </a:lnTo>
                  <a:lnTo>
                    <a:pt x="2529" y="1433"/>
                  </a:lnTo>
                  <a:lnTo>
                    <a:pt x="2532" y="1382"/>
                  </a:lnTo>
                  <a:lnTo>
                    <a:pt x="2529" y="1333"/>
                  </a:lnTo>
                  <a:lnTo>
                    <a:pt x="2521" y="1283"/>
                  </a:lnTo>
                  <a:lnTo>
                    <a:pt x="2507" y="1235"/>
                  </a:lnTo>
                  <a:lnTo>
                    <a:pt x="2488" y="1188"/>
                  </a:lnTo>
                  <a:lnTo>
                    <a:pt x="2464" y="1143"/>
                  </a:lnTo>
                  <a:lnTo>
                    <a:pt x="2434" y="1101"/>
                  </a:lnTo>
                  <a:lnTo>
                    <a:pt x="2399" y="1061"/>
                  </a:lnTo>
                  <a:lnTo>
                    <a:pt x="2359" y="1026"/>
                  </a:lnTo>
                  <a:lnTo>
                    <a:pt x="2316" y="996"/>
                  </a:lnTo>
                  <a:lnTo>
                    <a:pt x="2270" y="972"/>
                  </a:lnTo>
                  <a:lnTo>
                    <a:pt x="2225" y="952"/>
                  </a:lnTo>
                  <a:lnTo>
                    <a:pt x="2175" y="939"/>
                  </a:lnTo>
                  <a:lnTo>
                    <a:pt x="2127" y="931"/>
                  </a:lnTo>
                  <a:lnTo>
                    <a:pt x="2076" y="928"/>
                  </a:lnTo>
                  <a:close/>
                  <a:moveTo>
                    <a:pt x="3322" y="0"/>
                  </a:moveTo>
                  <a:lnTo>
                    <a:pt x="3325" y="0"/>
                  </a:lnTo>
                  <a:lnTo>
                    <a:pt x="3351" y="2"/>
                  </a:lnTo>
                  <a:lnTo>
                    <a:pt x="3377" y="10"/>
                  </a:lnTo>
                  <a:lnTo>
                    <a:pt x="3401" y="23"/>
                  </a:lnTo>
                  <a:lnTo>
                    <a:pt x="3421" y="40"/>
                  </a:lnTo>
                  <a:lnTo>
                    <a:pt x="3438" y="60"/>
                  </a:lnTo>
                  <a:lnTo>
                    <a:pt x="3451" y="86"/>
                  </a:lnTo>
                  <a:lnTo>
                    <a:pt x="3459" y="111"/>
                  </a:lnTo>
                  <a:lnTo>
                    <a:pt x="3461" y="139"/>
                  </a:lnTo>
                  <a:lnTo>
                    <a:pt x="3460" y="194"/>
                  </a:lnTo>
                  <a:lnTo>
                    <a:pt x="3457" y="256"/>
                  </a:lnTo>
                  <a:lnTo>
                    <a:pt x="3454" y="323"/>
                  </a:lnTo>
                  <a:lnTo>
                    <a:pt x="3450" y="395"/>
                  </a:lnTo>
                  <a:lnTo>
                    <a:pt x="3444" y="471"/>
                  </a:lnTo>
                  <a:lnTo>
                    <a:pt x="3437" y="552"/>
                  </a:lnTo>
                  <a:lnTo>
                    <a:pt x="3427" y="635"/>
                  </a:lnTo>
                  <a:lnTo>
                    <a:pt x="3416" y="722"/>
                  </a:lnTo>
                  <a:lnTo>
                    <a:pt x="3404" y="811"/>
                  </a:lnTo>
                  <a:lnTo>
                    <a:pt x="3389" y="903"/>
                  </a:lnTo>
                  <a:lnTo>
                    <a:pt x="3372" y="997"/>
                  </a:lnTo>
                  <a:lnTo>
                    <a:pt x="3351" y="1091"/>
                  </a:lnTo>
                  <a:lnTo>
                    <a:pt x="3329" y="1187"/>
                  </a:lnTo>
                  <a:lnTo>
                    <a:pt x="3304" y="1283"/>
                  </a:lnTo>
                  <a:lnTo>
                    <a:pt x="3275" y="1380"/>
                  </a:lnTo>
                  <a:lnTo>
                    <a:pt x="3244" y="1475"/>
                  </a:lnTo>
                  <a:lnTo>
                    <a:pt x="3210" y="1569"/>
                  </a:lnTo>
                  <a:lnTo>
                    <a:pt x="3171" y="1663"/>
                  </a:lnTo>
                  <a:lnTo>
                    <a:pt x="3129" y="1755"/>
                  </a:lnTo>
                  <a:lnTo>
                    <a:pt x="3083" y="1845"/>
                  </a:lnTo>
                  <a:lnTo>
                    <a:pt x="3033" y="1932"/>
                  </a:lnTo>
                  <a:lnTo>
                    <a:pt x="2980" y="2015"/>
                  </a:lnTo>
                  <a:lnTo>
                    <a:pt x="2922" y="2094"/>
                  </a:lnTo>
                  <a:lnTo>
                    <a:pt x="2859" y="2172"/>
                  </a:lnTo>
                  <a:lnTo>
                    <a:pt x="2793" y="2243"/>
                  </a:lnTo>
                  <a:lnTo>
                    <a:pt x="2738" y="2296"/>
                  </a:lnTo>
                  <a:lnTo>
                    <a:pt x="2686" y="2346"/>
                  </a:lnTo>
                  <a:lnTo>
                    <a:pt x="2638" y="2390"/>
                  </a:lnTo>
                  <a:lnTo>
                    <a:pt x="2592" y="2431"/>
                  </a:lnTo>
                  <a:lnTo>
                    <a:pt x="2546" y="2469"/>
                  </a:lnTo>
                  <a:lnTo>
                    <a:pt x="2501" y="2504"/>
                  </a:lnTo>
                  <a:lnTo>
                    <a:pt x="2457" y="2538"/>
                  </a:lnTo>
                  <a:lnTo>
                    <a:pt x="2412" y="2571"/>
                  </a:lnTo>
                  <a:lnTo>
                    <a:pt x="2366" y="2603"/>
                  </a:lnTo>
                  <a:lnTo>
                    <a:pt x="2318" y="2635"/>
                  </a:lnTo>
                  <a:lnTo>
                    <a:pt x="2267" y="2668"/>
                  </a:lnTo>
                  <a:lnTo>
                    <a:pt x="2214" y="2702"/>
                  </a:lnTo>
                  <a:lnTo>
                    <a:pt x="2156" y="2738"/>
                  </a:lnTo>
                  <a:lnTo>
                    <a:pt x="2094" y="2777"/>
                  </a:lnTo>
                  <a:lnTo>
                    <a:pt x="2050" y="2804"/>
                  </a:lnTo>
                  <a:lnTo>
                    <a:pt x="2003" y="2833"/>
                  </a:lnTo>
                  <a:lnTo>
                    <a:pt x="1955" y="2865"/>
                  </a:lnTo>
                  <a:lnTo>
                    <a:pt x="1903" y="2897"/>
                  </a:lnTo>
                  <a:lnTo>
                    <a:pt x="1849" y="2931"/>
                  </a:lnTo>
                  <a:lnTo>
                    <a:pt x="1791" y="2969"/>
                  </a:lnTo>
                  <a:lnTo>
                    <a:pt x="1729" y="3007"/>
                  </a:lnTo>
                  <a:lnTo>
                    <a:pt x="1665" y="3049"/>
                  </a:lnTo>
                  <a:lnTo>
                    <a:pt x="1597" y="3094"/>
                  </a:lnTo>
                  <a:lnTo>
                    <a:pt x="1525" y="3142"/>
                  </a:lnTo>
                  <a:lnTo>
                    <a:pt x="1449" y="3193"/>
                  </a:lnTo>
                  <a:lnTo>
                    <a:pt x="1368" y="3247"/>
                  </a:lnTo>
                  <a:lnTo>
                    <a:pt x="1283" y="3304"/>
                  </a:lnTo>
                  <a:lnTo>
                    <a:pt x="1193" y="3366"/>
                  </a:lnTo>
                  <a:lnTo>
                    <a:pt x="1099" y="3431"/>
                  </a:lnTo>
                  <a:lnTo>
                    <a:pt x="1074" y="3445"/>
                  </a:lnTo>
                  <a:lnTo>
                    <a:pt x="1048" y="3453"/>
                  </a:lnTo>
                  <a:lnTo>
                    <a:pt x="1021" y="3456"/>
                  </a:lnTo>
                  <a:lnTo>
                    <a:pt x="994" y="3454"/>
                  </a:lnTo>
                  <a:lnTo>
                    <a:pt x="969" y="3445"/>
                  </a:lnTo>
                  <a:lnTo>
                    <a:pt x="946" y="3433"/>
                  </a:lnTo>
                  <a:lnTo>
                    <a:pt x="924" y="3415"/>
                  </a:lnTo>
                  <a:lnTo>
                    <a:pt x="40" y="2534"/>
                  </a:lnTo>
                  <a:lnTo>
                    <a:pt x="23" y="2512"/>
                  </a:lnTo>
                  <a:lnTo>
                    <a:pt x="10" y="2488"/>
                  </a:lnTo>
                  <a:lnTo>
                    <a:pt x="3" y="2463"/>
                  </a:lnTo>
                  <a:lnTo>
                    <a:pt x="0" y="2436"/>
                  </a:lnTo>
                  <a:lnTo>
                    <a:pt x="3" y="2408"/>
                  </a:lnTo>
                  <a:lnTo>
                    <a:pt x="11" y="2383"/>
                  </a:lnTo>
                  <a:lnTo>
                    <a:pt x="25" y="2359"/>
                  </a:lnTo>
                  <a:lnTo>
                    <a:pt x="90" y="2265"/>
                  </a:lnTo>
                  <a:lnTo>
                    <a:pt x="152" y="2175"/>
                  </a:lnTo>
                  <a:lnTo>
                    <a:pt x="210" y="2090"/>
                  </a:lnTo>
                  <a:lnTo>
                    <a:pt x="264" y="2010"/>
                  </a:lnTo>
                  <a:lnTo>
                    <a:pt x="315" y="1934"/>
                  </a:lnTo>
                  <a:lnTo>
                    <a:pt x="362" y="1861"/>
                  </a:lnTo>
                  <a:lnTo>
                    <a:pt x="407" y="1794"/>
                  </a:lnTo>
                  <a:lnTo>
                    <a:pt x="449" y="1729"/>
                  </a:lnTo>
                  <a:lnTo>
                    <a:pt x="489" y="1668"/>
                  </a:lnTo>
                  <a:lnTo>
                    <a:pt x="525" y="1610"/>
                  </a:lnTo>
                  <a:lnTo>
                    <a:pt x="560" y="1556"/>
                  </a:lnTo>
                  <a:lnTo>
                    <a:pt x="593" y="1504"/>
                  </a:lnTo>
                  <a:lnTo>
                    <a:pt x="624" y="1456"/>
                  </a:lnTo>
                  <a:lnTo>
                    <a:pt x="653" y="1409"/>
                  </a:lnTo>
                  <a:lnTo>
                    <a:pt x="681" y="1365"/>
                  </a:lnTo>
                  <a:lnTo>
                    <a:pt x="718" y="1303"/>
                  </a:lnTo>
                  <a:lnTo>
                    <a:pt x="755" y="1246"/>
                  </a:lnTo>
                  <a:lnTo>
                    <a:pt x="790" y="1193"/>
                  </a:lnTo>
                  <a:lnTo>
                    <a:pt x="822" y="1142"/>
                  </a:lnTo>
                  <a:lnTo>
                    <a:pt x="855" y="1094"/>
                  </a:lnTo>
                  <a:lnTo>
                    <a:pt x="886" y="1048"/>
                  </a:lnTo>
                  <a:lnTo>
                    <a:pt x="919" y="1002"/>
                  </a:lnTo>
                  <a:lnTo>
                    <a:pt x="953" y="957"/>
                  </a:lnTo>
                  <a:lnTo>
                    <a:pt x="989" y="914"/>
                  </a:lnTo>
                  <a:lnTo>
                    <a:pt x="1027" y="868"/>
                  </a:lnTo>
                  <a:lnTo>
                    <a:pt x="1068" y="822"/>
                  </a:lnTo>
                  <a:lnTo>
                    <a:pt x="1112" y="773"/>
                  </a:lnTo>
                  <a:lnTo>
                    <a:pt x="1161" y="722"/>
                  </a:lnTo>
                  <a:lnTo>
                    <a:pt x="1215" y="667"/>
                  </a:lnTo>
                  <a:lnTo>
                    <a:pt x="1287" y="601"/>
                  </a:lnTo>
                  <a:lnTo>
                    <a:pt x="1363" y="538"/>
                  </a:lnTo>
                  <a:lnTo>
                    <a:pt x="1442" y="480"/>
                  </a:lnTo>
                  <a:lnTo>
                    <a:pt x="1527" y="427"/>
                  </a:lnTo>
                  <a:lnTo>
                    <a:pt x="1613" y="378"/>
                  </a:lnTo>
                  <a:lnTo>
                    <a:pt x="1704" y="332"/>
                  </a:lnTo>
                  <a:lnTo>
                    <a:pt x="1794" y="290"/>
                  </a:lnTo>
                  <a:lnTo>
                    <a:pt x="1889" y="252"/>
                  </a:lnTo>
                  <a:lnTo>
                    <a:pt x="1983" y="217"/>
                  </a:lnTo>
                  <a:lnTo>
                    <a:pt x="2080" y="186"/>
                  </a:lnTo>
                  <a:lnTo>
                    <a:pt x="2175" y="157"/>
                  </a:lnTo>
                  <a:lnTo>
                    <a:pt x="2272" y="131"/>
                  </a:lnTo>
                  <a:lnTo>
                    <a:pt x="2367" y="110"/>
                  </a:lnTo>
                  <a:lnTo>
                    <a:pt x="2463" y="89"/>
                  </a:lnTo>
                  <a:lnTo>
                    <a:pt x="2556" y="72"/>
                  </a:lnTo>
                  <a:lnTo>
                    <a:pt x="2648" y="57"/>
                  </a:lnTo>
                  <a:lnTo>
                    <a:pt x="2737" y="45"/>
                  </a:lnTo>
                  <a:lnTo>
                    <a:pt x="2824" y="34"/>
                  </a:lnTo>
                  <a:lnTo>
                    <a:pt x="2909" y="24"/>
                  </a:lnTo>
                  <a:lnTo>
                    <a:pt x="2988" y="17"/>
                  </a:lnTo>
                  <a:lnTo>
                    <a:pt x="3065" y="11"/>
                  </a:lnTo>
                  <a:lnTo>
                    <a:pt x="3137" y="6"/>
                  </a:lnTo>
                  <a:lnTo>
                    <a:pt x="3204" y="3"/>
                  </a:lnTo>
                  <a:lnTo>
                    <a:pt x="3265" y="1"/>
                  </a:lnTo>
                  <a:lnTo>
                    <a:pt x="3322" y="0"/>
                  </a:lnTo>
                  <a:close/>
                </a:path>
              </a:pathLst>
            </a:custGeom>
            <a:grpFill/>
            <a:ln w="0">
              <a:noFill/>
              <a:prstDash val="solid"/>
              <a:round/>
            </a:ln>
          </p:spPr>
          <p:txBody>
            <a:bodyPr vert="horz" wrap="square" lIns="91440" tIns="45720" rIns="91440" bIns="45720" numCol="1" anchor="t" anchorCtr="0" compatLnSpc="1"/>
            <a:lstStyle/>
            <a:p>
              <a:endParaRPr lang="en-US" dirty="0">
                <a:solidFill>
                  <a:schemeClr val="tx1">
                    <a:lumMod val="65000"/>
                    <a:lumOff val="35000"/>
                  </a:schemeClr>
                </a:solidFill>
                <a:latin typeface="微软雅黑" panose="020B0503020204020204" charset="-122"/>
                <a:ea typeface="微软雅黑" panose="020B0503020204020204" charset="-122"/>
                <a:cs typeface="+mn-ea"/>
                <a:sym typeface="+mn-lt"/>
              </a:endParaRPr>
            </a:p>
          </p:txBody>
        </p:sp>
      </p:grpSp>
      <p:grpSp>
        <p:nvGrpSpPr>
          <p:cNvPr id="9" name="组合 8"/>
          <p:cNvGrpSpPr/>
          <p:nvPr userDrawn="1"/>
        </p:nvGrpSpPr>
        <p:grpSpPr>
          <a:xfrm>
            <a:off x="510590" y="3281045"/>
            <a:ext cx="982442" cy="982980"/>
            <a:chOff x="804" y="5167"/>
            <a:chExt cx="1547" cy="1548"/>
          </a:xfrm>
        </p:grpSpPr>
        <p:sp>
          <p:nvSpPr>
            <p:cNvPr id="10" name="Oval 23"/>
            <p:cNvSpPr/>
            <p:nvPr/>
          </p:nvSpPr>
          <p:spPr bwMode="auto">
            <a:xfrm>
              <a:off x="804" y="5167"/>
              <a:ext cx="1547" cy="1548"/>
            </a:xfrm>
            <a:prstGeom prst="ellipse">
              <a:avLst/>
            </a:prstGeom>
            <a:solidFill>
              <a:srgbClr val="990000"/>
            </a:solidFill>
            <a:ln w="25400">
              <a:solidFill>
                <a:schemeClr val="tx1">
                  <a:alpha val="0"/>
                </a:schemeClr>
              </a:solidFill>
              <a:miter lim="800000"/>
            </a:ln>
          </p:spPr>
          <p:txBody>
            <a:bodyPr lIns="0" tIns="0" rIns="0" bIns="0"/>
            <a:lstStyle/>
            <a:p>
              <a:pPr>
                <a:defRPr/>
              </a:pPr>
              <a:endParaRPr lang="en-US" sz="2400">
                <a:latin typeface="微软雅黑" panose="020B0503020204020204" charset="-122"/>
                <a:ea typeface="微软雅黑" panose="020B0503020204020204" charset="-122"/>
                <a:cs typeface="+mn-ea"/>
                <a:sym typeface="+mn-lt"/>
              </a:endParaRPr>
            </a:p>
          </p:txBody>
        </p:sp>
        <p:sp>
          <p:nvSpPr>
            <p:cNvPr id="11" name="koppt-文本框"/>
            <p:cNvSpPr/>
            <p:nvPr/>
          </p:nvSpPr>
          <p:spPr>
            <a:xfrm>
              <a:off x="1074" y="5566"/>
              <a:ext cx="1007" cy="727"/>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01</a:t>
              </a:r>
            </a:p>
          </p:txBody>
        </p:sp>
      </p:grpSp>
      <p:grpSp>
        <p:nvGrpSpPr>
          <p:cNvPr id="12" name="组合 11"/>
          <p:cNvGrpSpPr/>
          <p:nvPr userDrawn="1"/>
        </p:nvGrpSpPr>
        <p:grpSpPr>
          <a:xfrm>
            <a:off x="4949677" y="5246370"/>
            <a:ext cx="982442" cy="982980"/>
            <a:chOff x="7794" y="8262"/>
            <a:chExt cx="1547" cy="1548"/>
          </a:xfrm>
        </p:grpSpPr>
        <p:sp>
          <p:nvSpPr>
            <p:cNvPr id="13" name="Oval 23"/>
            <p:cNvSpPr/>
            <p:nvPr/>
          </p:nvSpPr>
          <p:spPr bwMode="auto">
            <a:xfrm>
              <a:off x="7794" y="8262"/>
              <a:ext cx="1547" cy="1548"/>
            </a:xfrm>
            <a:prstGeom prst="ellipse">
              <a:avLst/>
            </a:prstGeom>
            <a:solidFill>
              <a:srgbClr val="990000"/>
            </a:solidFill>
            <a:ln w="25400">
              <a:solidFill>
                <a:schemeClr val="tx1">
                  <a:alpha val="0"/>
                </a:schemeClr>
              </a:solidFill>
              <a:miter lim="800000"/>
            </a:ln>
          </p:spPr>
          <p:txBody>
            <a:bodyPr lIns="0" tIns="0" rIns="0" bIns="0"/>
            <a:lstStyle/>
            <a:p>
              <a:pPr>
                <a:defRPr/>
              </a:pPr>
              <a:endParaRPr lang="en-US" sz="2400">
                <a:latin typeface="微软雅黑" panose="020B0503020204020204" charset="-122"/>
                <a:ea typeface="微软雅黑" panose="020B0503020204020204" charset="-122"/>
                <a:cs typeface="+mn-ea"/>
                <a:sym typeface="+mn-lt"/>
              </a:endParaRPr>
            </a:p>
          </p:txBody>
        </p:sp>
        <p:sp>
          <p:nvSpPr>
            <p:cNvPr id="14" name="koppt-文本框"/>
            <p:cNvSpPr/>
            <p:nvPr/>
          </p:nvSpPr>
          <p:spPr>
            <a:xfrm>
              <a:off x="8064" y="8674"/>
              <a:ext cx="1007" cy="727"/>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03</a:t>
              </a:r>
            </a:p>
          </p:txBody>
        </p:sp>
      </p:grpSp>
      <p:grpSp>
        <p:nvGrpSpPr>
          <p:cNvPr id="15" name="组合 14"/>
          <p:cNvGrpSpPr/>
          <p:nvPr userDrawn="1"/>
        </p:nvGrpSpPr>
        <p:grpSpPr>
          <a:xfrm>
            <a:off x="8908657" y="2472055"/>
            <a:ext cx="982442" cy="982980"/>
            <a:chOff x="14028" y="3893"/>
            <a:chExt cx="1547" cy="1548"/>
          </a:xfrm>
        </p:grpSpPr>
        <p:sp>
          <p:nvSpPr>
            <p:cNvPr id="16" name="Oval 23"/>
            <p:cNvSpPr/>
            <p:nvPr/>
          </p:nvSpPr>
          <p:spPr bwMode="auto">
            <a:xfrm>
              <a:off x="14028" y="3893"/>
              <a:ext cx="1547" cy="1548"/>
            </a:xfrm>
            <a:prstGeom prst="ellipse">
              <a:avLst/>
            </a:prstGeom>
            <a:solidFill>
              <a:srgbClr val="990000"/>
            </a:solidFill>
            <a:ln w="25400">
              <a:solidFill>
                <a:schemeClr val="tx1">
                  <a:alpha val="0"/>
                </a:schemeClr>
              </a:solidFill>
              <a:miter lim="800000"/>
            </a:ln>
          </p:spPr>
          <p:txBody>
            <a:bodyPr lIns="0" tIns="0" rIns="0" bIns="0"/>
            <a:lstStyle/>
            <a:p>
              <a:pPr>
                <a:defRPr/>
              </a:pPr>
              <a:endParaRPr lang="en-US" sz="2400">
                <a:latin typeface="微软雅黑" panose="020B0503020204020204" charset="-122"/>
                <a:ea typeface="微软雅黑" panose="020B0503020204020204" charset="-122"/>
                <a:cs typeface="+mn-ea"/>
                <a:sym typeface="+mn-lt"/>
              </a:endParaRPr>
            </a:p>
          </p:txBody>
        </p:sp>
        <p:sp>
          <p:nvSpPr>
            <p:cNvPr id="17" name="koppt-文本框"/>
            <p:cNvSpPr/>
            <p:nvPr/>
          </p:nvSpPr>
          <p:spPr>
            <a:xfrm>
              <a:off x="14298" y="4304"/>
              <a:ext cx="1007" cy="727"/>
            </a:xfrm>
            <a:prstGeom prst="rect">
              <a:avLst/>
            </a:prstGeom>
          </p:spPr>
          <p:txBody>
            <a:bodyPr wrap="square">
              <a:spAutoFit/>
            </a:bodyPr>
            <a:lstStyle/>
            <a:p>
              <a:pPr lvl="0" algn="ctr"/>
              <a:r>
                <a:rPr lang="en-US" altLang="zh-CN" sz="2400" b="1" dirty="0">
                  <a:solidFill>
                    <a:schemeClr val="bg1"/>
                  </a:solidFill>
                  <a:latin typeface="微软雅黑" panose="020B0503020204020204" charset="-122"/>
                  <a:ea typeface="微软雅黑" panose="020B0503020204020204" charset="-122"/>
                  <a:cs typeface="+mn-ea"/>
                  <a:sym typeface="+mn-lt"/>
                </a:rPr>
                <a:t>05</a:t>
              </a:r>
            </a:p>
          </p:txBody>
        </p:sp>
      </p:grpSp>
      <p:sp>
        <p:nvSpPr>
          <p:cNvPr id="18" name="koppt-文本框"/>
          <p:cNvSpPr/>
          <p:nvPr userDrawn="1"/>
        </p:nvSpPr>
        <p:spPr>
          <a:xfrm>
            <a:off x="12700" y="2352675"/>
            <a:ext cx="788670"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01</a:t>
            </a:r>
          </a:p>
        </p:txBody>
      </p:sp>
      <p:sp>
        <p:nvSpPr>
          <p:cNvPr id="19" name="koppt-文本框"/>
          <p:cNvSpPr/>
          <p:nvPr userDrawn="1"/>
        </p:nvSpPr>
        <p:spPr>
          <a:xfrm>
            <a:off x="7113270" y="5414645"/>
            <a:ext cx="788670"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04</a:t>
            </a:r>
          </a:p>
        </p:txBody>
      </p:sp>
      <p:sp>
        <p:nvSpPr>
          <p:cNvPr id="20" name="koppt-文本框"/>
          <p:cNvSpPr/>
          <p:nvPr userDrawn="1"/>
        </p:nvSpPr>
        <p:spPr>
          <a:xfrm>
            <a:off x="435610" y="5605780"/>
            <a:ext cx="788670"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02</a:t>
            </a:r>
          </a:p>
        </p:txBody>
      </p:sp>
      <p:sp>
        <p:nvSpPr>
          <p:cNvPr id="21" name="koppt-文本框"/>
          <p:cNvSpPr/>
          <p:nvPr userDrawn="1"/>
        </p:nvSpPr>
        <p:spPr>
          <a:xfrm>
            <a:off x="3328035" y="3625215"/>
            <a:ext cx="788670"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03</a:t>
            </a:r>
          </a:p>
        </p:txBody>
      </p:sp>
      <p:sp>
        <p:nvSpPr>
          <p:cNvPr id="22" name="koppt-文本框"/>
          <p:cNvSpPr/>
          <p:nvPr userDrawn="1"/>
        </p:nvSpPr>
        <p:spPr>
          <a:xfrm>
            <a:off x="6289040" y="1154430"/>
            <a:ext cx="788670" cy="460375"/>
          </a:xfrm>
          <a:prstGeom prst="rect">
            <a:avLst/>
          </a:prstGeom>
        </p:spPr>
        <p:txBody>
          <a:bodyPr wrap="square">
            <a:spAutoFit/>
          </a:bodyPr>
          <a:lstStyle/>
          <a:p>
            <a:pPr lvl="0" algn="ctr"/>
            <a:r>
              <a:rPr lang="en-US" altLang="zh-CN" sz="2400" b="1" dirty="0">
                <a:solidFill>
                  <a:srgbClr val="990000"/>
                </a:solidFill>
                <a:latin typeface="微软雅黑" panose="020B0503020204020204" charset="-122"/>
                <a:ea typeface="微软雅黑" panose="020B0503020204020204" charset="-122"/>
                <a:cs typeface="+mn-ea"/>
                <a:sym typeface="+mn-lt"/>
              </a:rPr>
              <a:t>05</a:t>
            </a:r>
          </a:p>
        </p:txBody>
      </p:sp>
      <p:sp>
        <p:nvSpPr>
          <p:cNvPr id="23" name="椭圆 22"/>
          <p:cNvSpPr/>
          <p:nvPr userDrawn="1"/>
        </p:nvSpPr>
        <p:spPr>
          <a:xfrm>
            <a:off x="2184615" y="4518025"/>
            <a:ext cx="1031977" cy="1031875"/>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p>
        </p:txBody>
      </p:sp>
      <p:sp>
        <p:nvSpPr>
          <p:cNvPr id="25" name="椭圆 24"/>
          <p:cNvSpPr/>
          <p:nvPr userDrawn="1"/>
        </p:nvSpPr>
        <p:spPr>
          <a:xfrm>
            <a:off x="7225741" y="4264025"/>
            <a:ext cx="1031977" cy="1031875"/>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04</a:t>
            </a:r>
          </a:p>
        </p:txBody>
      </p:sp>
      <p:sp>
        <p:nvSpPr>
          <p:cNvPr id="26" name="文本占位符 31"/>
          <p:cNvSpPr>
            <a:spLocks noGrp="1"/>
          </p:cNvSpPr>
          <p:nvPr>
            <p:ph type="body" sz="quarter" idx="13" hasCustomPrompt="1"/>
          </p:nvPr>
        </p:nvSpPr>
        <p:spPr>
          <a:xfrm>
            <a:off x="750644" y="2352040"/>
            <a:ext cx="291620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31"/>
          <p:cNvSpPr>
            <a:spLocks noGrp="1"/>
          </p:cNvSpPr>
          <p:nvPr>
            <p:ph type="body" sz="quarter" idx="15" hasCustomPrompt="1"/>
          </p:nvPr>
        </p:nvSpPr>
        <p:spPr>
          <a:xfrm>
            <a:off x="1175501" y="5549900"/>
            <a:ext cx="291620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31"/>
          <p:cNvSpPr>
            <a:spLocks noGrp="1"/>
          </p:cNvSpPr>
          <p:nvPr>
            <p:ph type="body" sz="quarter" idx="17" hasCustomPrompt="1"/>
          </p:nvPr>
        </p:nvSpPr>
        <p:spPr>
          <a:xfrm>
            <a:off x="4006609" y="3568065"/>
            <a:ext cx="2916842"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4" name="文本占位符 31"/>
          <p:cNvSpPr>
            <a:spLocks noGrp="1"/>
          </p:cNvSpPr>
          <p:nvPr>
            <p:ph type="body" sz="quarter" idx="19" hasCustomPrompt="1"/>
          </p:nvPr>
        </p:nvSpPr>
        <p:spPr>
          <a:xfrm>
            <a:off x="7806189" y="5363845"/>
            <a:ext cx="2916842"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31"/>
          <p:cNvSpPr>
            <a:spLocks noGrp="1"/>
          </p:cNvSpPr>
          <p:nvPr>
            <p:ph type="body" sz="quarter" idx="23" hasCustomPrompt="1"/>
          </p:nvPr>
        </p:nvSpPr>
        <p:spPr>
          <a:xfrm>
            <a:off x="6955063" y="1149205"/>
            <a:ext cx="291620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4" name="文本占位符 2"/>
          <p:cNvSpPr>
            <a:spLocks noGrp="1"/>
          </p:cNvSpPr>
          <p:nvPr>
            <p:ph type="body" sz="quarter" idx="24" hasCustomPrompt="1"/>
          </p:nvPr>
        </p:nvSpPr>
        <p:spPr>
          <a:xfrm>
            <a:off x="750643" y="2784094"/>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8" name="文本占位符 2"/>
          <p:cNvSpPr>
            <a:spLocks noGrp="1"/>
          </p:cNvSpPr>
          <p:nvPr>
            <p:ph type="body" sz="quarter" idx="25" hasCustomPrompt="1"/>
          </p:nvPr>
        </p:nvSpPr>
        <p:spPr>
          <a:xfrm>
            <a:off x="6961199" y="1581260"/>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1" name="文本占位符 2"/>
          <p:cNvSpPr>
            <a:spLocks noGrp="1"/>
          </p:cNvSpPr>
          <p:nvPr>
            <p:ph type="body" sz="quarter" idx="26" hasCustomPrompt="1"/>
          </p:nvPr>
        </p:nvSpPr>
        <p:spPr>
          <a:xfrm>
            <a:off x="4009344" y="4035780"/>
            <a:ext cx="2916207" cy="771601"/>
          </a:xfrm>
          <a:prstGeom prst="rect">
            <a:avLst/>
          </a:prstGeom>
        </p:spPr>
        <p:txBody>
          <a:bodyPr/>
          <a:lstStyle>
            <a:lvl1pPr marL="0" indent="0">
              <a:lnSpc>
                <a:spcPct val="125000"/>
              </a:lnSpc>
              <a:buNone/>
              <a:defRPr sz="16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8" name="文本占位符 2"/>
          <p:cNvSpPr>
            <a:spLocks noGrp="1"/>
          </p:cNvSpPr>
          <p:nvPr>
            <p:ph type="body" sz="quarter" idx="27" hasCustomPrompt="1"/>
          </p:nvPr>
        </p:nvSpPr>
        <p:spPr>
          <a:xfrm>
            <a:off x="7814230" y="5797319"/>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9" name="文本占位符 2"/>
          <p:cNvSpPr>
            <a:spLocks noGrp="1"/>
          </p:cNvSpPr>
          <p:nvPr>
            <p:ph type="body" sz="quarter" idx="28" hasCustomPrompt="1"/>
          </p:nvPr>
        </p:nvSpPr>
        <p:spPr>
          <a:xfrm>
            <a:off x="1174090" y="5981427"/>
            <a:ext cx="2916207" cy="771601"/>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7"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通用版式">
    <p:spTree>
      <p:nvGrpSpPr>
        <p:cNvPr id="1" name=""/>
        <p:cNvGrpSpPr/>
        <p:nvPr/>
      </p:nvGrpSpPr>
      <p:grpSpPr>
        <a:xfrm>
          <a:off x="0" y="0"/>
          <a:ext cx="0" cy="0"/>
          <a:chOff x="0" y="0"/>
          <a:chExt cx="0" cy="0"/>
        </a:xfrm>
      </p:grpSpPr>
      <p:cxnSp>
        <p:nvCxnSpPr>
          <p:cNvPr id="3" name="直线箭头连接符 2"/>
          <p:cNvCxnSpPr/>
          <p:nvPr userDrawn="1"/>
        </p:nvCxnSpPr>
        <p:spPr>
          <a:xfrm>
            <a:off x="689879" y="3060700"/>
            <a:ext cx="10701138" cy="0"/>
          </a:xfrm>
          <a:prstGeom prst="straightConnector1">
            <a:avLst/>
          </a:prstGeom>
          <a:ln>
            <a:solidFill>
              <a:srgbClr val="99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981874" y="3073400"/>
            <a:ext cx="731592" cy="1314261"/>
            <a:chOff x="981777" y="3429000"/>
            <a:chExt cx="731520" cy="1314261"/>
          </a:xfrm>
        </p:grpSpPr>
        <p:cxnSp>
          <p:nvCxnSpPr>
            <p:cNvPr id="6" name="直线箭头连接符 5"/>
            <p:cNvCxnSpPr/>
            <p:nvPr/>
          </p:nvCxnSpPr>
          <p:spPr>
            <a:xfrm>
              <a:off x="1347537" y="3429000"/>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981777" y="4011741"/>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01</a:t>
              </a:r>
            </a:p>
          </p:txBody>
        </p:sp>
      </p:grpSp>
      <p:grpSp>
        <p:nvGrpSpPr>
          <p:cNvPr id="10" name="组合 9"/>
          <p:cNvGrpSpPr/>
          <p:nvPr userDrawn="1"/>
        </p:nvGrpSpPr>
        <p:grpSpPr>
          <a:xfrm>
            <a:off x="2882895" y="1890708"/>
            <a:ext cx="731592" cy="1182692"/>
            <a:chOff x="3917661" y="2246308"/>
            <a:chExt cx="731520" cy="1182692"/>
          </a:xfrm>
        </p:grpSpPr>
        <p:sp>
          <p:nvSpPr>
            <p:cNvPr id="11" name="圆角矩形 10"/>
            <p:cNvSpPr/>
            <p:nvPr/>
          </p:nvSpPr>
          <p:spPr>
            <a:xfrm>
              <a:off x="3917661"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02</a:t>
              </a:r>
            </a:p>
          </p:txBody>
        </p:sp>
        <p:cxnSp>
          <p:nvCxnSpPr>
            <p:cNvPr id="12" name="直线箭头连接符 11"/>
            <p:cNvCxnSpPr>
              <a:stCxn id="11" idx="2"/>
            </p:cNvCxnSpPr>
            <p:nvPr/>
          </p:nvCxnSpPr>
          <p:spPr>
            <a:xfrm>
              <a:off x="4283421"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5451167" y="3078513"/>
            <a:ext cx="731592" cy="1314261"/>
            <a:chOff x="6268510" y="3446813"/>
            <a:chExt cx="731520" cy="1314261"/>
          </a:xfrm>
        </p:grpSpPr>
        <p:cxnSp>
          <p:nvCxnSpPr>
            <p:cNvPr id="18" name="直线箭头连接符 17"/>
            <p:cNvCxnSpPr/>
            <p:nvPr/>
          </p:nvCxnSpPr>
          <p:spPr>
            <a:xfrm>
              <a:off x="6634270" y="3446813"/>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6268510" y="4029554"/>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03</a:t>
              </a:r>
            </a:p>
          </p:txBody>
        </p:sp>
      </p:grpSp>
      <p:sp>
        <p:nvSpPr>
          <p:cNvPr id="22" name="文本占位符 31"/>
          <p:cNvSpPr>
            <a:spLocks noGrp="1"/>
          </p:cNvSpPr>
          <p:nvPr>
            <p:ph type="body" sz="quarter" idx="13" hasCustomPrompt="1"/>
          </p:nvPr>
        </p:nvSpPr>
        <p:spPr>
          <a:xfrm>
            <a:off x="822406" y="445833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31"/>
          <p:cNvSpPr>
            <a:spLocks noGrp="1"/>
          </p:cNvSpPr>
          <p:nvPr>
            <p:ph type="body" sz="quarter" idx="15" hasCustomPrompt="1"/>
          </p:nvPr>
        </p:nvSpPr>
        <p:spPr>
          <a:xfrm>
            <a:off x="5385965" y="445833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0" name="文本占位符 31"/>
          <p:cNvSpPr>
            <a:spLocks noGrp="1"/>
          </p:cNvSpPr>
          <p:nvPr>
            <p:ph type="body" sz="quarter" idx="17" hasCustomPrompt="1"/>
          </p:nvPr>
        </p:nvSpPr>
        <p:spPr>
          <a:xfrm>
            <a:off x="3697334" y="164020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8" name="组合 7"/>
          <p:cNvGrpSpPr/>
          <p:nvPr userDrawn="1"/>
        </p:nvGrpSpPr>
        <p:grpSpPr>
          <a:xfrm>
            <a:off x="7605855" y="1890708"/>
            <a:ext cx="731592" cy="1182692"/>
            <a:chOff x="3917661" y="2246308"/>
            <a:chExt cx="731520" cy="1182692"/>
          </a:xfrm>
        </p:grpSpPr>
        <p:sp>
          <p:nvSpPr>
            <p:cNvPr id="9" name="圆角矩形 8"/>
            <p:cNvSpPr/>
            <p:nvPr/>
          </p:nvSpPr>
          <p:spPr>
            <a:xfrm>
              <a:off x="3917661"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04</a:t>
              </a:r>
            </a:p>
          </p:txBody>
        </p:sp>
        <p:cxnSp>
          <p:nvCxnSpPr>
            <p:cNvPr id="13" name="直线箭头连接符 11"/>
            <p:cNvCxnSpPr>
              <a:stCxn id="9" idx="2"/>
            </p:cNvCxnSpPr>
            <p:nvPr/>
          </p:nvCxnSpPr>
          <p:spPr>
            <a:xfrm>
              <a:off x="4283421"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 name="文本占位符 31"/>
          <p:cNvSpPr>
            <a:spLocks noGrp="1"/>
          </p:cNvSpPr>
          <p:nvPr>
            <p:ph type="body" sz="quarter" idx="19" hasCustomPrompt="1"/>
          </p:nvPr>
        </p:nvSpPr>
        <p:spPr>
          <a:xfrm>
            <a:off x="8420294" y="164020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18" hasCustomPrompt="1"/>
          </p:nvPr>
        </p:nvSpPr>
        <p:spPr>
          <a:xfrm>
            <a:off x="822405" y="4932468"/>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5" name="文本占位符 2"/>
          <p:cNvSpPr>
            <a:spLocks noGrp="1"/>
          </p:cNvSpPr>
          <p:nvPr>
            <p:ph type="body" sz="quarter" idx="20" hasCustomPrompt="1"/>
          </p:nvPr>
        </p:nvSpPr>
        <p:spPr>
          <a:xfrm>
            <a:off x="3690973" y="2113380"/>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7" name="文本占位符 2"/>
          <p:cNvSpPr>
            <a:spLocks noGrp="1"/>
          </p:cNvSpPr>
          <p:nvPr>
            <p:ph type="body" sz="quarter" idx="21" hasCustomPrompt="1"/>
          </p:nvPr>
        </p:nvSpPr>
        <p:spPr>
          <a:xfrm>
            <a:off x="8428670" y="2113380"/>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2"/>
          <p:cNvSpPr>
            <a:spLocks noGrp="1"/>
          </p:cNvSpPr>
          <p:nvPr>
            <p:ph type="body" sz="quarter" idx="22" hasCustomPrompt="1"/>
          </p:nvPr>
        </p:nvSpPr>
        <p:spPr>
          <a:xfrm>
            <a:off x="5384762" y="4942497"/>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通用版式">
    <p:spTree>
      <p:nvGrpSpPr>
        <p:cNvPr id="1" name=""/>
        <p:cNvGrpSpPr/>
        <p:nvPr/>
      </p:nvGrpSpPr>
      <p:grpSpPr>
        <a:xfrm>
          <a:off x="0" y="0"/>
          <a:ext cx="0" cy="0"/>
          <a:chOff x="0" y="0"/>
          <a:chExt cx="0" cy="0"/>
        </a:xfrm>
      </p:grpSpPr>
      <p:cxnSp>
        <p:nvCxnSpPr>
          <p:cNvPr id="3" name="直线箭头连接符 2"/>
          <p:cNvCxnSpPr/>
          <p:nvPr userDrawn="1"/>
        </p:nvCxnSpPr>
        <p:spPr>
          <a:xfrm>
            <a:off x="689879" y="3060700"/>
            <a:ext cx="10701138" cy="0"/>
          </a:xfrm>
          <a:prstGeom prst="straightConnector1">
            <a:avLst/>
          </a:prstGeom>
          <a:ln>
            <a:solidFill>
              <a:srgbClr val="99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981874" y="3073400"/>
            <a:ext cx="731592" cy="1314261"/>
            <a:chOff x="981777" y="3429000"/>
            <a:chExt cx="731520" cy="1314261"/>
          </a:xfrm>
        </p:grpSpPr>
        <p:cxnSp>
          <p:nvCxnSpPr>
            <p:cNvPr id="6" name="直线箭头连接符 5"/>
            <p:cNvCxnSpPr/>
            <p:nvPr/>
          </p:nvCxnSpPr>
          <p:spPr>
            <a:xfrm>
              <a:off x="1347537" y="3429000"/>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981777" y="4011741"/>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01</a:t>
              </a:r>
            </a:p>
          </p:txBody>
        </p:sp>
      </p:grpSp>
      <p:grpSp>
        <p:nvGrpSpPr>
          <p:cNvPr id="10" name="组合 9"/>
          <p:cNvGrpSpPr/>
          <p:nvPr userDrawn="1"/>
        </p:nvGrpSpPr>
        <p:grpSpPr>
          <a:xfrm>
            <a:off x="1928773" y="1890708"/>
            <a:ext cx="731592" cy="1182692"/>
            <a:chOff x="3917661" y="2246308"/>
            <a:chExt cx="731520" cy="1182692"/>
          </a:xfrm>
        </p:grpSpPr>
        <p:sp>
          <p:nvSpPr>
            <p:cNvPr id="11" name="圆角矩形 10"/>
            <p:cNvSpPr/>
            <p:nvPr/>
          </p:nvSpPr>
          <p:spPr>
            <a:xfrm>
              <a:off x="3917661"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02</a:t>
              </a:r>
            </a:p>
          </p:txBody>
        </p:sp>
        <p:cxnSp>
          <p:nvCxnSpPr>
            <p:cNvPr id="12" name="直线箭头连接符 11"/>
            <p:cNvCxnSpPr>
              <a:stCxn id="11" idx="2"/>
            </p:cNvCxnSpPr>
            <p:nvPr/>
          </p:nvCxnSpPr>
          <p:spPr>
            <a:xfrm>
              <a:off x="4283421"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4320984" y="3078513"/>
            <a:ext cx="731592" cy="1314261"/>
            <a:chOff x="6268510" y="3446813"/>
            <a:chExt cx="731520" cy="1314261"/>
          </a:xfrm>
        </p:grpSpPr>
        <p:cxnSp>
          <p:nvCxnSpPr>
            <p:cNvPr id="18" name="直线箭头连接符 17"/>
            <p:cNvCxnSpPr/>
            <p:nvPr/>
          </p:nvCxnSpPr>
          <p:spPr>
            <a:xfrm>
              <a:off x="6634270" y="3446813"/>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6268510" y="4029554"/>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03</a:t>
              </a:r>
            </a:p>
          </p:txBody>
        </p:sp>
      </p:grpSp>
      <p:sp>
        <p:nvSpPr>
          <p:cNvPr id="22" name="文本占位符 31"/>
          <p:cNvSpPr>
            <a:spLocks noGrp="1"/>
          </p:cNvSpPr>
          <p:nvPr>
            <p:ph type="body" sz="quarter" idx="13" hasCustomPrompt="1"/>
          </p:nvPr>
        </p:nvSpPr>
        <p:spPr>
          <a:xfrm>
            <a:off x="822406" y="447230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31"/>
          <p:cNvSpPr>
            <a:spLocks noGrp="1"/>
          </p:cNvSpPr>
          <p:nvPr>
            <p:ph type="body" sz="quarter" idx="15" hasCustomPrompt="1"/>
          </p:nvPr>
        </p:nvSpPr>
        <p:spPr>
          <a:xfrm>
            <a:off x="4255782" y="447230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0" name="文本占位符 31"/>
          <p:cNvSpPr>
            <a:spLocks noGrp="1"/>
          </p:cNvSpPr>
          <p:nvPr>
            <p:ph type="body" sz="quarter" idx="17" hasCustomPrompt="1"/>
          </p:nvPr>
        </p:nvSpPr>
        <p:spPr>
          <a:xfrm>
            <a:off x="2742577" y="165417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8" name="组合 7"/>
          <p:cNvGrpSpPr/>
          <p:nvPr userDrawn="1"/>
        </p:nvGrpSpPr>
        <p:grpSpPr>
          <a:xfrm>
            <a:off x="6171878" y="1890708"/>
            <a:ext cx="731592" cy="1182692"/>
            <a:chOff x="3917659" y="2246308"/>
            <a:chExt cx="731520" cy="1182692"/>
          </a:xfrm>
        </p:grpSpPr>
        <p:sp>
          <p:nvSpPr>
            <p:cNvPr id="9" name="圆角矩形 8"/>
            <p:cNvSpPr/>
            <p:nvPr/>
          </p:nvSpPr>
          <p:spPr>
            <a:xfrm>
              <a:off x="3917659"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04</a:t>
              </a:r>
            </a:p>
          </p:txBody>
        </p:sp>
        <p:cxnSp>
          <p:nvCxnSpPr>
            <p:cNvPr id="13" name="直线箭头连接符 11"/>
            <p:cNvCxnSpPr>
              <a:stCxn id="9" idx="2"/>
            </p:cNvCxnSpPr>
            <p:nvPr/>
          </p:nvCxnSpPr>
          <p:spPr>
            <a:xfrm>
              <a:off x="4283422"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 name="文本占位符 31"/>
          <p:cNvSpPr>
            <a:spLocks noGrp="1"/>
          </p:cNvSpPr>
          <p:nvPr>
            <p:ph type="body" sz="quarter" idx="19" hasCustomPrompt="1"/>
          </p:nvPr>
        </p:nvSpPr>
        <p:spPr>
          <a:xfrm>
            <a:off x="6985684" y="165417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18" hasCustomPrompt="1"/>
          </p:nvPr>
        </p:nvSpPr>
        <p:spPr>
          <a:xfrm>
            <a:off x="822405" y="4932468"/>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5" name="文本占位符 2"/>
          <p:cNvSpPr>
            <a:spLocks noGrp="1"/>
          </p:cNvSpPr>
          <p:nvPr>
            <p:ph type="body" sz="quarter" idx="20" hasCustomPrompt="1"/>
          </p:nvPr>
        </p:nvSpPr>
        <p:spPr>
          <a:xfrm>
            <a:off x="2736851" y="2113380"/>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7" name="文本占位符 2"/>
          <p:cNvSpPr>
            <a:spLocks noGrp="1"/>
          </p:cNvSpPr>
          <p:nvPr>
            <p:ph type="body" sz="quarter" idx="21" hasCustomPrompt="1"/>
          </p:nvPr>
        </p:nvSpPr>
        <p:spPr>
          <a:xfrm>
            <a:off x="6994695" y="2113380"/>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2"/>
          <p:cNvSpPr>
            <a:spLocks noGrp="1"/>
          </p:cNvSpPr>
          <p:nvPr>
            <p:ph type="body" sz="quarter" idx="22" hasCustomPrompt="1"/>
          </p:nvPr>
        </p:nvSpPr>
        <p:spPr>
          <a:xfrm>
            <a:off x="4254579" y="4942497"/>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grpSp>
        <p:nvGrpSpPr>
          <p:cNvPr id="15" name="组合 14"/>
          <p:cNvGrpSpPr/>
          <p:nvPr userDrawn="1"/>
        </p:nvGrpSpPr>
        <p:grpSpPr>
          <a:xfrm>
            <a:off x="7820088" y="3078513"/>
            <a:ext cx="731592" cy="1314261"/>
            <a:chOff x="6268510" y="3446813"/>
            <a:chExt cx="731520" cy="1314261"/>
          </a:xfrm>
        </p:grpSpPr>
        <p:cxnSp>
          <p:nvCxnSpPr>
            <p:cNvPr id="21" name="直线箭头连接符 20"/>
            <p:cNvCxnSpPr/>
            <p:nvPr/>
          </p:nvCxnSpPr>
          <p:spPr>
            <a:xfrm>
              <a:off x="6634270" y="3446813"/>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a:xfrm>
              <a:off x="6268510" y="4029554"/>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05</a:t>
              </a:r>
            </a:p>
          </p:txBody>
        </p:sp>
      </p:grpSp>
      <p:sp>
        <p:nvSpPr>
          <p:cNvPr id="24" name="文本占位符 31"/>
          <p:cNvSpPr>
            <a:spLocks noGrp="1"/>
          </p:cNvSpPr>
          <p:nvPr>
            <p:ph type="body" sz="quarter" idx="23" hasCustomPrompt="1"/>
          </p:nvPr>
        </p:nvSpPr>
        <p:spPr>
          <a:xfrm>
            <a:off x="7754251" y="4472305"/>
            <a:ext cx="2917477" cy="46037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6" name="文本占位符 2"/>
          <p:cNvSpPr>
            <a:spLocks noGrp="1"/>
          </p:cNvSpPr>
          <p:nvPr>
            <p:ph type="body" sz="quarter" idx="24" hasCustomPrompt="1"/>
          </p:nvPr>
        </p:nvSpPr>
        <p:spPr>
          <a:xfrm>
            <a:off x="7753683" y="4942497"/>
            <a:ext cx="2917477" cy="866584"/>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7"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纯文字（标题＋文字-4点）">
    <p:spTree>
      <p:nvGrpSpPr>
        <p:cNvPr id="1" name=""/>
        <p:cNvGrpSpPr/>
        <p:nvPr/>
      </p:nvGrpSpPr>
      <p:grpSpPr>
        <a:xfrm>
          <a:off x="0" y="0"/>
          <a:ext cx="0" cy="0"/>
          <a:chOff x="0" y="0"/>
          <a:chExt cx="0" cy="0"/>
        </a:xfrm>
      </p:grpSpPr>
      <p:sp>
        <p:nvSpPr>
          <p:cNvPr id="10" name="圆角矩形 9"/>
          <p:cNvSpPr/>
          <p:nvPr userDrawn="1"/>
        </p:nvSpPr>
        <p:spPr>
          <a:xfrm>
            <a:off x="495935" y="1435735"/>
            <a:ext cx="5600700" cy="165354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椭圆 3"/>
          <p:cNvSpPr/>
          <p:nvPr userDrawn="1"/>
        </p:nvSpPr>
        <p:spPr>
          <a:xfrm>
            <a:off x="6990788" y="1674434"/>
            <a:ext cx="4360714" cy="436028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1" name="文本占位符 29"/>
          <p:cNvSpPr>
            <a:spLocks noGrp="1"/>
          </p:cNvSpPr>
          <p:nvPr>
            <p:ph type="body" sz="quarter" idx="15" hasCustomPrompt="1"/>
          </p:nvPr>
        </p:nvSpPr>
        <p:spPr>
          <a:xfrm>
            <a:off x="7767337" y="2229613"/>
            <a:ext cx="2618932" cy="331978"/>
          </a:xfrm>
          <a:prstGeom prst="rect">
            <a:avLst/>
          </a:prstGeom>
        </p:spPr>
        <p:txBody>
          <a:bodyPr anchor="ctr">
            <a:noAutofit/>
          </a:bodyPr>
          <a:lstStyle>
            <a:lvl1pPr marL="0" indent="0" algn="ctr">
              <a:buNone/>
              <a:defRPr sz="2000" b="1">
                <a:solidFill>
                  <a:srgbClr val="9A0000"/>
                </a:solidFill>
                <a:latin typeface="微软雅黑" panose="020B0503020204020204" charset="-122"/>
                <a:ea typeface="微软雅黑" panose="020B0503020204020204" charset="-122"/>
              </a:defRPr>
            </a:lvl1pPr>
          </a:lstStyle>
          <a:p>
            <a:pPr lvl="0"/>
            <a:r>
              <a:rPr kumimoji="1" lang="zh-CN" altLang="en-US" dirty="0"/>
              <a:t>概括类标题</a:t>
            </a:r>
          </a:p>
        </p:txBody>
      </p:sp>
      <p:sp>
        <p:nvSpPr>
          <p:cNvPr id="8" name="文本框 7"/>
          <p:cNvSpPr txBox="1"/>
          <p:nvPr userDrawn="1"/>
        </p:nvSpPr>
        <p:spPr>
          <a:xfrm>
            <a:off x="7218931" y="4124407"/>
            <a:ext cx="3333615" cy="523220"/>
          </a:xfrm>
          <a:prstGeom prst="rect">
            <a:avLst/>
          </a:prstGeom>
          <a:noFill/>
        </p:spPr>
        <p:txBody>
          <a:bodyPr wrap="square" rtlCol="0">
            <a:noAutofit/>
            <a:scene3d>
              <a:camera prst="orthographicFront"/>
              <a:lightRig rig="threePt" dir="t"/>
            </a:scene3d>
            <a:sp3d contourW="12700"/>
          </a:bodyPr>
          <a:lstStyle/>
          <a:p>
            <a:pPr>
              <a:lnSpc>
                <a:spcPct val="150000"/>
              </a:lnSpc>
            </a:pPr>
            <a:endParaRPr lang="zh-CN" altLang="en-US" sz="1600" dirty="0">
              <a:solidFill>
                <a:srgbClr val="979797"/>
              </a:solidFill>
              <a:latin typeface="微软雅黑" panose="020B0503020204020204" charset="-122"/>
              <a:ea typeface="微软雅黑" panose="020B0503020204020204" charset="-122"/>
              <a:cs typeface="+mn-ea"/>
              <a:sym typeface="+mn-lt"/>
            </a:endParaRPr>
          </a:p>
        </p:txBody>
      </p:sp>
      <p:cxnSp>
        <p:nvCxnSpPr>
          <p:cNvPr id="14" name="直接连接符 31"/>
          <p:cNvCxnSpPr/>
          <p:nvPr userDrawn="1"/>
        </p:nvCxnSpPr>
        <p:spPr>
          <a:xfrm flipH="1">
            <a:off x="8894301" y="5317067"/>
            <a:ext cx="742832" cy="0"/>
          </a:xfrm>
          <a:prstGeom prst="line">
            <a:avLst/>
          </a:prstGeom>
          <a:ln w="76200">
            <a:solidFill>
              <a:srgbClr val="990000"/>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userDrawn="1"/>
        </p:nvGrpSpPr>
        <p:grpSpPr>
          <a:xfrm>
            <a:off x="5535840" y="3411030"/>
            <a:ext cx="1012290" cy="1012190"/>
            <a:chOff x="8717" y="5236"/>
            <a:chExt cx="1594" cy="1594"/>
          </a:xfrm>
        </p:grpSpPr>
        <p:sp>
          <p:nvSpPr>
            <p:cNvPr id="25" name="íṧ1îḋê"/>
            <p:cNvSpPr/>
            <p:nvPr/>
          </p:nvSpPr>
          <p:spPr>
            <a:xfrm>
              <a:off x="8717" y="5236"/>
              <a:ext cx="1595" cy="1595"/>
            </a:xfrm>
            <a:prstGeom prst="ellipse">
              <a:avLst/>
            </a:prstGeom>
            <a:solidFill>
              <a:srgbClr val="8080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27" name="efficiency_158344"/>
            <p:cNvSpPr>
              <a:spLocks noChangeAspect="1"/>
            </p:cNvSpPr>
            <p:nvPr/>
          </p:nvSpPr>
          <p:spPr bwMode="auto">
            <a:xfrm>
              <a:off x="9118" y="5657"/>
              <a:ext cx="791" cy="790"/>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32" name="íṧ1îḋê"/>
          <p:cNvSpPr/>
          <p:nvPr userDrawn="1"/>
        </p:nvSpPr>
        <p:spPr>
          <a:xfrm>
            <a:off x="5535205" y="1748473"/>
            <a:ext cx="1012925" cy="1012825"/>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33" name="efficiency_158344"/>
          <p:cNvSpPr>
            <a:spLocks noChangeAspect="1"/>
          </p:cNvSpPr>
          <p:nvPr userDrawn="1"/>
        </p:nvSpPr>
        <p:spPr bwMode="auto">
          <a:xfrm>
            <a:off x="5790500" y="2004060"/>
            <a:ext cx="502334" cy="501650"/>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36" name="文本占位符 29"/>
          <p:cNvSpPr>
            <a:spLocks noGrp="1"/>
          </p:cNvSpPr>
          <p:nvPr>
            <p:ph type="body" sz="quarter" idx="19" hasCustomPrompt="1"/>
          </p:nvPr>
        </p:nvSpPr>
        <p:spPr>
          <a:xfrm>
            <a:off x="2832376" y="3261573"/>
            <a:ext cx="2618932" cy="460375"/>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51" name="文本占位符 29"/>
          <p:cNvSpPr>
            <a:spLocks noGrp="1"/>
          </p:cNvSpPr>
          <p:nvPr>
            <p:ph type="body" sz="quarter" idx="23" hasCustomPrompt="1"/>
          </p:nvPr>
        </p:nvSpPr>
        <p:spPr>
          <a:xfrm>
            <a:off x="2832376" y="1645773"/>
            <a:ext cx="2618932" cy="460375"/>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5" hasCustomPrompt="1"/>
          </p:nvPr>
        </p:nvSpPr>
        <p:spPr>
          <a:xfrm>
            <a:off x="665480" y="2101850"/>
            <a:ext cx="4785995" cy="7874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2"/>
          <p:cNvSpPr>
            <a:spLocks noGrp="1"/>
          </p:cNvSpPr>
          <p:nvPr>
            <p:ph type="body" sz="quarter" idx="26" hasCustomPrompt="1"/>
          </p:nvPr>
        </p:nvSpPr>
        <p:spPr>
          <a:xfrm>
            <a:off x="665480" y="3723005"/>
            <a:ext cx="4785995" cy="78803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文本占位符 2"/>
          <p:cNvSpPr>
            <a:spLocks noGrp="1"/>
          </p:cNvSpPr>
          <p:nvPr>
            <p:ph type="body" sz="quarter" idx="28" hasCustomPrompt="1"/>
          </p:nvPr>
        </p:nvSpPr>
        <p:spPr>
          <a:xfrm>
            <a:off x="7465802" y="2610522"/>
            <a:ext cx="3410686" cy="2473909"/>
          </a:xfrm>
          <a:prstGeom prst="rect">
            <a:avLst/>
          </a:prstGeom>
        </p:spPr>
        <p:txBody>
          <a:bodyPr/>
          <a:lstStyle>
            <a:lvl1pPr marL="285750" indent="-285750">
              <a:lnSpc>
                <a:spcPct val="125000"/>
              </a:lnSpc>
              <a:buFont typeface="Arial" panose="020B0604020202020204" pitchFamily="34" charset="0"/>
              <a:buChar char="•"/>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此处编辑要点</a:t>
            </a:r>
          </a:p>
        </p:txBody>
      </p:sp>
      <p:sp>
        <p:nvSpPr>
          <p:cNvPr id="9"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15" name="圆角矩形 14"/>
          <p:cNvSpPr/>
          <p:nvPr userDrawn="1"/>
        </p:nvSpPr>
        <p:spPr>
          <a:xfrm>
            <a:off x="496570" y="4647565"/>
            <a:ext cx="5600700" cy="165354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íṧ1îḋê"/>
          <p:cNvSpPr/>
          <p:nvPr userDrawn="1"/>
        </p:nvSpPr>
        <p:spPr>
          <a:xfrm>
            <a:off x="5535840" y="4967923"/>
            <a:ext cx="1012925" cy="1012825"/>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17" name="efficiency_158344"/>
          <p:cNvSpPr>
            <a:spLocks noChangeAspect="1"/>
          </p:cNvSpPr>
          <p:nvPr userDrawn="1"/>
        </p:nvSpPr>
        <p:spPr bwMode="auto">
          <a:xfrm>
            <a:off x="5791135" y="5223510"/>
            <a:ext cx="502334" cy="501650"/>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8" name="文本占位符 29"/>
          <p:cNvSpPr>
            <a:spLocks noGrp="1"/>
          </p:cNvSpPr>
          <p:nvPr>
            <p:ph type="body" sz="quarter" idx="29" hasCustomPrompt="1"/>
          </p:nvPr>
        </p:nvSpPr>
        <p:spPr>
          <a:xfrm>
            <a:off x="2833011" y="4857603"/>
            <a:ext cx="2618932" cy="460375"/>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9" name="文本占位符 2"/>
          <p:cNvSpPr>
            <a:spLocks noGrp="1"/>
          </p:cNvSpPr>
          <p:nvPr>
            <p:ph type="body" sz="quarter" idx="30" hasCustomPrompt="1"/>
          </p:nvPr>
        </p:nvSpPr>
        <p:spPr>
          <a:xfrm>
            <a:off x="666115" y="5313680"/>
            <a:ext cx="4785995" cy="787400"/>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43064" y="349895"/>
            <a:ext cx="6854747" cy="460375"/>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2026/1/29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
        <p:nvSpPr>
          <p:cNvPr id="6" name="圆: 空心 9"/>
          <p:cNvSpPr/>
          <p:nvPr userDrawn="1">
            <p:custDataLst>
              <p:tags r:id="rId1"/>
            </p:custDataLst>
          </p:nvPr>
        </p:nvSpPr>
        <p:spPr>
          <a:xfrm>
            <a:off x="4696982" y="2153840"/>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nvGrpSpPr>
          <p:cNvPr id="7" name="组合 6"/>
          <p:cNvGrpSpPr/>
          <p:nvPr userDrawn="1"/>
        </p:nvGrpSpPr>
        <p:grpSpPr>
          <a:xfrm>
            <a:off x="4834162" y="3449688"/>
            <a:ext cx="1102039" cy="1445390"/>
            <a:chOff x="4976816" y="4086709"/>
            <a:chExt cx="1101930" cy="1445390"/>
          </a:xfrm>
        </p:grpSpPr>
        <p:sp>
          <p:nvSpPr>
            <p:cNvPr id="8" name="箭头: V 形 3"/>
            <p:cNvSpPr/>
            <p:nvPr>
              <p:custDataLst>
                <p:tags r:id="rId17"/>
              </p:custDataLst>
            </p:nvPr>
          </p:nvSpPr>
          <p:spPr>
            <a:xfrm rot="15399425">
              <a:off x="4805086" y="4258439"/>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9" name="analysis_295050"/>
            <p:cNvSpPr>
              <a:spLocks noChangeAspect="1"/>
            </p:cNvSpPr>
            <p:nvPr>
              <p:custDataLst>
                <p:tags r:id="rId18"/>
              </p:custDataLst>
            </p:nvPr>
          </p:nvSpPr>
          <p:spPr bwMode="auto">
            <a:xfrm>
              <a:off x="5244462" y="4781762"/>
              <a:ext cx="357191" cy="229928"/>
            </a:xfrm>
            <a:custGeom>
              <a:avLst/>
              <a:gdLst>
                <a:gd name="connsiteX0" fmla="*/ 143953 w 607639"/>
                <a:gd name="connsiteY0" fmla="*/ 239428 h 391144"/>
                <a:gd name="connsiteX1" fmla="*/ 223838 w 607639"/>
                <a:gd name="connsiteY1" fmla="*/ 239428 h 391144"/>
                <a:gd name="connsiteX2" fmla="*/ 239851 w 607639"/>
                <a:gd name="connsiteY2" fmla="*/ 239428 h 391144"/>
                <a:gd name="connsiteX3" fmla="*/ 239851 w 607639"/>
                <a:gd name="connsiteY3" fmla="*/ 287271 h 391144"/>
                <a:gd name="connsiteX4" fmla="*/ 223838 w 607639"/>
                <a:gd name="connsiteY4" fmla="*/ 287271 h 391144"/>
                <a:gd name="connsiteX5" fmla="*/ 143953 w 607639"/>
                <a:gd name="connsiteY5" fmla="*/ 287271 h 391144"/>
                <a:gd name="connsiteX6" fmla="*/ 143953 w 607639"/>
                <a:gd name="connsiteY6" fmla="*/ 167593 h 391144"/>
                <a:gd name="connsiteX7" fmla="*/ 239851 w 607639"/>
                <a:gd name="connsiteY7" fmla="*/ 167593 h 391144"/>
                <a:gd name="connsiteX8" fmla="*/ 239851 w 607639"/>
                <a:gd name="connsiteY8" fmla="*/ 215507 h 391144"/>
                <a:gd name="connsiteX9" fmla="*/ 143953 w 607639"/>
                <a:gd name="connsiteY9" fmla="*/ 215507 h 391144"/>
                <a:gd name="connsiteX10" fmla="*/ 415772 w 607639"/>
                <a:gd name="connsiteY10" fmla="*/ 143601 h 391144"/>
                <a:gd name="connsiteX11" fmla="*/ 463686 w 607639"/>
                <a:gd name="connsiteY11" fmla="*/ 143601 h 391144"/>
                <a:gd name="connsiteX12" fmla="*/ 463686 w 607639"/>
                <a:gd name="connsiteY12" fmla="*/ 287272 h 391144"/>
                <a:gd name="connsiteX13" fmla="*/ 415772 w 607639"/>
                <a:gd name="connsiteY13" fmla="*/ 287272 h 391144"/>
                <a:gd name="connsiteX14" fmla="*/ 287836 w 607639"/>
                <a:gd name="connsiteY14" fmla="*/ 143601 h 391144"/>
                <a:gd name="connsiteX15" fmla="*/ 335820 w 607639"/>
                <a:gd name="connsiteY15" fmla="*/ 143601 h 391144"/>
                <a:gd name="connsiteX16" fmla="*/ 335820 w 607639"/>
                <a:gd name="connsiteY16" fmla="*/ 287272 h 391144"/>
                <a:gd name="connsiteX17" fmla="*/ 287836 w 607639"/>
                <a:gd name="connsiteY17" fmla="*/ 287272 h 391144"/>
                <a:gd name="connsiteX18" fmla="*/ 351769 w 607639"/>
                <a:gd name="connsiteY18" fmla="*/ 95757 h 391144"/>
                <a:gd name="connsiteX19" fmla="*/ 399683 w 607639"/>
                <a:gd name="connsiteY19" fmla="*/ 95757 h 391144"/>
                <a:gd name="connsiteX20" fmla="*/ 399683 w 607639"/>
                <a:gd name="connsiteY20" fmla="*/ 287271 h 391144"/>
                <a:gd name="connsiteX21" fmla="*/ 351769 w 607639"/>
                <a:gd name="connsiteY21" fmla="*/ 287271 h 391144"/>
                <a:gd name="connsiteX22" fmla="*/ 95948 w 607639"/>
                <a:gd name="connsiteY22" fmla="*/ 47904 h 391144"/>
                <a:gd name="connsiteX23" fmla="*/ 95948 w 607639"/>
                <a:gd name="connsiteY23" fmla="*/ 343240 h 391144"/>
                <a:gd name="connsiteX24" fmla="*/ 511691 w 607639"/>
                <a:gd name="connsiteY24" fmla="*/ 343240 h 391144"/>
                <a:gd name="connsiteX25" fmla="*/ 511691 w 607639"/>
                <a:gd name="connsiteY25" fmla="*/ 47904 h 391144"/>
                <a:gd name="connsiteX26" fmla="*/ 47974 w 607639"/>
                <a:gd name="connsiteY26" fmla="*/ 0 h 391144"/>
                <a:gd name="connsiteX27" fmla="*/ 559665 w 607639"/>
                <a:gd name="connsiteY27" fmla="*/ 0 h 391144"/>
                <a:gd name="connsiteX28" fmla="*/ 559665 w 607639"/>
                <a:gd name="connsiteY28" fmla="*/ 343240 h 391144"/>
                <a:gd name="connsiteX29" fmla="*/ 607639 w 607639"/>
                <a:gd name="connsiteY29" fmla="*/ 343240 h 391144"/>
                <a:gd name="connsiteX30" fmla="*/ 607639 w 607639"/>
                <a:gd name="connsiteY30" fmla="*/ 391144 h 391144"/>
                <a:gd name="connsiteX31" fmla="*/ 0 w 607639"/>
                <a:gd name="connsiteY31" fmla="*/ 391144 h 391144"/>
                <a:gd name="connsiteX32" fmla="*/ 0 w 607639"/>
                <a:gd name="connsiteY32" fmla="*/ 343240 h 391144"/>
                <a:gd name="connsiteX33" fmla="*/ 47974 w 607639"/>
                <a:gd name="connsiteY33" fmla="*/ 343240 h 39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7639" h="391144">
                  <a:moveTo>
                    <a:pt x="143953" y="239428"/>
                  </a:moveTo>
                  <a:lnTo>
                    <a:pt x="223838" y="239428"/>
                  </a:lnTo>
                  <a:lnTo>
                    <a:pt x="239851" y="239428"/>
                  </a:lnTo>
                  <a:lnTo>
                    <a:pt x="239851" y="287271"/>
                  </a:lnTo>
                  <a:lnTo>
                    <a:pt x="223838" y="287271"/>
                  </a:lnTo>
                  <a:lnTo>
                    <a:pt x="143953" y="287271"/>
                  </a:lnTo>
                  <a:close/>
                  <a:moveTo>
                    <a:pt x="143953" y="167593"/>
                  </a:moveTo>
                  <a:lnTo>
                    <a:pt x="239851" y="167593"/>
                  </a:lnTo>
                  <a:lnTo>
                    <a:pt x="239851" y="215507"/>
                  </a:lnTo>
                  <a:lnTo>
                    <a:pt x="143953" y="215507"/>
                  </a:lnTo>
                  <a:close/>
                  <a:moveTo>
                    <a:pt x="415772" y="143601"/>
                  </a:moveTo>
                  <a:lnTo>
                    <a:pt x="463686" y="143601"/>
                  </a:lnTo>
                  <a:lnTo>
                    <a:pt x="463686" y="287272"/>
                  </a:lnTo>
                  <a:lnTo>
                    <a:pt x="415772" y="287272"/>
                  </a:lnTo>
                  <a:close/>
                  <a:moveTo>
                    <a:pt x="287836" y="143601"/>
                  </a:moveTo>
                  <a:lnTo>
                    <a:pt x="335820" y="143601"/>
                  </a:lnTo>
                  <a:lnTo>
                    <a:pt x="335820" y="287272"/>
                  </a:lnTo>
                  <a:lnTo>
                    <a:pt x="287836" y="287272"/>
                  </a:lnTo>
                  <a:close/>
                  <a:moveTo>
                    <a:pt x="351769" y="95757"/>
                  </a:moveTo>
                  <a:lnTo>
                    <a:pt x="399683" y="95757"/>
                  </a:lnTo>
                  <a:lnTo>
                    <a:pt x="399683" y="287271"/>
                  </a:lnTo>
                  <a:lnTo>
                    <a:pt x="351769" y="287271"/>
                  </a:lnTo>
                  <a:close/>
                  <a:moveTo>
                    <a:pt x="95948" y="47904"/>
                  </a:moveTo>
                  <a:lnTo>
                    <a:pt x="95948" y="343240"/>
                  </a:lnTo>
                  <a:lnTo>
                    <a:pt x="511691" y="343240"/>
                  </a:lnTo>
                  <a:lnTo>
                    <a:pt x="511691" y="47904"/>
                  </a:lnTo>
                  <a:close/>
                  <a:moveTo>
                    <a:pt x="47974" y="0"/>
                  </a:moveTo>
                  <a:lnTo>
                    <a:pt x="559665" y="0"/>
                  </a:lnTo>
                  <a:lnTo>
                    <a:pt x="559665" y="343240"/>
                  </a:lnTo>
                  <a:lnTo>
                    <a:pt x="607639" y="343240"/>
                  </a:lnTo>
                  <a:lnTo>
                    <a:pt x="607639" y="391144"/>
                  </a:lnTo>
                  <a:lnTo>
                    <a:pt x="0" y="391144"/>
                  </a:lnTo>
                  <a:lnTo>
                    <a:pt x="0" y="343240"/>
                  </a:lnTo>
                  <a:lnTo>
                    <a:pt x="47974" y="343240"/>
                  </a:lnTo>
                  <a:close/>
                </a:path>
              </a:pathLst>
            </a:custGeom>
            <a:solidFill>
              <a:schemeClr val="bg1"/>
            </a:solidFill>
            <a:ln>
              <a:noFill/>
            </a:ln>
          </p:spPr>
          <p:txBody>
            <a:bodyPr>
              <a:normAutofit fontScale="400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0" name="组合 9"/>
          <p:cNvGrpSpPr/>
          <p:nvPr userDrawn="1"/>
        </p:nvGrpSpPr>
        <p:grpSpPr>
          <a:xfrm>
            <a:off x="4602659" y="2298138"/>
            <a:ext cx="1445532" cy="1101930"/>
            <a:chOff x="4758036" y="2947859"/>
            <a:chExt cx="1445390" cy="1101930"/>
          </a:xfrm>
        </p:grpSpPr>
        <p:sp>
          <p:nvSpPr>
            <p:cNvPr id="11" name="箭头: V 形 3"/>
            <p:cNvSpPr/>
            <p:nvPr>
              <p:custDataLst>
                <p:tags r:id="rId15"/>
              </p:custDataLst>
            </p:nvPr>
          </p:nvSpPr>
          <p:spPr>
            <a:xfrm rot="20844493">
              <a:off x="4758036" y="2947859"/>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2" name="efficiency_158344"/>
            <p:cNvSpPr>
              <a:spLocks noChangeAspect="1"/>
            </p:cNvSpPr>
            <p:nvPr>
              <p:custDataLst>
                <p:tags r:id="rId16"/>
              </p:custDataLst>
            </p:nvPr>
          </p:nvSpPr>
          <p:spPr bwMode="auto">
            <a:xfrm>
              <a:off x="5257781" y="3199498"/>
              <a:ext cx="357192" cy="35656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50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3" name="组合 12"/>
          <p:cNvGrpSpPr/>
          <p:nvPr userDrawn="1"/>
        </p:nvGrpSpPr>
        <p:grpSpPr>
          <a:xfrm>
            <a:off x="5962841" y="3575751"/>
            <a:ext cx="1445532" cy="1101930"/>
            <a:chOff x="6105384" y="4212772"/>
            <a:chExt cx="1445390" cy="1101930"/>
          </a:xfrm>
        </p:grpSpPr>
        <p:sp>
          <p:nvSpPr>
            <p:cNvPr id="14" name="箭头: V 形 3"/>
            <p:cNvSpPr/>
            <p:nvPr>
              <p:custDataLst>
                <p:tags r:id="rId13"/>
              </p:custDataLst>
            </p:nvPr>
          </p:nvSpPr>
          <p:spPr>
            <a:xfrm rot="10168624">
              <a:off x="6105384" y="4212772"/>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5" name="iconfont-1191-801509"/>
            <p:cNvSpPr>
              <a:spLocks noChangeAspect="1"/>
            </p:cNvSpPr>
            <p:nvPr>
              <p:custDataLst>
                <p:tags r:id="rId14"/>
              </p:custDataLst>
            </p:nvPr>
          </p:nvSpPr>
          <p:spPr bwMode="auto">
            <a:xfrm rot="2628867">
              <a:off x="6781975" y="4668839"/>
              <a:ext cx="200502" cy="400901"/>
            </a:xfrm>
            <a:custGeom>
              <a:avLst/>
              <a:gdLst>
                <a:gd name="T0" fmla="*/ 541 w 4094"/>
                <a:gd name="T1" fmla="*/ 4469 h 8186"/>
                <a:gd name="T2" fmla="*/ 541 w 4094"/>
                <a:gd name="T3" fmla="*/ 4465 h 8186"/>
                <a:gd name="T4" fmla="*/ 3524 w 4094"/>
                <a:gd name="T5" fmla="*/ 4467 h 8186"/>
                <a:gd name="T6" fmla="*/ 3535 w 4094"/>
                <a:gd name="T7" fmla="*/ 4465 h 8186"/>
                <a:gd name="T8" fmla="*/ 4094 w 4094"/>
                <a:gd name="T9" fmla="*/ 5023 h 8186"/>
                <a:gd name="T10" fmla="*/ 3986 w 4094"/>
                <a:gd name="T11" fmla="*/ 5332 h 8186"/>
                <a:gd name="T12" fmla="*/ 3997 w 4094"/>
                <a:gd name="T13" fmla="*/ 5339 h 8186"/>
                <a:gd name="T14" fmla="*/ 3987 w 4094"/>
                <a:gd name="T15" fmla="*/ 5357 h 8186"/>
                <a:gd name="T16" fmla="*/ 3991 w 4094"/>
                <a:gd name="T17" fmla="*/ 5359 h 8186"/>
                <a:gd name="T18" fmla="*/ 2565 w 4094"/>
                <a:gd name="T19" fmla="*/ 7829 h 8186"/>
                <a:gd name="T20" fmla="*/ 2519 w 4094"/>
                <a:gd name="T21" fmla="*/ 7908 h 8186"/>
                <a:gd name="T22" fmla="*/ 2503 w 4094"/>
                <a:gd name="T23" fmla="*/ 7935 h 8186"/>
                <a:gd name="T24" fmla="*/ 2502 w 4094"/>
                <a:gd name="T25" fmla="*/ 7934 h 8186"/>
                <a:gd name="T26" fmla="*/ 2047 w 4094"/>
                <a:gd name="T27" fmla="*/ 8186 h 8186"/>
                <a:gd name="T28" fmla="*/ 1562 w 4094"/>
                <a:gd name="T29" fmla="*/ 7876 h 8186"/>
                <a:gd name="T30" fmla="*/ 97 w 4094"/>
                <a:gd name="T31" fmla="*/ 5339 h 8186"/>
                <a:gd name="T32" fmla="*/ 109 w 4094"/>
                <a:gd name="T33" fmla="*/ 5331 h 8186"/>
                <a:gd name="T34" fmla="*/ 1 w 4094"/>
                <a:gd name="T35" fmla="*/ 5023 h 8186"/>
                <a:gd name="T36" fmla="*/ 541 w 4094"/>
                <a:gd name="T37" fmla="*/ 4469 h 8186"/>
                <a:gd name="T38" fmla="*/ 541 w 4094"/>
                <a:gd name="T39" fmla="*/ 4469 h 8186"/>
                <a:gd name="T40" fmla="*/ 541 w 4094"/>
                <a:gd name="T41" fmla="*/ 4469 h 8186"/>
                <a:gd name="T42" fmla="*/ 2047 w 4094"/>
                <a:gd name="T43" fmla="*/ 7228 h 8186"/>
                <a:gd name="T44" fmla="*/ 3213 w 4094"/>
                <a:gd name="T45" fmla="*/ 5209 h 8186"/>
                <a:gd name="T46" fmla="*/ 882 w 4094"/>
                <a:gd name="T47" fmla="*/ 5209 h 8186"/>
                <a:gd name="T48" fmla="*/ 2047 w 4094"/>
                <a:gd name="T49" fmla="*/ 7228 h 8186"/>
                <a:gd name="T50" fmla="*/ 3554 w 4094"/>
                <a:gd name="T51" fmla="*/ 3717 h 8186"/>
                <a:gd name="T52" fmla="*/ 3554 w 4094"/>
                <a:gd name="T53" fmla="*/ 3721 h 8186"/>
                <a:gd name="T54" fmla="*/ 579 w 4094"/>
                <a:gd name="T55" fmla="*/ 3721 h 8186"/>
                <a:gd name="T56" fmla="*/ 579 w 4094"/>
                <a:gd name="T57" fmla="*/ 3717 h 8186"/>
                <a:gd name="T58" fmla="*/ 559 w 4094"/>
                <a:gd name="T59" fmla="*/ 3721 h 8186"/>
                <a:gd name="T60" fmla="*/ 0 w 4094"/>
                <a:gd name="T61" fmla="*/ 3163 h 8186"/>
                <a:gd name="T62" fmla="*/ 118 w 4094"/>
                <a:gd name="T63" fmla="*/ 2835 h 8186"/>
                <a:gd name="T64" fmla="*/ 104 w 4094"/>
                <a:gd name="T65" fmla="*/ 2827 h 8186"/>
                <a:gd name="T66" fmla="*/ 1529 w 4094"/>
                <a:gd name="T67" fmla="*/ 357 h 8186"/>
                <a:gd name="T68" fmla="*/ 1576 w 4094"/>
                <a:gd name="T69" fmla="*/ 277 h 8186"/>
                <a:gd name="T70" fmla="*/ 1591 w 4094"/>
                <a:gd name="T71" fmla="*/ 251 h 8186"/>
                <a:gd name="T72" fmla="*/ 1593 w 4094"/>
                <a:gd name="T73" fmla="*/ 252 h 8186"/>
                <a:gd name="T74" fmla="*/ 2047 w 4094"/>
                <a:gd name="T75" fmla="*/ 0 h 8186"/>
                <a:gd name="T76" fmla="*/ 2570 w 4094"/>
                <a:gd name="T77" fmla="*/ 384 h 8186"/>
                <a:gd name="T78" fmla="*/ 3967 w 4094"/>
                <a:gd name="T79" fmla="*/ 2803 h 8186"/>
                <a:gd name="T80" fmla="*/ 3958 w 4094"/>
                <a:gd name="T81" fmla="*/ 2809 h 8186"/>
                <a:gd name="T82" fmla="*/ 4093 w 4094"/>
                <a:gd name="T83" fmla="*/ 3163 h 8186"/>
                <a:gd name="T84" fmla="*/ 3554 w 4094"/>
                <a:gd name="T85" fmla="*/ 3717 h 8186"/>
                <a:gd name="T86" fmla="*/ 3554 w 4094"/>
                <a:gd name="T87" fmla="*/ 3717 h 8186"/>
                <a:gd name="T88" fmla="*/ 3554 w 4094"/>
                <a:gd name="T89" fmla="*/ 3717 h 8186"/>
                <a:gd name="T90" fmla="*/ 3554 w 4094"/>
                <a:gd name="T91" fmla="*/ 3717 h 8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94" h="8186">
                  <a:moveTo>
                    <a:pt x="541" y="4469"/>
                  </a:moveTo>
                  <a:lnTo>
                    <a:pt x="541" y="4465"/>
                  </a:lnTo>
                  <a:lnTo>
                    <a:pt x="3524" y="4467"/>
                  </a:lnTo>
                  <a:cubicBezTo>
                    <a:pt x="3528" y="4466"/>
                    <a:pt x="3531" y="4465"/>
                    <a:pt x="3535" y="4465"/>
                  </a:cubicBezTo>
                  <a:cubicBezTo>
                    <a:pt x="3844" y="4465"/>
                    <a:pt x="4094" y="4715"/>
                    <a:pt x="4094" y="5023"/>
                  </a:cubicBezTo>
                  <a:cubicBezTo>
                    <a:pt x="4094" y="5141"/>
                    <a:pt x="4049" y="5243"/>
                    <a:pt x="3986" y="5332"/>
                  </a:cubicBezTo>
                  <a:lnTo>
                    <a:pt x="3997" y="5339"/>
                  </a:lnTo>
                  <a:lnTo>
                    <a:pt x="3987" y="5357"/>
                  </a:lnTo>
                  <a:lnTo>
                    <a:pt x="3991" y="5359"/>
                  </a:lnTo>
                  <a:lnTo>
                    <a:pt x="2565" y="7829"/>
                  </a:lnTo>
                  <a:cubicBezTo>
                    <a:pt x="2553" y="7858"/>
                    <a:pt x="2535" y="7882"/>
                    <a:pt x="2519" y="7908"/>
                  </a:cubicBezTo>
                  <a:lnTo>
                    <a:pt x="2503" y="7935"/>
                  </a:lnTo>
                  <a:lnTo>
                    <a:pt x="2502" y="7934"/>
                  </a:lnTo>
                  <a:cubicBezTo>
                    <a:pt x="2401" y="8082"/>
                    <a:pt x="2240" y="8186"/>
                    <a:pt x="2047" y="8186"/>
                  </a:cubicBezTo>
                  <a:cubicBezTo>
                    <a:pt x="1831" y="8186"/>
                    <a:pt x="1653" y="8057"/>
                    <a:pt x="1562" y="7876"/>
                  </a:cubicBezTo>
                  <a:lnTo>
                    <a:pt x="97" y="5339"/>
                  </a:lnTo>
                  <a:lnTo>
                    <a:pt x="109" y="5331"/>
                  </a:lnTo>
                  <a:cubicBezTo>
                    <a:pt x="46" y="5243"/>
                    <a:pt x="1" y="5141"/>
                    <a:pt x="1" y="5023"/>
                  </a:cubicBezTo>
                  <a:cubicBezTo>
                    <a:pt x="0" y="4721"/>
                    <a:pt x="241" y="4479"/>
                    <a:pt x="541" y="4469"/>
                  </a:cubicBezTo>
                  <a:lnTo>
                    <a:pt x="541" y="4469"/>
                  </a:lnTo>
                  <a:lnTo>
                    <a:pt x="541" y="4469"/>
                  </a:lnTo>
                  <a:close/>
                  <a:moveTo>
                    <a:pt x="2047" y="7228"/>
                  </a:moveTo>
                  <a:lnTo>
                    <a:pt x="3213" y="5209"/>
                  </a:lnTo>
                  <a:lnTo>
                    <a:pt x="882" y="5209"/>
                  </a:lnTo>
                  <a:lnTo>
                    <a:pt x="2047" y="7228"/>
                  </a:lnTo>
                  <a:close/>
                  <a:moveTo>
                    <a:pt x="3554" y="3717"/>
                  </a:moveTo>
                  <a:lnTo>
                    <a:pt x="3554" y="3721"/>
                  </a:lnTo>
                  <a:lnTo>
                    <a:pt x="579" y="3721"/>
                  </a:lnTo>
                  <a:lnTo>
                    <a:pt x="579" y="3717"/>
                  </a:lnTo>
                  <a:cubicBezTo>
                    <a:pt x="572" y="3717"/>
                    <a:pt x="566" y="3721"/>
                    <a:pt x="559" y="3721"/>
                  </a:cubicBezTo>
                  <a:cubicBezTo>
                    <a:pt x="250" y="3721"/>
                    <a:pt x="0" y="3471"/>
                    <a:pt x="0" y="3163"/>
                  </a:cubicBezTo>
                  <a:cubicBezTo>
                    <a:pt x="0" y="3038"/>
                    <a:pt x="49" y="2928"/>
                    <a:pt x="118" y="2835"/>
                  </a:cubicBezTo>
                  <a:lnTo>
                    <a:pt x="104" y="2827"/>
                  </a:lnTo>
                  <a:lnTo>
                    <a:pt x="1529" y="357"/>
                  </a:lnTo>
                  <a:cubicBezTo>
                    <a:pt x="1541" y="328"/>
                    <a:pt x="1560" y="304"/>
                    <a:pt x="1576" y="277"/>
                  </a:cubicBezTo>
                  <a:lnTo>
                    <a:pt x="1591" y="251"/>
                  </a:lnTo>
                  <a:lnTo>
                    <a:pt x="1593" y="252"/>
                  </a:lnTo>
                  <a:cubicBezTo>
                    <a:pt x="1693" y="103"/>
                    <a:pt x="1854" y="0"/>
                    <a:pt x="2047" y="0"/>
                  </a:cubicBezTo>
                  <a:cubicBezTo>
                    <a:pt x="2293" y="0"/>
                    <a:pt x="2496" y="162"/>
                    <a:pt x="2570" y="384"/>
                  </a:cubicBezTo>
                  <a:lnTo>
                    <a:pt x="3967" y="2803"/>
                  </a:lnTo>
                  <a:lnTo>
                    <a:pt x="3958" y="2809"/>
                  </a:lnTo>
                  <a:cubicBezTo>
                    <a:pt x="4039" y="2906"/>
                    <a:pt x="4093" y="3026"/>
                    <a:pt x="4093" y="3163"/>
                  </a:cubicBezTo>
                  <a:cubicBezTo>
                    <a:pt x="4094" y="3465"/>
                    <a:pt x="3853" y="3707"/>
                    <a:pt x="3554" y="3717"/>
                  </a:cubicBezTo>
                  <a:lnTo>
                    <a:pt x="3554" y="3717"/>
                  </a:lnTo>
                  <a:lnTo>
                    <a:pt x="3554" y="3717"/>
                  </a:lnTo>
                  <a:close/>
                  <a:moveTo>
                    <a:pt x="3554" y="3717"/>
                  </a:moveTo>
                  <a:close/>
                </a:path>
              </a:pathLst>
            </a:custGeom>
            <a:solidFill>
              <a:schemeClr val="bg1"/>
            </a:solidFill>
            <a:ln>
              <a:noFill/>
            </a:ln>
          </p:spPr>
        </p:sp>
      </p:grpSp>
      <p:grpSp>
        <p:nvGrpSpPr>
          <p:cNvPr id="16" name="组合 15"/>
          <p:cNvGrpSpPr/>
          <p:nvPr userDrawn="1"/>
        </p:nvGrpSpPr>
        <p:grpSpPr>
          <a:xfrm>
            <a:off x="6134588" y="2087991"/>
            <a:ext cx="1102039" cy="1445390"/>
            <a:chOff x="6277114" y="2725012"/>
            <a:chExt cx="1101930" cy="1445390"/>
          </a:xfrm>
        </p:grpSpPr>
        <p:sp>
          <p:nvSpPr>
            <p:cNvPr id="17" name="箭头: V 形 3"/>
            <p:cNvSpPr/>
            <p:nvPr>
              <p:custDataLst>
                <p:tags r:id="rId11"/>
              </p:custDataLst>
            </p:nvPr>
          </p:nvSpPr>
          <p:spPr>
            <a:xfrm rot="4788010">
              <a:off x="6105384" y="2896742"/>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18" name="iconfont-1187-868307"/>
            <p:cNvSpPr>
              <a:spLocks noChangeAspect="1"/>
            </p:cNvSpPr>
            <p:nvPr>
              <p:custDataLst>
                <p:tags r:id="rId12"/>
              </p:custDataLst>
            </p:nvPr>
          </p:nvSpPr>
          <p:spPr bwMode="auto">
            <a:xfrm>
              <a:off x="6839537" y="3259441"/>
              <a:ext cx="288040" cy="281972"/>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chemeClr val="bg1"/>
            </a:solidFill>
            <a:ln>
              <a:noFill/>
            </a:ln>
          </p:spPr>
        </p:sp>
      </p:grpSp>
      <p:sp>
        <p:nvSpPr>
          <p:cNvPr id="22" name="文本占位符 21"/>
          <p:cNvSpPr>
            <a:spLocks noGrp="1"/>
          </p:cNvSpPr>
          <p:nvPr>
            <p:ph type="body" sz="quarter" idx="13" hasCustomPrompt="1"/>
            <p:custDataLst>
              <p:tags r:id="rId2"/>
            </p:custDataLst>
          </p:nvPr>
        </p:nvSpPr>
        <p:spPr>
          <a:xfrm>
            <a:off x="713175" y="3894455"/>
            <a:ext cx="3868166"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6" name="文本占位符 21"/>
          <p:cNvSpPr>
            <a:spLocks noGrp="1"/>
          </p:cNvSpPr>
          <p:nvPr>
            <p:ph type="body" sz="quarter" idx="14" hasCustomPrompt="1"/>
            <p:custDataLst>
              <p:tags r:id="rId3"/>
            </p:custDataLst>
          </p:nvPr>
        </p:nvSpPr>
        <p:spPr>
          <a:xfrm>
            <a:off x="703649" y="1696085"/>
            <a:ext cx="3878327"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t>此处编辑小标题</a:t>
            </a:r>
          </a:p>
        </p:txBody>
      </p:sp>
      <p:sp>
        <p:nvSpPr>
          <p:cNvPr id="29" name="文本占位符 21"/>
          <p:cNvSpPr>
            <a:spLocks noGrp="1"/>
          </p:cNvSpPr>
          <p:nvPr>
            <p:ph type="body" sz="quarter" idx="15" hasCustomPrompt="1"/>
            <p:custDataLst>
              <p:tags r:id="rId4"/>
            </p:custDataLst>
          </p:nvPr>
        </p:nvSpPr>
        <p:spPr>
          <a:xfrm>
            <a:off x="7484847" y="1696085"/>
            <a:ext cx="3868166"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33" name="文本占位符 21"/>
          <p:cNvSpPr>
            <a:spLocks noGrp="1"/>
          </p:cNvSpPr>
          <p:nvPr>
            <p:ph type="body" sz="quarter" idx="16" hasCustomPrompt="1"/>
            <p:custDataLst>
              <p:tags r:id="rId5"/>
            </p:custDataLst>
          </p:nvPr>
        </p:nvSpPr>
        <p:spPr>
          <a:xfrm>
            <a:off x="7484847" y="3751580"/>
            <a:ext cx="3868166"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9" name="文本框 18"/>
          <p:cNvSpPr txBox="1"/>
          <p:nvPr userDrawn="1">
            <p:custDataLst>
              <p:tags r:id="rId6"/>
            </p:custDataLst>
          </p:nvPr>
        </p:nvSpPr>
        <p:spPr>
          <a:xfrm>
            <a:off x="1245793" y="2669557"/>
            <a:ext cx="184731" cy="369332"/>
          </a:xfrm>
          <a:prstGeom prst="rect">
            <a:avLst/>
          </a:prstGeom>
          <a:noFill/>
        </p:spPr>
        <p:txBody>
          <a:bodyPr wrap="none" rtlCol="0">
            <a:spAutoFit/>
          </a:bodyPr>
          <a:lstStyle/>
          <a:p>
            <a:endParaRPr kumimoji="1" lang="zh-CN" altLang="en-US" dirty="0">
              <a:latin typeface="微软雅黑" panose="020B0503020204020204" charset="-122"/>
              <a:ea typeface="微软雅黑" panose="020B0503020204020204" charset="-122"/>
            </a:endParaRPr>
          </a:p>
        </p:txBody>
      </p:sp>
      <p:sp>
        <p:nvSpPr>
          <p:cNvPr id="20" name="文本占位符 19"/>
          <p:cNvSpPr>
            <a:spLocks noGrp="1"/>
          </p:cNvSpPr>
          <p:nvPr>
            <p:ph type="body" sz="quarter" idx="17" hasCustomPrompt="1"/>
            <p:custDataLst>
              <p:tags r:id="rId7"/>
            </p:custDataLst>
          </p:nvPr>
        </p:nvSpPr>
        <p:spPr>
          <a:xfrm>
            <a:off x="703263" y="2135188"/>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文本占位符 16"/>
          <p:cNvSpPr>
            <a:spLocks noGrp="1"/>
          </p:cNvSpPr>
          <p:nvPr>
            <p:ph type="body" sz="quarter" idx="18" hasCustomPrompt="1"/>
            <p:custDataLst>
              <p:tags r:id="rId8"/>
            </p:custDataLst>
          </p:nvPr>
        </p:nvSpPr>
        <p:spPr>
          <a:xfrm>
            <a:off x="703263" y="4333324"/>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16"/>
          <p:cNvSpPr>
            <a:spLocks noGrp="1"/>
          </p:cNvSpPr>
          <p:nvPr>
            <p:ph type="body" sz="quarter" idx="19" hasCustomPrompt="1"/>
            <p:custDataLst>
              <p:tags r:id="rId9"/>
            </p:custDataLst>
          </p:nvPr>
        </p:nvSpPr>
        <p:spPr>
          <a:xfrm>
            <a:off x="7490688" y="2141538"/>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0" hasCustomPrompt="1"/>
            <p:custDataLst>
              <p:tags r:id="rId10"/>
            </p:custDataLst>
          </p:nvPr>
        </p:nvSpPr>
        <p:spPr>
          <a:xfrm>
            <a:off x="7490688" y="4189822"/>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1" fill="hold"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22" presetClass="entr" presetSubtype="1" fill="hold" nodeType="withEffect">
                                  <p:stCondLst>
                                    <p:cond delay="20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par>
                                <p:cTn id="14" presetID="22" presetClass="entr" presetSubtype="4" fill="hold"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nodeType="with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51319" y="355282"/>
            <a:ext cx="6854747" cy="460375"/>
          </a:xfrm>
        </p:spPr>
        <p:txBody>
          <a:bodyPr/>
          <a:lstStyle/>
          <a:p>
            <a:r>
              <a:rPr lang="zh-CN" altLang="en-US"/>
              <a:t>单击此处编辑母版标题样式</a:t>
            </a:r>
          </a:p>
        </p:txBody>
      </p:sp>
      <p:sp>
        <p:nvSpPr>
          <p:cNvPr id="9" name="内容占位符 2"/>
          <p:cNvSpPr>
            <a:spLocks noGrp="1"/>
          </p:cNvSpPr>
          <p:nvPr>
            <p:ph idx="1"/>
          </p:nvPr>
        </p:nvSpPr>
        <p:spPr>
          <a:xfrm>
            <a:off x="542925" y="1151255"/>
            <a:ext cx="11123930" cy="4734560"/>
          </a:xfrm>
          <a:prstGeom prst="rect">
            <a:avLst/>
          </a:prstGeom>
        </p:spPr>
        <p:txBody>
          <a:bodyPr/>
          <a:lstStyle>
            <a:lvl1pPr>
              <a:lnSpc>
                <a:spcPct val="100000"/>
              </a:lnSpc>
              <a:defRPr sz="2000" baseline="0">
                <a:latin typeface="微软雅黑" panose="020B0503020204020204" charset="-122"/>
                <a:ea typeface="微软雅黑" panose="020B0503020204020204" charset="-122"/>
              </a:defRPr>
            </a:lvl1pPr>
            <a:lvl2pPr>
              <a:lnSpc>
                <a:spcPct val="100000"/>
              </a:lnSpc>
              <a:defRPr sz="1600" baseline="0">
                <a:latin typeface="微软雅黑" panose="020B0503020204020204" charset="-122"/>
                <a:ea typeface="微软雅黑" panose="020B0503020204020204" charset="-122"/>
              </a:defRPr>
            </a:lvl2pPr>
            <a:lvl3pPr>
              <a:lnSpc>
                <a:spcPct val="100000"/>
              </a:lnSpc>
              <a:defRPr sz="1400" baseline="0">
                <a:latin typeface="微软雅黑" panose="020B0503020204020204" charset="-122"/>
                <a:ea typeface="微软雅黑" panose="020B0503020204020204" charset="-122"/>
              </a:defRPr>
            </a:lvl3pPr>
            <a:lvl4pPr>
              <a:lnSpc>
                <a:spcPct val="100000"/>
              </a:lnSpc>
              <a:defRPr sz="1200" baseline="0">
                <a:latin typeface="微软雅黑" panose="020B0503020204020204" charset="-122"/>
                <a:ea typeface="微软雅黑" panose="020B0503020204020204" charset="-122"/>
              </a:defRPr>
            </a:lvl4pPr>
            <a:lvl5pPr>
              <a:lnSpc>
                <a:spcPct val="100000"/>
              </a:lnSpc>
              <a:defRPr sz="1200" baseline="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标题版式">
    <p:spTree>
      <p:nvGrpSpPr>
        <p:cNvPr id="1" name=""/>
        <p:cNvGrpSpPr/>
        <p:nvPr/>
      </p:nvGrpSpPr>
      <p:grpSpPr>
        <a:xfrm>
          <a:off x="0" y="0"/>
          <a:ext cx="0" cy="0"/>
          <a:chOff x="0" y="0"/>
          <a:chExt cx="0" cy="0"/>
        </a:xfrm>
      </p:grpSpPr>
      <p:sp>
        <p:nvSpPr>
          <p:cNvPr id="7" name="任意多边形: 形状 42"/>
          <p:cNvSpPr/>
          <p:nvPr userDrawn="1"/>
        </p:nvSpPr>
        <p:spPr>
          <a:xfrm rot="5400000" flipH="1">
            <a:off x="3582971" y="-3849070"/>
            <a:ext cx="5027257" cy="12191999"/>
          </a:xfrm>
          <a:custGeom>
            <a:avLst/>
            <a:gdLst>
              <a:gd name="connsiteX0" fmla="*/ 5027257 w 5027257"/>
              <a:gd name="connsiteY0" fmla="*/ 12191999 h 12191999"/>
              <a:gd name="connsiteX1" fmla="*/ 5027257 w 5027257"/>
              <a:gd name="connsiteY1" fmla="*/ 0 h 12191999"/>
              <a:gd name="connsiteX2" fmla="*/ 4511075 w 5027257"/>
              <a:gd name="connsiteY2" fmla="*/ 0 h 12191999"/>
              <a:gd name="connsiteX3" fmla="*/ 4241214 w 5027257"/>
              <a:gd name="connsiteY3" fmla="*/ 196524 h 12191999"/>
              <a:gd name="connsiteX4" fmla="*/ 56144 w 5027257"/>
              <a:gd name="connsiteY4" fmla="*/ 11399306 h 12191999"/>
              <a:gd name="connsiteX5" fmla="*/ 0 w 5027257"/>
              <a:gd name="connsiteY5" fmla="*/ 12191999 h 1219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7257" h="12191999">
                <a:moveTo>
                  <a:pt x="5027257" y="12191999"/>
                </a:moveTo>
                <a:lnTo>
                  <a:pt x="5027257" y="0"/>
                </a:lnTo>
                <a:lnTo>
                  <a:pt x="4511075" y="0"/>
                </a:lnTo>
                <a:lnTo>
                  <a:pt x="4241214" y="196524"/>
                </a:lnTo>
                <a:cubicBezTo>
                  <a:pt x="1608050" y="2259002"/>
                  <a:pt x="390325" y="7438527"/>
                  <a:pt x="56144" y="11399306"/>
                </a:cubicBezTo>
                <a:lnTo>
                  <a:pt x="0" y="12191999"/>
                </a:lnTo>
                <a:close/>
              </a:path>
            </a:pathLst>
          </a:custGeom>
          <a:blipFill dpi="0" rotWithShape="0">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直角三角形 3"/>
          <p:cNvSpPr/>
          <p:nvPr userDrawn="1"/>
        </p:nvSpPr>
        <p:spPr>
          <a:xfrm rot="16200000">
            <a:off x="7879897" y="-718578"/>
            <a:ext cx="3299783" cy="534190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 name="connsiteX0-609" fmla="*/ 3184015 w 4678999"/>
              <a:gd name="connsiteY0-610" fmla="*/ 2493311 h 2494196"/>
              <a:gd name="connsiteX1-611" fmla="*/ 0 w 4678999"/>
              <a:gd name="connsiteY1-612" fmla="*/ 0 h 2494196"/>
              <a:gd name="connsiteX2-613" fmla="*/ 4678999 w 4678999"/>
              <a:gd name="connsiteY2-614" fmla="*/ 2494196 h 2494196"/>
              <a:gd name="connsiteX3-615" fmla="*/ 3184015 w 4678999"/>
              <a:gd name="connsiteY3-616" fmla="*/ 2493311 h 2494196"/>
              <a:gd name="connsiteX0-617" fmla="*/ 3184015 w 4678999"/>
              <a:gd name="connsiteY0-618" fmla="*/ 2493311 h 2494196"/>
              <a:gd name="connsiteX1-619" fmla="*/ 0 w 4678999"/>
              <a:gd name="connsiteY1-620" fmla="*/ 0 h 2494196"/>
              <a:gd name="connsiteX2-621" fmla="*/ 4678999 w 4678999"/>
              <a:gd name="connsiteY2-622" fmla="*/ 2494196 h 2494196"/>
              <a:gd name="connsiteX3-623" fmla="*/ 3184015 w 4678999"/>
              <a:gd name="connsiteY3-624" fmla="*/ 2493311 h 2494196"/>
              <a:gd name="connsiteX0-625" fmla="*/ 3184015 w 4678999"/>
              <a:gd name="connsiteY0-626" fmla="*/ 2493311 h 2494196"/>
              <a:gd name="connsiteX1-627" fmla="*/ 0 w 4678999"/>
              <a:gd name="connsiteY1-628" fmla="*/ 0 h 2494196"/>
              <a:gd name="connsiteX2-629" fmla="*/ 4678999 w 4678999"/>
              <a:gd name="connsiteY2-630" fmla="*/ 2494196 h 2494196"/>
              <a:gd name="connsiteX3-631" fmla="*/ 3184015 w 4678999"/>
              <a:gd name="connsiteY3-632" fmla="*/ 2493311 h 2494196"/>
              <a:gd name="connsiteX0-633" fmla="*/ 3184015 w 4678999"/>
              <a:gd name="connsiteY0-634" fmla="*/ 2493311 h 2494196"/>
              <a:gd name="connsiteX1-635" fmla="*/ 0 w 4678999"/>
              <a:gd name="connsiteY1-636" fmla="*/ 0 h 2494196"/>
              <a:gd name="connsiteX2-637" fmla="*/ 4678999 w 4678999"/>
              <a:gd name="connsiteY2-638" fmla="*/ 2494196 h 2494196"/>
              <a:gd name="connsiteX3-639" fmla="*/ 3184015 w 4678999"/>
              <a:gd name="connsiteY3-640" fmla="*/ 2493311 h 2494196"/>
              <a:gd name="connsiteX0-641" fmla="*/ 3184015 w 4678999"/>
              <a:gd name="connsiteY0-642" fmla="*/ 2493311 h 2494196"/>
              <a:gd name="connsiteX1-643" fmla="*/ 0 w 4678999"/>
              <a:gd name="connsiteY1-644" fmla="*/ 0 h 2494196"/>
              <a:gd name="connsiteX2-645" fmla="*/ 4678999 w 4678999"/>
              <a:gd name="connsiteY2-646" fmla="*/ 2494196 h 2494196"/>
              <a:gd name="connsiteX3-647" fmla="*/ 3184015 w 4678999"/>
              <a:gd name="connsiteY3-648" fmla="*/ 2493311 h 2494196"/>
              <a:gd name="connsiteX0-649" fmla="*/ 3184015 w 4678999"/>
              <a:gd name="connsiteY0-650" fmla="*/ 2493311 h 2494196"/>
              <a:gd name="connsiteX1-651" fmla="*/ 0 w 4678999"/>
              <a:gd name="connsiteY1-652" fmla="*/ 0 h 2494196"/>
              <a:gd name="connsiteX2-653" fmla="*/ 4678999 w 4678999"/>
              <a:gd name="connsiteY2-654" fmla="*/ 2494196 h 2494196"/>
              <a:gd name="connsiteX3-655" fmla="*/ 3184015 w 4678999"/>
              <a:gd name="connsiteY3-656" fmla="*/ 2493311 h 2494196"/>
              <a:gd name="connsiteX0-657" fmla="*/ 3184015 w 4678999"/>
              <a:gd name="connsiteY0-658" fmla="*/ 2493311 h 2494196"/>
              <a:gd name="connsiteX1-659" fmla="*/ 0 w 4678999"/>
              <a:gd name="connsiteY1-660" fmla="*/ 0 h 2494196"/>
              <a:gd name="connsiteX2-661" fmla="*/ 4678999 w 4678999"/>
              <a:gd name="connsiteY2-662" fmla="*/ 2494196 h 2494196"/>
              <a:gd name="connsiteX3-663" fmla="*/ 3184015 w 4678999"/>
              <a:gd name="connsiteY3-664" fmla="*/ 2493311 h 2494196"/>
              <a:gd name="connsiteX0-665" fmla="*/ 3184015 w 4678999"/>
              <a:gd name="connsiteY0-666" fmla="*/ 2493311 h 2494196"/>
              <a:gd name="connsiteX1-667" fmla="*/ 0 w 4678999"/>
              <a:gd name="connsiteY1-668" fmla="*/ 0 h 2494196"/>
              <a:gd name="connsiteX2-669" fmla="*/ 4678999 w 4678999"/>
              <a:gd name="connsiteY2-670" fmla="*/ 2494196 h 2494196"/>
              <a:gd name="connsiteX3-671" fmla="*/ 3184015 w 4678999"/>
              <a:gd name="connsiteY3-672" fmla="*/ 2493311 h 2494196"/>
              <a:gd name="connsiteX0-673" fmla="*/ 3184015 w 4678999"/>
              <a:gd name="connsiteY0-674" fmla="*/ 2493311 h 2494196"/>
              <a:gd name="connsiteX1-675" fmla="*/ 0 w 4678999"/>
              <a:gd name="connsiteY1-676" fmla="*/ 0 h 2494196"/>
              <a:gd name="connsiteX2-677" fmla="*/ 4678999 w 4678999"/>
              <a:gd name="connsiteY2-678" fmla="*/ 2494196 h 2494196"/>
              <a:gd name="connsiteX3-679" fmla="*/ 3184015 w 4678999"/>
              <a:gd name="connsiteY3-680" fmla="*/ 2493311 h 2494196"/>
              <a:gd name="connsiteX0-681" fmla="*/ 3184015 w 4678999"/>
              <a:gd name="connsiteY0-682" fmla="*/ 2493311 h 2494196"/>
              <a:gd name="connsiteX1-683" fmla="*/ 0 w 4678999"/>
              <a:gd name="connsiteY1-684" fmla="*/ 0 h 2494196"/>
              <a:gd name="connsiteX2-685" fmla="*/ 4678999 w 4678999"/>
              <a:gd name="connsiteY2-686" fmla="*/ 2494196 h 2494196"/>
              <a:gd name="connsiteX3-687" fmla="*/ 3184015 w 4678999"/>
              <a:gd name="connsiteY3-688" fmla="*/ 2493311 h 2494196"/>
              <a:gd name="connsiteX0-689" fmla="*/ 3184015 w 4678999"/>
              <a:gd name="connsiteY0-690" fmla="*/ 2493311 h 2494196"/>
              <a:gd name="connsiteX1-691" fmla="*/ 0 w 4678999"/>
              <a:gd name="connsiteY1-692" fmla="*/ 0 h 2494196"/>
              <a:gd name="connsiteX2-693" fmla="*/ 4678999 w 4678999"/>
              <a:gd name="connsiteY2-694" fmla="*/ 2494196 h 2494196"/>
              <a:gd name="connsiteX3-695" fmla="*/ 3184015 w 4678999"/>
              <a:gd name="connsiteY3-696" fmla="*/ 2493311 h 2494196"/>
              <a:gd name="connsiteX0-697" fmla="*/ 3184015 w 4678999"/>
              <a:gd name="connsiteY0-698" fmla="*/ 2493311 h 2494196"/>
              <a:gd name="connsiteX1-699" fmla="*/ 0 w 4678999"/>
              <a:gd name="connsiteY1-700" fmla="*/ 0 h 2494196"/>
              <a:gd name="connsiteX2-701" fmla="*/ 4678999 w 4678999"/>
              <a:gd name="connsiteY2-702" fmla="*/ 2494196 h 2494196"/>
              <a:gd name="connsiteX3-703" fmla="*/ 3184015 w 4678999"/>
              <a:gd name="connsiteY3-704" fmla="*/ 2493311 h 2494196"/>
              <a:gd name="connsiteX0-705" fmla="*/ 3184015 w 4678999"/>
              <a:gd name="connsiteY0-706" fmla="*/ 2493311 h 2494196"/>
              <a:gd name="connsiteX1-707" fmla="*/ 0 w 4678999"/>
              <a:gd name="connsiteY1-708" fmla="*/ 0 h 2494196"/>
              <a:gd name="connsiteX2-709" fmla="*/ 4678999 w 4678999"/>
              <a:gd name="connsiteY2-710" fmla="*/ 2494196 h 2494196"/>
              <a:gd name="connsiteX3-711" fmla="*/ 3184015 w 4678999"/>
              <a:gd name="connsiteY3-712" fmla="*/ 2493311 h 2494196"/>
              <a:gd name="connsiteX0-713" fmla="*/ 3184015 w 4678999"/>
              <a:gd name="connsiteY0-714" fmla="*/ 2493311 h 2494196"/>
              <a:gd name="connsiteX1-715" fmla="*/ 0 w 4678999"/>
              <a:gd name="connsiteY1-716" fmla="*/ 0 h 2494196"/>
              <a:gd name="connsiteX2-717" fmla="*/ 4678999 w 4678999"/>
              <a:gd name="connsiteY2-718" fmla="*/ 2494196 h 2494196"/>
              <a:gd name="connsiteX3-719" fmla="*/ 3184015 w 4678999"/>
              <a:gd name="connsiteY3-720" fmla="*/ 2493311 h 2494196"/>
              <a:gd name="connsiteX0-721" fmla="*/ 3184015 w 4678999"/>
              <a:gd name="connsiteY0-722" fmla="*/ 2493311 h 2494196"/>
              <a:gd name="connsiteX1-723" fmla="*/ 0 w 4678999"/>
              <a:gd name="connsiteY1-724" fmla="*/ 0 h 2494196"/>
              <a:gd name="connsiteX2-725" fmla="*/ 4678999 w 4678999"/>
              <a:gd name="connsiteY2-726" fmla="*/ 2494196 h 2494196"/>
              <a:gd name="connsiteX3-727" fmla="*/ 3184015 w 4678999"/>
              <a:gd name="connsiteY3-728" fmla="*/ 2493311 h 2494196"/>
              <a:gd name="connsiteX0-729" fmla="*/ 1854748 w 3349732"/>
              <a:gd name="connsiteY0-730" fmla="*/ 3986107 h 3986992"/>
              <a:gd name="connsiteX1-731" fmla="*/ 0 w 3349732"/>
              <a:gd name="connsiteY1-732" fmla="*/ 0 h 3986992"/>
              <a:gd name="connsiteX2-733" fmla="*/ 3349732 w 3349732"/>
              <a:gd name="connsiteY2-734" fmla="*/ 3986992 h 3986992"/>
              <a:gd name="connsiteX3-735" fmla="*/ 1854748 w 3349732"/>
              <a:gd name="connsiteY3-736" fmla="*/ 3986107 h 3986992"/>
              <a:gd name="connsiteX0-737" fmla="*/ 1854748 w 3349732"/>
              <a:gd name="connsiteY0-738" fmla="*/ 3986107 h 3986992"/>
              <a:gd name="connsiteX1-739" fmla="*/ 0 w 3349732"/>
              <a:gd name="connsiteY1-740" fmla="*/ 0 h 3986992"/>
              <a:gd name="connsiteX2-741" fmla="*/ 3349732 w 3349732"/>
              <a:gd name="connsiteY2-742" fmla="*/ 3986992 h 3986992"/>
              <a:gd name="connsiteX3-743" fmla="*/ 1854748 w 3349732"/>
              <a:gd name="connsiteY3-744" fmla="*/ 3986107 h 3986992"/>
              <a:gd name="connsiteX0-745" fmla="*/ 1854748 w 3349732"/>
              <a:gd name="connsiteY0-746" fmla="*/ 3986107 h 3986992"/>
              <a:gd name="connsiteX1-747" fmla="*/ 0 w 3349732"/>
              <a:gd name="connsiteY1-748" fmla="*/ 0 h 3986992"/>
              <a:gd name="connsiteX2-749" fmla="*/ 3349732 w 3349732"/>
              <a:gd name="connsiteY2-750" fmla="*/ 3986992 h 3986992"/>
              <a:gd name="connsiteX3-751" fmla="*/ 1854748 w 3349732"/>
              <a:gd name="connsiteY3-752" fmla="*/ 3986107 h 3986992"/>
              <a:gd name="connsiteX0-753" fmla="*/ 1812415 w 3307399"/>
              <a:gd name="connsiteY0-754" fmla="*/ 4018004 h 4018889"/>
              <a:gd name="connsiteX1-755" fmla="*/ 0 w 3307399"/>
              <a:gd name="connsiteY1-756" fmla="*/ 0 h 4018889"/>
              <a:gd name="connsiteX2-757" fmla="*/ 3307399 w 3307399"/>
              <a:gd name="connsiteY2-758" fmla="*/ 4018889 h 4018889"/>
              <a:gd name="connsiteX3-759" fmla="*/ 1812415 w 3307399"/>
              <a:gd name="connsiteY3-760" fmla="*/ 4018004 h 4018889"/>
              <a:gd name="connsiteX0-761" fmla="*/ 1812415 w 3307399"/>
              <a:gd name="connsiteY0-762" fmla="*/ 4018004 h 4018889"/>
              <a:gd name="connsiteX1-763" fmla="*/ 0 w 3307399"/>
              <a:gd name="connsiteY1-764" fmla="*/ 0 h 4018889"/>
              <a:gd name="connsiteX2-765" fmla="*/ 3307399 w 3307399"/>
              <a:gd name="connsiteY2-766" fmla="*/ 4018889 h 4018889"/>
              <a:gd name="connsiteX3-767" fmla="*/ 1812415 w 3307399"/>
              <a:gd name="connsiteY3-768" fmla="*/ 4018004 h 4018889"/>
              <a:gd name="connsiteX0-769" fmla="*/ 1812415 w 3307399"/>
              <a:gd name="connsiteY0-770" fmla="*/ 4018004 h 4018889"/>
              <a:gd name="connsiteX1-771" fmla="*/ 0 w 3307399"/>
              <a:gd name="connsiteY1-772" fmla="*/ 0 h 4018889"/>
              <a:gd name="connsiteX2-773" fmla="*/ 3307399 w 3307399"/>
              <a:gd name="connsiteY2-774" fmla="*/ 4018889 h 4018889"/>
              <a:gd name="connsiteX3-775" fmla="*/ 1812415 w 3307399"/>
              <a:gd name="connsiteY3-776" fmla="*/ 4018004 h 4018889"/>
              <a:gd name="connsiteX0-777" fmla="*/ 1812415 w 3307399"/>
              <a:gd name="connsiteY0-778" fmla="*/ 4018004 h 4018889"/>
              <a:gd name="connsiteX1-779" fmla="*/ 0 w 3307399"/>
              <a:gd name="connsiteY1-780" fmla="*/ 0 h 4018889"/>
              <a:gd name="connsiteX2-781" fmla="*/ 3307399 w 3307399"/>
              <a:gd name="connsiteY2-782" fmla="*/ 4018889 h 4018889"/>
              <a:gd name="connsiteX3-783" fmla="*/ 1812415 w 3307399"/>
              <a:gd name="connsiteY3-784" fmla="*/ 4018004 h 4018889"/>
              <a:gd name="connsiteX0-785" fmla="*/ 2345815 w 3307399"/>
              <a:gd name="connsiteY0-786" fmla="*/ 4030763 h 4030763"/>
              <a:gd name="connsiteX1-787" fmla="*/ 0 w 3307399"/>
              <a:gd name="connsiteY1-788" fmla="*/ 0 h 4030763"/>
              <a:gd name="connsiteX2-789" fmla="*/ 3307399 w 3307399"/>
              <a:gd name="connsiteY2-790" fmla="*/ 4018889 h 4030763"/>
              <a:gd name="connsiteX3-791" fmla="*/ 2345815 w 3307399"/>
              <a:gd name="connsiteY3-792" fmla="*/ 4030763 h 4030763"/>
              <a:gd name="connsiteX0-793" fmla="*/ 2345815 w 3307399"/>
              <a:gd name="connsiteY0-794" fmla="*/ 4030763 h 4030763"/>
              <a:gd name="connsiteX1-795" fmla="*/ 0 w 3307399"/>
              <a:gd name="connsiteY1-796" fmla="*/ 0 h 4030763"/>
              <a:gd name="connsiteX2-797" fmla="*/ 3307399 w 3307399"/>
              <a:gd name="connsiteY2-798" fmla="*/ 4018889 h 4030763"/>
              <a:gd name="connsiteX3-799" fmla="*/ 2345815 w 3307399"/>
              <a:gd name="connsiteY3-800" fmla="*/ 4030763 h 4030763"/>
              <a:gd name="connsiteX0-801" fmla="*/ 2345815 w 3307399"/>
              <a:gd name="connsiteY0-802" fmla="*/ 4030763 h 4030763"/>
              <a:gd name="connsiteX1-803" fmla="*/ 0 w 3307399"/>
              <a:gd name="connsiteY1-804" fmla="*/ 0 h 4030763"/>
              <a:gd name="connsiteX2-805" fmla="*/ 3307399 w 3307399"/>
              <a:gd name="connsiteY2-806" fmla="*/ 4018889 h 4030763"/>
              <a:gd name="connsiteX3-807" fmla="*/ 2345815 w 3307399"/>
              <a:gd name="connsiteY3-808" fmla="*/ 4030763 h 4030763"/>
              <a:gd name="connsiteX0-809" fmla="*/ 2345815 w 3307399"/>
              <a:gd name="connsiteY0-810" fmla="*/ 4030763 h 4030763"/>
              <a:gd name="connsiteX1-811" fmla="*/ 0 w 3307399"/>
              <a:gd name="connsiteY1-812" fmla="*/ 0 h 4030763"/>
              <a:gd name="connsiteX2-813" fmla="*/ 3307399 w 3307399"/>
              <a:gd name="connsiteY2-814" fmla="*/ 4018889 h 4030763"/>
              <a:gd name="connsiteX3-815" fmla="*/ 2345815 w 3307399"/>
              <a:gd name="connsiteY3-816" fmla="*/ 4030763 h 4030763"/>
              <a:gd name="connsiteX0-817" fmla="*/ 2345815 w 3307399"/>
              <a:gd name="connsiteY0-818" fmla="*/ 4030763 h 4030763"/>
              <a:gd name="connsiteX1-819" fmla="*/ 0 w 3307399"/>
              <a:gd name="connsiteY1-820" fmla="*/ 0 h 4030763"/>
              <a:gd name="connsiteX2-821" fmla="*/ 3307399 w 3307399"/>
              <a:gd name="connsiteY2-822" fmla="*/ 4018889 h 4030763"/>
              <a:gd name="connsiteX3-823" fmla="*/ 2345815 w 3307399"/>
              <a:gd name="connsiteY3-824" fmla="*/ 4030763 h 4030763"/>
              <a:gd name="connsiteX0-825" fmla="*/ 2345815 w 3307399"/>
              <a:gd name="connsiteY0-826" fmla="*/ 4030763 h 4030763"/>
              <a:gd name="connsiteX1-827" fmla="*/ 0 w 3307399"/>
              <a:gd name="connsiteY1-828" fmla="*/ 0 h 4030763"/>
              <a:gd name="connsiteX2-829" fmla="*/ 3307399 w 3307399"/>
              <a:gd name="connsiteY2-830" fmla="*/ 4018889 h 4030763"/>
              <a:gd name="connsiteX3-831" fmla="*/ 2345815 w 3307399"/>
              <a:gd name="connsiteY3-832" fmla="*/ 4030763 h 4030763"/>
              <a:gd name="connsiteX0-1-1" fmla="*/ 2345815 w 3299781"/>
              <a:gd name="connsiteY0-2-2" fmla="*/ 4030763 h 4031563"/>
              <a:gd name="connsiteX1-3-3" fmla="*/ 0 w 3299781"/>
              <a:gd name="connsiteY1-4-4" fmla="*/ 0 h 4031563"/>
              <a:gd name="connsiteX2-5-5" fmla="*/ 3299781 w 3299781"/>
              <a:gd name="connsiteY2-6-6" fmla="*/ 4030374 h 4031563"/>
              <a:gd name="connsiteX3-7-7" fmla="*/ 2345815 w 3299781"/>
              <a:gd name="connsiteY3-8-8" fmla="*/ 4030763 h 4031563"/>
              <a:gd name="connsiteX0-9-9" fmla="*/ 2345815 w 3299783"/>
              <a:gd name="connsiteY0-10-10" fmla="*/ 4030763 h 4030763"/>
              <a:gd name="connsiteX1-11-11" fmla="*/ 0 w 3299783"/>
              <a:gd name="connsiteY1-12-12" fmla="*/ 0 h 4030763"/>
              <a:gd name="connsiteX2-13-13" fmla="*/ 3299783 w 3299783"/>
              <a:gd name="connsiteY2-14-14" fmla="*/ 4024634 h 4030763"/>
              <a:gd name="connsiteX3-15-15" fmla="*/ 2345815 w 3299783"/>
              <a:gd name="connsiteY3-16-16" fmla="*/ 4030763 h 4030763"/>
              <a:gd name="connsiteX0-17-17" fmla="*/ 2330577 w 3299783"/>
              <a:gd name="connsiteY0-18-18" fmla="*/ 4025023 h 4025023"/>
              <a:gd name="connsiteX1-19-19" fmla="*/ 0 w 3299783"/>
              <a:gd name="connsiteY1-20-20" fmla="*/ 0 h 4025023"/>
              <a:gd name="connsiteX2-21-21" fmla="*/ 3299783 w 3299783"/>
              <a:gd name="connsiteY2-22-22" fmla="*/ 4024634 h 4025023"/>
              <a:gd name="connsiteX3-23-23" fmla="*/ 2330577 w 3299783"/>
              <a:gd name="connsiteY3-24-24" fmla="*/ 4025023 h 4025023"/>
            </a:gdLst>
            <a:ahLst/>
            <a:cxnLst>
              <a:cxn ang="0">
                <a:pos x="connsiteX0-1-1" y="connsiteY0-2-2"/>
              </a:cxn>
              <a:cxn ang="0">
                <a:pos x="connsiteX1-3-3" y="connsiteY1-4-4"/>
              </a:cxn>
              <a:cxn ang="0">
                <a:pos x="connsiteX2-5-5" y="connsiteY2-6-6"/>
              </a:cxn>
              <a:cxn ang="0">
                <a:pos x="connsiteX3-7-7" y="connsiteY3-8-8"/>
              </a:cxn>
            </a:cxnLst>
            <a:rect l="l" t="t" r="r" b="b"/>
            <a:pathLst>
              <a:path w="3299783" h="4025023">
                <a:moveTo>
                  <a:pt x="2330577" y="4025023"/>
                </a:moveTo>
                <a:cubicBezTo>
                  <a:pt x="1343292" y="3390930"/>
                  <a:pt x="231831" y="1249262"/>
                  <a:pt x="0" y="0"/>
                </a:cubicBezTo>
                <a:cubicBezTo>
                  <a:pt x="225117" y="691972"/>
                  <a:pt x="1380971" y="3049306"/>
                  <a:pt x="3299783" y="4024634"/>
                </a:cubicBezTo>
                <a:lnTo>
                  <a:pt x="2330577" y="4025023"/>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43"/>
          <p:cNvSpPr/>
          <p:nvPr userDrawn="1"/>
        </p:nvSpPr>
        <p:spPr>
          <a:xfrm rot="5400000" flipH="1">
            <a:off x="3590092" y="-3848186"/>
            <a:ext cx="5027257" cy="12209280"/>
          </a:xfrm>
          <a:custGeom>
            <a:avLst/>
            <a:gdLst>
              <a:gd name="connsiteX0" fmla="*/ 5027257 w 5027257"/>
              <a:gd name="connsiteY0" fmla="*/ 12191999 h 12191999"/>
              <a:gd name="connsiteX1" fmla="*/ 5027257 w 5027257"/>
              <a:gd name="connsiteY1" fmla="*/ 0 h 12191999"/>
              <a:gd name="connsiteX2" fmla="*/ 4511075 w 5027257"/>
              <a:gd name="connsiteY2" fmla="*/ 0 h 12191999"/>
              <a:gd name="connsiteX3" fmla="*/ 4241214 w 5027257"/>
              <a:gd name="connsiteY3" fmla="*/ 196524 h 12191999"/>
              <a:gd name="connsiteX4" fmla="*/ 56144 w 5027257"/>
              <a:gd name="connsiteY4" fmla="*/ 11399306 h 12191999"/>
              <a:gd name="connsiteX5" fmla="*/ 0 w 5027257"/>
              <a:gd name="connsiteY5" fmla="*/ 12191999 h 1219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7257" h="12191999">
                <a:moveTo>
                  <a:pt x="5027257" y="12191999"/>
                </a:moveTo>
                <a:lnTo>
                  <a:pt x="5027257" y="0"/>
                </a:lnTo>
                <a:lnTo>
                  <a:pt x="4511075" y="0"/>
                </a:lnTo>
                <a:lnTo>
                  <a:pt x="4241214" y="196524"/>
                </a:lnTo>
                <a:cubicBezTo>
                  <a:pt x="1608050" y="2259002"/>
                  <a:pt x="390325" y="7438527"/>
                  <a:pt x="56144" y="11399306"/>
                </a:cubicBezTo>
                <a:lnTo>
                  <a:pt x="0" y="12191999"/>
                </a:lnTo>
                <a:close/>
              </a:path>
            </a:pathLst>
          </a:custGeom>
          <a:gradFill flip="none" rotWithShape="0">
            <a:gsLst>
              <a:gs pos="42000">
                <a:srgbClr val="44546A">
                  <a:alpha val="30000"/>
                </a:srgbClr>
              </a:gs>
              <a:gs pos="0">
                <a:schemeClr val="tx2"/>
              </a:gs>
              <a:gs pos="100000">
                <a:schemeClr val="tx2">
                  <a:alpha val="1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直角三角形 3"/>
          <p:cNvSpPr/>
          <p:nvPr userDrawn="1"/>
        </p:nvSpPr>
        <p:spPr>
          <a:xfrm rot="16200000" flipV="1">
            <a:off x="3137535" y="-111125"/>
            <a:ext cx="1659255" cy="7936230"/>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0 w 2926224"/>
              <a:gd name="connsiteY0-306" fmla="*/ 3941667 h 3941667"/>
              <a:gd name="connsiteX1-307" fmla="*/ 2926224 w 2926224"/>
              <a:gd name="connsiteY1-308" fmla="*/ 0 h 3941667"/>
              <a:gd name="connsiteX2-309" fmla="*/ 994815 w 2926224"/>
              <a:gd name="connsiteY2-310" fmla="*/ 3922617 h 3941667"/>
              <a:gd name="connsiteX3-311" fmla="*/ 0 w 2926224"/>
              <a:gd name="connsiteY3-312" fmla="*/ 3941667 h 3941667"/>
              <a:gd name="connsiteX0-313" fmla="*/ 0 w 2926224"/>
              <a:gd name="connsiteY0-314" fmla="*/ 3941667 h 3941667"/>
              <a:gd name="connsiteX1-315" fmla="*/ 2926224 w 2926224"/>
              <a:gd name="connsiteY1-316" fmla="*/ 0 h 3941667"/>
              <a:gd name="connsiteX2-317" fmla="*/ 994815 w 2926224"/>
              <a:gd name="connsiteY2-318" fmla="*/ 3922617 h 3941667"/>
              <a:gd name="connsiteX3-319" fmla="*/ 0 w 2926224"/>
              <a:gd name="connsiteY3-320" fmla="*/ 3941667 h 3941667"/>
              <a:gd name="connsiteX0-321" fmla="*/ 0 w 2926224"/>
              <a:gd name="connsiteY0-322" fmla="*/ 3941667 h 3941667"/>
              <a:gd name="connsiteX1-323" fmla="*/ 2926224 w 2926224"/>
              <a:gd name="connsiteY1-324" fmla="*/ 0 h 3941667"/>
              <a:gd name="connsiteX2-325" fmla="*/ 994815 w 2926224"/>
              <a:gd name="connsiteY2-326" fmla="*/ 3922617 h 3941667"/>
              <a:gd name="connsiteX3-327" fmla="*/ 0 w 2926224"/>
              <a:gd name="connsiteY3-328" fmla="*/ 3941667 h 3941667"/>
              <a:gd name="connsiteX0-329" fmla="*/ 0 w 2926224"/>
              <a:gd name="connsiteY0-330" fmla="*/ 3920789 h 3922617"/>
              <a:gd name="connsiteX1-331" fmla="*/ 2926224 w 2926224"/>
              <a:gd name="connsiteY1-332" fmla="*/ 0 h 3922617"/>
              <a:gd name="connsiteX2-333" fmla="*/ 994815 w 2926224"/>
              <a:gd name="connsiteY2-334" fmla="*/ 3922617 h 3922617"/>
              <a:gd name="connsiteX3-335" fmla="*/ 0 w 2926224"/>
              <a:gd name="connsiteY3-336" fmla="*/ 3920789 h 3922617"/>
              <a:gd name="connsiteX0-337" fmla="*/ 0 w 2926224"/>
              <a:gd name="connsiteY0-338" fmla="*/ 3920789 h 3922617"/>
              <a:gd name="connsiteX1-339" fmla="*/ 2926224 w 2926224"/>
              <a:gd name="connsiteY1-340" fmla="*/ 0 h 3922617"/>
              <a:gd name="connsiteX2-341" fmla="*/ 994815 w 2926224"/>
              <a:gd name="connsiteY2-342" fmla="*/ 3922617 h 3922617"/>
              <a:gd name="connsiteX3-343" fmla="*/ 0 w 2926224"/>
              <a:gd name="connsiteY3-344" fmla="*/ 3920789 h 3922617"/>
              <a:gd name="connsiteX0-345" fmla="*/ 0 w 2926224"/>
              <a:gd name="connsiteY0-346" fmla="*/ 3920789 h 3922617"/>
              <a:gd name="connsiteX1-347" fmla="*/ 2926224 w 2926224"/>
              <a:gd name="connsiteY1-348" fmla="*/ 0 h 3922617"/>
              <a:gd name="connsiteX2-349" fmla="*/ 994815 w 2926224"/>
              <a:gd name="connsiteY2-350" fmla="*/ 3922617 h 3922617"/>
              <a:gd name="connsiteX3-351" fmla="*/ 0 w 2926224"/>
              <a:gd name="connsiteY3-352" fmla="*/ 3920789 h 3922617"/>
              <a:gd name="connsiteX0-353" fmla="*/ 0 w 2926224"/>
              <a:gd name="connsiteY0-354" fmla="*/ 3920789 h 3922617"/>
              <a:gd name="connsiteX1-355" fmla="*/ 2926224 w 2926224"/>
              <a:gd name="connsiteY1-356" fmla="*/ 0 h 3922617"/>
              <a:gd name="connsiteX2-357" fmla="*/ 994815 w 2926224"/>
              <a:gd name="connsiteY2-358" fmla="*/ 3922617 h 3922617"/>
              <a:gd name="connsiteX3-359" fmla="*/ 0 w 2926224"/>
              <a:gd name="connsiteY3-360" fmla="*/ 3920789 h 3922617"/>
              <a:gd name="connsiteX0-361" fmla="*/ 0 w 2926224"/>
              <a:gd name="connsiteY0-362" fmla="*/ 3920789 h 3922617"/>
              <a:gd name="connsiteX1-363" fmla="*/ 2926224 w 2926224"/>
              <a:gd name="connsiteY1-364" fmla="*/ 0 h 3922617"/>
              <a:gd name="connsiteX2-365" fmla="*/ 994815 w 2926224"/>
              <a:gd name="connsiteY2-366" fmla="*/ 3922617 h 3922617"/>
              <a:gd name="connsiteX3-367" fmla="*/ 0 w 2926224"/>
              <a:gd name="connsiteY3-368" fmla="*/ 3920789 h 3922617"/>
              <a:gd name="connsiteX0-369" fmla="*/ 0 w 2926224"/>
              <a:gd name="connsiteY0-370" fmla="*/ 3920789 h 3922617"/>
              <a:gd name="connsiteX1-371" fmla="*/ 2926224 w 2926224"/>
              <a:gd name="connsiteY1-372" fmla="*/ 0 h 3922617"/>
              <a:gd name="connsiteX2-373" fmla="*/ 994815 w 2926224"/>
              <a:gd name="connsiteY2-374" fmla="*/ 3922617 h 3922617"/>
              <a:gd name="connsiteX3-375" fmla="*/ 0 w 2926224"/>
              <a:gd name="connsiteY3-376" fmla="*/ 3920789 h 3922617"/>
              <a:gd name="connsiteX0-377" fmla="*/ 0 w 2926224"/>
              <a:gd name="connsiteY0-378" fmla="*/ 3920789 h 3922617"/>
              <a:gd name="connsiteX1-379" fmla="*/ 2926224 w 2926224"/>
              <a:gd name="connsiteY1-380" fmla="*/ 0 h 3922617"/>
              <a:gd name="connsiteX2-381" fmla="*/ 994815 w 2926224"/>
              <a:gd name="connsiteY2-382" fmla="*/ 3922617 h 3922617"/>
              <a:gd name="connsiteX3-383" fmla="*/ 0 w 2926224"/>
              <a:gd name="connsiteY3-384" fmla="*/ 3920789 h 3922617"/>
              <a:gd name="connsiteX0-385" fmla="*/ 0 w 2926224"/>
              <a:gd name="connsiteY0-386" fmla="*/ 3920789 h 3922617"/>
              <a:gd name="connsiteX1-387" fmla="*/ 2926224 w 2926224"/>
              <a:gd name="connsiteY1-388" fmla="*/ 0 h 3922617"/>
              <a:gd name="connsiteX2-389" fmla="*/ 994815 w 2926224"/>
              <a:gd name="connsiteY2-390" fmla="*/ 3922617 h 3922617"/>
              <a:gd name="connsiteX3-391" fmla="*/ 0 w 2926224"/>
              <a:gd name="connsiteY3-392" fmla="*/ 3920789 h 3922617"/>
              <a:gd name="connsiteX0-393" fmla="*/ 0 w 2926224"/>
              <a:gd name="connsiteY0-394" fmla="*/ 3920789 h 3922617"/>
              <a:gd name="connsiteX1-395" fmla="*/ 2926224 w 2926224"/>
              <a:gd name="connsiteY1-396" fmla="*/ 0 h 3922617"/>
              <a:gd name="connsiteX2-397" fmla="*/ 994815 w 2926224"/>
              <a:gd name="connsiteY2-398" fmla="*/ 3922617 h 3922617"/>
              <a:gd name="connsiteX3-399" fmla="*/ 0 w 2926224"/>
              <a:gd name="connsiteY3-400" fmla="*/ 3920789 h 3922617"/>
              <a:gd name="connsiteX0-401" fmla="*/ 0 w 2926224"/>
              <a:gd name="connsiteY0-402" fmla="*/ 3920789 h 3922617"/>
              <a:gd name="connsiteX1-403" fmla="*/ 2926224 w 2926224"/>
              <a:gd name="connsiteY1-404" fmla="*/ 0 h 3922617"/>
              <a:gd name="connsiteX2-405" fmla="*/ 994815 w 2926224"/>
              <a:gd name="connsiteY2-406" fmla="*/ 3922617 h 3922617"/>
              <a:gd name="connsiteX3-407" fmla="*/ 0 w 2926224"/>
              <a:gd name="connsiteY3-408" fmla="*/ 3920789 h 3922617"/>
              <a:gd name="connsiteX0-409" fmla="*/ 0 w 2926224"/>
              <a:gd name="connsiteY0-410" fmla="*/ 3920789 h 3922617"/>
              <a:gd name="connsiteX1-411" fmla="*/ 2926224 w 2926224"/>
              <a:gd name="connsiteY1-412" fmla="*/ 0 h 3922617"/>
              <a:gd name="connsiteX2-413" fmla="*/ 994815 w 2926224"/>
              <a:gd name="connsiteY2-414" fmla="*/ 3922617 h 3922617"/>
              <a:gd name="connsiteX3-415" fmla="*/ 0 w 2926224"/>
              <a:gd name="connsiteY3-416" fmla="*/ 3920789 h 3922617"/>
              <a:gd name="connsiteX0-417" fmla="*/ 0 w 2926224"/>
              <a:gd name="connsiteY0-418" fmla="*/ 3920789 h 3927836"/>
              <a:gd name="connsiteX1-419" fmla="*/ 2926224 w 2926224"/>
              <a:gd name="connsiteY1-420" fmla="*/ 0 h 3927836"/>
              <a:gd name="connsiteX2-421" fmla="*/ 745433 w 2926224"/>
              <a:gd name="connsiteY2-422" fmla="*/ 3927836 h 3927836"/>
              <a:gd name="connsiteX3-423" fmla="*/ 0 w 2926224"/>
              <a:gd name="connsiteY3-424" fmla="*/ 3920789 h 3927836"/>
              <a:gd name="connsiteX0-425" fmla="*/ 0 w 2926224"/>
              <a:gd name="connsiteY0-426" fmla="*/ 3920789 h 3927836"/>
              <a:gd name="connsiteX1-427" fmla="*/ 2926224 w 2926224"/>
              <a:gd name="connsiteY1-428" fmla="*/ 0 h 3927836"/>
              <a:gd name="connsiteX2-429" fmla="*/ 745433 w 2926224"/>
              <a:gd name="connsiteY2-430" fmla="*/ 3927836 h 3927836"/>
              <a:gd name="connsiteX3-431" fmla="*/ 0 w 2926224"/>
              <a:gd name="connsiteY3-432" fmla="*/ 3920789 h 3927836"/>
              <a:gd name="connsiteX0-433" fmla="*/ 0 w 2926224"/>
              <a:gd name="connsiteY0-434" fmla="*/ 3920789 h 3927836"/>
              <a:gd name="connsiteX1-435" fmla="*/ 2926224 w 2926224"/>
              <a:gd name="connsiteY1-436" fmla="*/ 0 h 3927836"/>
              <a:gd name="connsiteX2-437" fmla="*/ 745433 w 2926224"/>
              <a:gd name="connsiteY2-438" fmla="*/ 3927836 h 3927836"/>
              <a:gd name="connsiteX3-439" fmla="*/ 0 w 2926224"/>
              <a:gd name="connsiteY3-440" fmla="*/ 3920789 h 3927836"/>
              <a:gd name="connsiteX0-441" fmla="*/ 0 w 2926224"/>
              <a:gd name="connsiteY0-442" fmla="*/ 3920789 h 3927836"/>
              <a:gd name="connsiteX1-443" fmla="*/ 2926224 w 2926224"/>
              <a:gd name="connsiteY1-444" fmla="*/ 0 h 3927836"/>
              <a:gd name="connsiteX2-445" fmla="*/ 745433 w 2926224"/>
              <a:gd name="connsiteY2-446" fmla="*/ 3927836 h 3927836"/>
              <a:gd name="connsiteX3-447" fmla="*/ 0 w 2926224"/>
              <a:gd name="connsiteY3-448" fmla="*/ 3920789 h 3927836"/>
              <a:gd name="connsiteX0-449" fmla="*/ 0 w 1577714"/>
              <a:gd name="connsiteY0-450" fmla="*/ 5918146 h 5925193"/>
              <a:gd name="connsiteX1-451" fmla="*/ 1577714 w 1577714"/>
              <a:gd name="connsiteY1-452" fmla="*/ 0 h 5925193"/>
              <a:gd name="connsiteX2-453" fmla="*/ 745433 w 1577714"/>
              <a:gd name="connsiteY2-454" fmla="*/ 5925193 h 5925193"/>
              <a:gd name="connsiteX3-455" fmla="*/ 0 w 1577714"/>
              <a:gd name="connsiteY3-456" fmla="*/ 5918146 h 5925193"/>
              <a:gd name="connsiteX0-457" fmla="*/ 0 w 1577714"/>
              <a:gd name="connsiteY0-458" fmla="*/ 5918146 h 5925193"/>
              <a:gd name="connsiteX1-459" fmla="*/ 1577714 w 1577714"/>
              <a:gd name="connsiteY1-460" fmla="*/ 0 h 5925193"/>
              <a:gd name="connsiteX2-461" fmla="*/ 745433 w 1577714"/>
              <a:gd name="connsiteY2-462" fmla="*/ 5925193 h 5925193"/>
              <a:gd name="connsiteX3-463" fmla="*/ 0 w 1577714"/>
              <a:gd name="connsiteY3-464" fmla="*/ 5918146 h 5925193"/>
              <a:gd name="connsiteX0-465" fmla="*/ 0 w 1577714"/>
              <a:gd name="connsiteY0-466" fmla="*/ 5918146 h 5925193"/>
              <a:gd name="connsiteX1-467" fmla="*/ 1577714 w 1577714"/>
              <a:gd name="connsiteY1-468" fmla="*/ 0 h 5925193"/>
              <a:gd name="connsiteX2-469" fmla="*/ 745433 w 1577714"/>
              <a:gd name="connsiteY2-470" fmla="*/ 5925193 h 5925193"/>
              <a:gd name="connsiteX3-471" fmla="*/ 0 w 1577714"/>
              <a:gd name="connsiteY3-472" fmla="*/ 5918146 h 5925193"/>
              <a:gd name="connsiteX0-473" fmla="*/ 0 w 1550005"/>
              <a:gd name="connsiteY0-474" fmla="*/ 5966862 h 5973909"/>
              <a:gd name="connsiteX1-475" fmla="*/ 1550005 w 1550005"/>
              <a:gd name="connsiteY1-476" fmla="*/ 0 h 5973909"/>
              <a:gd name="connsiteX2-477" fmla="*/ 745433 w 1550005"/>
              <a:gd name="connsiteY2-478" fmla="*/ 5973909 h 5973909"/>
              <a:gd name="connsiteX3-479" fmla="*/ 0 w 1550005"/>
              <a:gd name="connsiteY3-480" fmla="*/ 5966862 h 5973909"/>
              <a:gd name="connsiteX0-481" fmla="*/ 0 w 1550005"/>
              <a:gd name="connsiteY0-482" fmla="*/ 5966862 h 5973909"/>
              <a:gd name="connsiteX1-483" fmla="*/ 1550005 w 1550005"/>
              <a:gd name="connsiteY1-484" fmla="*/ 0 h 5973909"/>
              <a:gd name="connsiteX2-485" fmla="*/ 745433 w 1550005"/>
              <a:gd name="connsiteY2-486" fmla="*/ 5973909 h 5973909"/>
              <a:gd name="connsiteX3-487" fmla="*/ 0 w 1550005"/>
              <a:gd name="connsiteY3-488" fmla="*/ 5966862 h 5973909"/>
              <a:gd name="connsiteX0-489" fmla="*/ 0 w 1550005"/>
              <a:gd name="connsiteY0-490" fmla="*/ 5966862 h 5973909"/>
              <a:gd name="connsiteX1-491" fmla="*/ 1550005 w 1550005"/>
              <a:gd name="connsiteY1-492" fmla="*/ 0 h 5973909"/>
              <a:gd name="connsiteX2-493" fmla="*/ 745433 w 1550005"/>
              <a:gd name="connsiteY2-494" fmla="*/ 5973909 h 5973909"/>
              <a:gd name="connsiteX3-495" fmla="*/ 0 w 1550005"/>
              <a:gd name="connsiteY3-496" fmla="*/ 5966862 h 5973909"/>
              <a:gd name="connsiteX0-497" fmla="*/ 0 w 1596187"/>
              <a:gd name="connsiteY0-498" fmla="*/ 5966862 h 5973909"/>
              <a:gd name="connsiteX1-499" fmla="*/ 1596187 w 1596187"/>
              <a:gd name="connsiteY1-500" fmla="*/ 0 h 5973909"/>
              <a:gd name="connsiteX2-501" fmla="*/ 791615 w 1596187"/>
              <a:gd name="connsiteY2-502" fmla="*/ 5973909 h 5973909"/>
              <a:gd name="connsiteX3-503" fmla="*/ 0 w 1596187"/>
              <a:gd name="connsiteY3-504" fmla="*/ 5966862 h 5973909"/>
              <a:gd name="connsiteX0-505" fmla="*/ 0 w 1602537"/>
              <a:gd name="connsiteY0-506" fmla="*/ 5975236 h 5975236"/>
              <a:gd name="connsiteX1-507" fmla="*/ 1602537 w 1602537"/>
              <a:gd name="connsiteY1-508" fmla="*/ 0 h 5975236"/>
              <a:gd name="connsiteX2-509" fmla="*/ 797965 w 1602537"/>
              <a:gd name="connsiteY2-510" fmla="*/ 5973909 h 5975236"/>
              <a:gd name="connsiteX3-511" fmla="*/ 0 w 1602537"/>
              <a:gd name="connsiteY3-512" fmla="*/ 5975236 h 5975236"/>
              <a:gd name="connsiteX0-513" fmla="*/ 0 w 1602537"/>
              <a:gd name="connsiteY0-514" fmla="*/ 5974042 h 5974042"/>
              <a:gd name="connsiteX1-515" fmla="*/ 1602537 w 1602537"/>
              <a:gd name="connsiteY1-516" fmla="*/ 0 h 5974042"/>
              <a:gd name="connsiteX2-517" fmla="*/ 797965 w 1602537"/>
              <a:gd name="connsiteY2-518" fmla="*/ 5973909 h 5974042"/>
              <a:gd name="connsiteX3-519" fmla="*/ 0 w 1602537"/>
              <a:gd name="connsiteY3-520" fmla="*/ 5974042 h 5974042"/>
              <a:gd name="connsiteX0-521" fmla="*/ 0 w 1602537"/>
              <a:gd name="connsiteY0-522" fmla="*/ 5974042 h 5974042"/>
              <a:gd name="connsiteX1-523" fmla="*/ 1602537 w 1602537"/>
              <a:gd name="connsiteY1-524" fmla="*/ 0 h 5974042"/>
              <a:gd name="connsiteX2-525" fmla="*/ 797965 w 1602537"/>
              <a:gd name="connsiteY2-526" fmla="*/ 5973909 h 5974042"/>
              <a:gd name="connsiteX3-527" fmla="*/ 0 w 1602537"/>
              <a:gd name="connsiteY3-528" fmla="*/ 5974042 h 5974042"/>
              <a:gd name="connsiteX0-529" fmla="*/ 0 w 1602537"/>
              <a:gd name="connsiteY0-530" fmla="*/ 5974042 h 5974042"/>
              <a:gd name="connsiteX1-531" fmla="*/ 1602537 w 1602537"/>
              <a:gd name="connsiteY1-532" fmla="*/ 0 h 5974042"/>
              <a:gd name="connsiteX2-533" fmla="*/ 797965 w 1602537"/>
              <a:gd name="connsiteY2-534" fmla="*/ 5973909 h 5974042"/>
              <a:gd name="connsiteX3-535" fmla="*/ 0 w 1602537"/>
              <a:gd name="connsiteY3-536" fmla="*/ 5974042 h 5974042"/>
              <a:gd name="connsiteX0-537" fmla="*/ 0 w 1602537"/>
              <a:gd name="connsiteY0-538" fmla="*/ 5974042 h 5974042"/>
              <a:gd name="connsiteX1-539" fmla="*/ 1602537 w 1602537"/>
              <a:gd name="connsiteY1-540" fmla="*/ 0 h 5974042"/>
              <a:gd name="connsiteX2-541" fmla="*/ 797965 w 1602537"/>
              <a:gd name="connsiteY2-542" fmla="*/ 5973909 h 5974042"/>
              <a:gd name="connsiteX3-543" fmla="*/ 0 w 1602537"/>
              <a:gd name="connsiteY3-544" fmla="*/ 5974042 h 5974042"/>
              <a:gd name="connsiteX0-545" fmla="*/ 0 w 1602537"/>
              <a:gd name="connsiteY0-546" fmla="*/ 5974042 h 5974042"/>
              <a:gd name="connsiteX1-547" fmla="*/ 1602537 w 1602537"/>
              <a:gd name="connsiteY1-548" fmla="*/ 0 h 5974042"/>
              <a:gd name="connsiteX2-549" fmla="*/ 797965 w 1602537"/>
              <a:gd name="connsiteY2-550" fmla="*/ 5973909 h 5974042"/>
              <a:gd name="connsiteX3-551" fmla="*/ 0 w 1602537"/>
              <a:gd name="connsiteY3-552" fmla="*/ 5974042 h 5974042"/>
              <a:gd name="connsiteX0-553" fmla="*/ 0 w 1602537"/>
              <a:gd name="connsiteY0-554" fmla="*/ 5974042 h 5974042"/>
              <a:gd name="connsiteX1-555" fmla="*/ 1602537 w 1602537"/>
              <a:gd name="connsiteY1-556" fmla="*/ 0 h 5974042"/>
              <a:gd name="connsiteX2-557" fmla="*/ 797965 w 1602537"/>
              <a:gd name="connsiteY2-558" fmla="*/ 5973909 h 5974042"/>
              <a:gd name="connsiteX3-559" fmla="*/ 0 w 1602537"/>
              <a:gd name="connsiteY3-560" fmla="*/ 5974042 h 5974042"/>
              <a:gd name="connsiteX0-561" fmla="*/ 0 w 1596187"/>
              <a:gd name="connsiteY0-562" fmla="*/ 5978827 h 5978827"/>
              <a:gd name="connsiteX1-563" fmla="*/ 1596187 w 1596187"/>
              <a:gd name="connsiteY1-564" fmla="*/ 0 h 5978827"/>
              <a:gd name="connsiteX2-565" fmla="*/ 797965 w 1596187"/>
              <a:gd name="connsiteY2-566" fmla="*/ 5978694 h 5978827"/>
              <a:gd name="connsiteX3-567" fmla="*/ 0 w 1596187"/>
              <a:gd name="connsiteY3-568" fmla="*/ 5978827 h 5978827"/>
              <a:gd name="connsiteX0-569" fmla="*/ 0 w 1596187"/>
              <a:gd name="connsiteY0-570" fmla="*/ 5978827 h 5978827"/>
              <a:gd name="connsiteX1-571" fmla="*/ 1596187 w 1596187"/>
              <a:gd name="connsiteY1-572" fmla="*/ 0 h 5978827"/>
              <a:gd name="connsiteX2-573" fmla="*/ 797965 w 1596187"/>
              <a:gd name="connsiteY2-574" fmla="*/ 5978694 h 5978827"/>
              <a:gd name="connsiteX3-575" fmla="*/ 0 w 1596187"/>
              <a:gd name="connsiteY3-576" fmla="*/ 5978827 h 5978827"/>
              <a:gd name="connsiteX0-577" fmla="*/ 0 w 1596187"/>
              <a:gd name="connsiteY0-578" fmla="*/ 5978827 h 5978827"/>
              <a:gd name="connsiteX1-579" fmla="*/ 1596187 w 1596187"/>
              <a:gd name="connsiteY1-580" fmla="*/ 0 h 5978827"/>
              <a:gd name="connsiteX2-581" fmla="*/ 797965 w 1596187"/>
              <a:gd name="connsiteY2-582" fmla="*/ 5978694 h 5978827"/>
              <a:gd name="connsiteX3-583" fmla="*/ 0 w 1596187"/>
              <a:gd name="connsiteY3-584" fmla="*/ 5978827 h 5978827"/>
              <a:gd name="connsiteX0-585" fmla="*/ 0 w 1596187"/>
              <a:gd name="connsiteY0-586" fmla="*/ 5978827 h 5978827"/>
              <a:gd name="connsiteX1-587" fmla="*/ 1596187 w 1596187"/>
              <a:gd name="connsiteY1-588" fmla="*/ 0 h 5978827"/>
              <a:gd name="connsiteX2-589" fmla="*/ 797965 w 1596187"/>
              <a:gd name="connsiteY2-590" fmla="*/ 5978694 h 5978827"/>
              <a:gd name="connsiteX3-591" fmla="*/ 0 w 1596187"/>
              <a:gd name="connsiteY3-592" fmla="*/ 5978827 h 5978827"/>
              <a:gd name="connsiteX0-593" fmla="*/ 0 w 1596187"/>
              <a:gd name="connsiteY0-594" fmla="*/ 5978827 h 5978827"/>
              <a:gd name="connsiteX1-595" fmla="*/ 1596187 w 1596187"/>
              <a:gd name="connsiteY1-596" fmla="*/ 0 h 5978827"/>
              <a:gd name="connsiteX2-597" fmla="*/ 797965 w 1596187"/>
              <a:gd name="connsiteY2-598" fmla="*/ 5978694 h 5978827"/>
              <a:gd name="connsiteX3-599" fmla="*/ 0 w 1596187"/>
              <a:gd name="connsiteY3-600" fmla="*/ 5978827 h 5978827"/>
              <a:gd name="connsiteX0-601" fmla="*/ 0 w 1596187"/>
              <a:gd name="connsiteY0-602" fmla="*/ 5978827 h 5978827"/>
              <a:gd name="connsiteX1-603" fmla="*/ 1596187 w 1596187"/>
              <a:gd name="connsiteY1-604" fmla="*/ 0 h 5978827"/>
              <a:gd name="connsiteX2-605" fmla="*/ 797965 w 1596187"/>
              <a:gd name="connsiteY2-606" fmla="*/ 5978694 h 5978827"/>
              <a:gd name="connsiteX3-607" fmla="*/ 0 w 1596187"/>
              <a:gd name="connsiteY3-608" fmla="*/ 5978827 h 5978827"/>
              <a:gd name="connsiteX0-609" fmla="*/ 0 w 1596187"/>
              <a:gd name="connsiteY0-610" fmla="*/ 5978827 h 5978827"/>
              <a:gd name="connsiteX1-611" fmla="*/ 1596187 w 1596187"/>
              <a:gd name="connsiteY1-612" fmla="*/ 0 h 5978827"/>
              <a:gd name="connsiteX2-613" fmla="*/ 797965 w 1596187"/>
              <a:gd name="connsiteY2-614" fmla="*/ 5978694 h 5978827"/>
              <a:gd name="connsiteX3-615" fmla="*/ 0 w 1596187"/>
              <a:gd name="connsiteY3-616" fmla="*/ 5978827 h 5978827"/>
              <a:gd name="connsiteX0-617" fmla="*/ 0 w 1596187"/>
              <a:gd name="connsiteY0-618" fmla="*/ 5978827 h 5978827"/>
              <a:gd name="connsiteX1-619" fmla="*/ 1596187 w 1596187"/>
              <a:gd name="connsiteY1-620" fmla="*/ 0 h 5978827"/>
              <a:gd name="connsiteX2-621" fmla="*/ 797965 w 1596187"/>
              <a:gd name="connsiteY2-622" fmla="*/ 5978694 h 5978827"/>
              <a:gd name="connsiteX3-623" fmla="*/ 0 w 1596187"/>
              <a:gd name="connsiteY3-624" fmla="*/ 5978827 h 5978827"/>
              <a:gd name="connsiteX0-625" fmla="*/ 0 w 1596187"/>
              <a:gd name="connsiteY0-626" fmla="*/ 5978827 h 5978827"/>
              <a:gd name="connsiteX1-627" fmla="*/ 1596187 w 1596187"/>
              <a:gd name="connsiteY1-628" fmla="*/ 0 h 5978827"/>
              <a:gd name="connsiteX2-629" fmla="*/ 797965 w 1596187"/>
              <a:gd name="connsiteY2-630" fmla="*/ 5978694 h 5978827"/>
              <a:gd name="connsiteX3-631" fmla="*/ 0 w 1596187"/>
              <a:gd name="connsiteY3-632" fmla="*/ 5978827 h 5978827"/>
              <a:gd name="connsiteX0-633" fmla="*/ 0 w 1596187"/>
              <a:gd name="connsiteY0-634" fmla="*/ 5978827 h 5978827"/>
              <a:gd name="connsiteX1-635" fmla="*/ 1596187 w 1596187"/>
              <a:gd name="connsiteY1-636" fmla="*/ 0 h 5978827"/>
              <a:gd name="connsiteX2-637" fmla="*/ 797965 w 1596187"/>
              <a:gd name="connsiteY2-638" fmla="*/ 5978694 h 5978827"/>
              <a:gd name="connsiteX3-639" fmla="*/ 0 w 1596187"/>
              <a:gd name="connsiteY3-640" fmla="*/ 5978827 h 5978827"/>
              <a:gd name="connsiteX0-641" fmla="*/ 0 w 1596187"/>
              <a:gd name="connsiteY0-642" fmla="*/ 5978827 h 5978827"/>
              <a:gd name="connsiteX1-643" fmla="*/ 1596187 w 1596187"/>
              <a:gd name="connsiteY1-644" fmla="*/ 0 h 5978827"/>
              <a:gd name="connsiteX2-645" fmla="*/ 797965 w 1596187"/>
              <a:gd name="connsiteY2-646" fmla="*/ 5978694 h 5978827"/>
              <a:gd name="connsiteX3-647" fmla="*/ 0 w 1596187"/>
              <a:gd name="connsiteY3-648" fmla="*/ 5978827 h 5978827"/>
              <a:gd name="connsiteX0-649" fmla="*/ 0 w 1596187"/>
              <a:gd name="connsiteY0-650" fmla="*/ 5978827 h 5978827"/>
              <a:gd name="connsiteX1-651" fmla="*/ 1596187 w 1596187"/>
              <a:gd name="connsiteY1-652" fmla="*/ 0 h 5978827"/>
              <a:gd name="connsiteX2-653" fmla="*/ 797965 w 1596187"/>
              <a:gd name="connsiteY2-654" fmla="*/ 5978694 h 5978827"/>
              <a:gd name="connsiteX3-655" fmla="*/ 0 w 1596187"/>
              <a:gd name="connsiteY3-656" fmla="*/ 5978827 h 5978827"/>
              <a:gd name="connsiteX0-657" fmla="*/ 0 w 1596187"/>
              <a:gd name="connsiteY0-658" fmla="*/ 5978827 h 5978827"/>
              <a:gd name="connsiteX1-659" fmla="*/ 1596187 w 1596187"/>
              <a:gd name="connsiteY1-660" fmla="*/ 0 h 5978827"/>
              <a:gd name="connsiteX2-661" fmla="*/ 797965 w 1596187"/>
              <a:gd name="connsiteY2-662" fmla="*/ 5978694 h 5978827"/>
              <a:gd name="connsiteX3-663" fmla="*/ 0 w 1596187"/>
              <a:gd name="connsiteY3-664" fmla="*/ 5978827 h 5978827"/>
              <a:gd name="connsiteX0-665" fmla="*/ 0 w 1596187"/>
              <a:gd name="connsiteY0-666" fmla="*/ 5978827 h 5978827"/>
              <a:gd name="connsiteX1-667" fmla="*/ 1596187 w 1596187"/>
              <a:gd name="connsiteY1-668" fmla="*/ 0 h 5978827"/>
              <a:gd name="connsiteX2-669" fmla="*/ 797965 w 1596187"/>
              <a:gd name="connsiteY2-670" fmla="*/ 5978694 h 5978827"/>
              <a:gd name="connsiteX3-671" fmla="*/ 0 w 1596187"/>
              <a:gd name="connsiteY3-672" fmla="*/ 5978827 h 5978827"/>
              <a:gd name="connsiteX0-673" fmla="*/ 0 w 1596187"/>
              <a:gd name="connsiteY0-674" fmla="*/ 5978827 h 5978827"/>
              <a:gd name="connsiteX1-675" fmla="*/ 1596187 w 1596187"/>
              <a:gd name="connsiteY1-676" fmla="*/ 0 h 5978827"/>
              <a:gd name="connsiteX2-677" fmla="*/ 797965 w 1596187"/>
              <a:gd name="connsiteY2-678" fmla="*/ 5978694 h 5978827"/>
              <a:gd name="connsiteX3-679" fmla="*/ 0 w 1596187"/>
              <a:gd name="connsiteY3-680" fmla="*/ 5978827 h 5978827"/>
              <a:gd name="connsiteX0-681" fmla="*/ 0 w 1596187"/>
              <a:gd name="connsiteY0-682" fmla="*/ 5978827 h 5978827"/>
              <a:gd name="connsiteX1-683" fmla="*/ 1596187 w 1596187"/>
              <a:gd name="connsiteY1-684" fmla="*/ 0 h 5978827"/>
              <a:gd name="connsiteX2-685" fmla="*/ 797965 w 1596187"/>
              <a:gd name="connsiteY2-686" fmla="*/ 5978694 h 5978827"/>
              <a:gd name="connsiteX3-687" fmla="*/ 0 w 1596187"/>
              <a:gd name="connsiteY3-688" fmla="*/ 5978827 h 5978827"/>
              <a:gd name="connsiteX0-689" fmla="*/ 0 w 1596187"/>
              <a:gd name="connsiteY0-690" fmla="*/ 5978827 h 5978827"/>
              <a:gd name="connsiteX1-691" fmla="*/ 1596187 w 1596187"/>
              <a:gd name="connsiteY1-692" fmla="*/ 0 h 5978827"/>
              <a:gd name="connsiteX2-693" fmla="*/ 797965 w 1596187"/>
              <a:gd name="connsiteY2-694" fmla="*/ 5978694 h 5978827"/>
              <a:gd name="connsiteX3-695" fmla="*/ 0 w 1596187"/>
              <a:gd name="connsiteY3-696" fmla="*/ 5978827 h 5978827"/>
              <a:gd name="connsiteX0-697" fmla="*/ 0 w 1596187"/>
              <a:gd name="connsiteY0-698" fmla="*/ 5978827 h 5978827"/>
              <a:gd name="connsiteX1-699" fmla="*/ 1596187 w 1596187"/>
              <a:gd name="connsiteY1-700" fmla="*/ 0 h 5978827"/>
              <a:gd name="connsiteX2-701" fmla="*/ 797965 w 1596187"/>
              <a:gd name="connsiteY2-702" fmla="*/ 5978694 h 5978827"/>
              <a:gd name="connsiteX3-703" fmla="*/ 0 w 1596187"/>
              <a:gd name="connsiteY3-704" fmla="*/ 5978827 h 5978827"/>
              <a:gd name="connsiteX0-705" fmla="*/ 0 w 1596187"/>
              <a:gd name="connsiteY0-706" fmla="*/ 5978827 h 5978827"/>
              <a:gd name="connsiteX1-707" fmla="*/ 1596187 w 1596187"/>
              <a:gd name="connsiteY1-708" fmla="*/ 0 h 5978827"/>
              <a:gd name="connsiteX2-709" fmla="*/ 1153565 w 1596187"/>
              <a:gd name="connsiteY2-710" fmla="*/ 5972315 h 5978827"/>
              <a:gd name="connsiteX3-711" fmla="*/ 0 w 1596187"/>
              <a:gd name="connsiteY3-712" fmla="*/ 5978827 h 5978827"/>
              <a:gd name="connsiteX0-713" fmla="*/ 0 w 1596187"/>
              <a:gd name="connsiteY0-714" fmla="*/ 5978827 h 5978827"/>
              <a:gd name="connsiteX1-715" fmla="*/ 1596187 w 1596187"/>
              <a:gd name="connsiteY1-716" fmla="*/ 0 h 5978827"/>
              <a:gd name="connsiteX2-717" fmla="*/ 1153565 w 1596187"/>
              <a:gd name="connsiteY2-718" fmla="*/ 5972315 h 5978827"/>
              <a:gd name="connsiteX3-719" fmla="*/ 0 w 1596187"/>
              <a:gd name="connsiteY3-720" fmla="*/ 5978827 h 5978827"/>
              <a:gd name="connsiteX0-721" fmla="*/ 0 w 1596187"/>
              <a:gd name="connsiteY0-722" fmla="*/ 5978827 h 5979973"/>
              <a:gd name="connsiteX1-723" fmla="*/ 1596187 w 1596187"/>
              <a:gd name="connsiteY1-724" fmla="*/ 0 h 5979973"/>
              <a:gd name="connsiteX2-725" fmla="*/ 1158645 w 1596187"/>
              <a:gd name="connsiteY2-726" fmla="*/ 5979973 h 5979973"/>
              <a:gd name="connsiteX3-727" fmla="*/ 0 w 1596187"/>
              <a:gd name="connsiteY3-728" fmla="*/ 5978827 h 5979973"/>
            </a:gdLst>
            <a:ahLst/>
            <a:cxnLst>
              <a:cxn ang="0">
                <a:pos x="connsiteX0-1" y="connsiteY0-2"/>
              </a:cxn>
              <a:cxn ang="0">
                <a:pos x="connsiteX1-3" y="connsiteY1-4"/>
              </a:cxn>
              <a:cxn ang="0">
                <a:pos x="connsiteX2-5" y="connsiteY2-6"/>
              </a:cxn>
              <a:cxn ang="0">
                <a:pos x="connsiteX3-7" y="connsiteY3-8"/>
              </a:cxn>
            </a:cxnLst>
            <a:rect l="l" t="t" r="r" b="b"/>
            <a:pathLst>
              <a:path w="1596187" h="5979973">
                <a:moveTo>
                  <a:pt x="0" y="5978827"/>
                </a:moveTo>
                <a:cubicBezTo>
                  <a:pt x="264529" y="3149758"/>
                  <a:pt x="1007816" y="1076499"/>
                  <a:pt x="1596187" y="0"/>
                </a:cubicBezTo>
                <a:cubicBezTo>
                  <a:pt x="1012305" y="1536844"/>
                  <a:pt x="516797" y="4584031"/>
                  <a:pt x="1158645" y="5979973"/>
                </a:cubicBezTo>
                <a:lnTo>
                  <a:pt x="0" y="5978827"/>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0" hasCustomPrompt="1"/>
          </p:nvPr>
        </p:nvSpPr>
        <p:spPr>
          <a:xfrm>
            <a:off x="9429750" y="3960495"/>
            <a:ext cx="1333500" cy="726440"/>
          </a:xfrm>
          <a:prstGeom prst="rect">
            <a:avLst/>
          </a:prstGeom>
        </p:spPr>
        <p:txBody>
          <a:bodyPr anchor="ctr"/>
          <a:lstStyle>
            <a:lvl1pPr marL="0" indent="0" algn="r">
              <a:lnSpc>
                <a:spcPct val="100000"/>
              </a:lnSpc>
              <a:buNone/>
              <a:defRPr sz="7000" b="1">
                <a:solidFill>
                  <a:schemeClr val="tx1"/>
                </a:solidFill>
                <a:latin typeface="微软雅黑" panose="020B0503020204020204" pitchFamily="34" charset="-122"/>
                <a:ea typeface="微软雅黑" panose="020B0503020204020204" pitchFamily="34" charset="-122"/>
              </a:defRPr>
            </a:lvl1pPr>
          </a:lstStyle>
          <a:p>
            <a:pPr lvl="0"/>
            <a:r>
              <a:rPr kumimoji="1" lang="en-US" altLang="zh-CN" dirty="0"/>
              <a:t>01</a:t>
            </a:r>
            <a:endParaRPr kumimoji="1" lang="zh-CN" altLang="en-US" dirty="0"/>
          </a:p>
        </p:txBody>
      </p:sp>
      <p:sp>
        <p:nvSpPr>
          <p:cNvPr id="22" name="文本占位符 20"/>
          <p:cNvSpPr>
            <a:spLocks noGrp="1"/>
          </p:cNvSpPr>
          <p:nvPr>
            <p:ph type="body" sz="quarter" idx="11" hasCustomPrompt="1"/>
          </p:nvPr>
        </p:nvSpPr>
        <p:spPr>
          <a:xfrm>
            <a:off x="5882643" y="4936252"/>
            <a:ext cx="4880516" cy="535178"/>
          </a:xfrm>
          <a:prstGeom prst="rect">
            <a:avLst/>
          </a:prstGeom>
        </p:spPr>
        <p:txBody>
          <a:bodyPr anchor="ctr"/>
          <a:lstStyle>
            <a:lvl1pPr marL="0" indent="0" algn="r">
              <a:lnSpc>
                <a:spcPct val="100000"/>
              </a:lnSpc>
              <a:buNone/>
              <a:defRPr sz="4000" b="0">
                <a:solidFill>
                  <a:schemeClr val="tx1"/>
                </a:solidFill>
                <a:latin typeface="微软雅黑" panose="020B0503020204020204" pitchFamily="34" charset="-122"/>
                <a:ea typeface="微软雅黑" panose="020B0503020204020204" pitchFamily="34" charset="-122"/>
              </a:defRPr>
            </a:lvl1pPr>
          </a:lstStyle>
          <a:p>
            <a:pPr lvl="0"/>
            <a:r>
              <a:rPr kumimoji="1" lang="zh-CN" altLang="en-US" dirty="0"/>
              <a:t>请输入目录标题名</a:t>
            </a:r>
          </a:p>
        </p:txBody>
      </p:sp>
      <p:sp>
        <p:nvSpPr>
          <p:cNvPr id="23" name="文本占位符 20"/>
          <p:cNvSpPr>
            <a:spLocks noGrp="1"/>
          </p:cNvSpPr>
          <p:nvPr>
            <p:ph type="body" sz="quarter" idx="12" hasCustomPrompt="1"/>
          </p:nvPr>
        </p:nvSpPr>
        <p:spPr>
          <a:xfrm>
            <a:off x="7376159" y="5656798"/>
            <a:ext cx="3386999" cy="343621"/>
          </a:xfrm>
          <a:prstGeom prst="rect">
            <a:avLst/>
          </a:prstGeom>
        </p:spPr>
        <p:txBody>
          <a:bodyPr anchor="ctr"/>
          <a:lstStyle>
            <a:lvl1pPr marL="0" indent="0" algn="r">
              <a:lnSpc>
                <a:spcPct val="100000"/>
              </a:lnSpc>
              <a:buNone/>
              <a:defRPr sz="2400" b="0">
                <a:solidFill>
                  <a:schemeClr val="tx1">
                    <a:lumMod val="50000"/>
                    <a:lumOff val="50000"/>
                  </a:schemeClr>
                </a:solidFill>
                <a:latin typeface="微软雅黑" panose="020B0503020204020204" pitchFamily="34" charset="-122"/>
                <a:ea typeface="微软雅黑" panose="020B0503020204020204" pitchFamily="34" charset="-122"/>
              </a:defRPr>
            </a:lvl1pPr>
          </a:lstStyle>
          <a:p>
            <a:pPr lvl="0"/>
            <a:r>
              <a:rPr kumimoji="1" lang="zh-CN" altLang="en-US" dirty="0"/>
              <a:t>请输入目录英文标题名</a:t>
            </a:r>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498817" y="322580"/>
            <a:ext cx="1693738" cy="535305"/>
          </a:xfrm>
          <a:prstGeom prst="rect">
            <a:avLst/>
          </a:prstGeom>
        </p:spPr>
      </p:pic>
    </p:spTree>
    <p:extLst>
      <p:ext uri="{BB962C8B-B14F-4D97-AF65-F5344CB8AC3E}">
        <p14:creationId xmlns:p14="http://schemas.microsoft.com/office/powerpoint/2010/main" val="142532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版式14">
    <p:spTree>
      <p:nvGrpSpPr>
        <p:cNvPr id="1" name=""/>
        <p:cNvGrpSpPr/>
        <p:nvPr/>
      </p:nvGrpSpPr>
      <p:grpSpPr>
        <a:xfrm>
          <a:off x="0" y="0"/>
          <a:ext cx="0" cy="0"/>
          <a:chOff x="0" y="0"/>
          <a:chExt cx="0" cy="0"/>
        </a:xfrm>
      </p:grpSpPr>
      <p:sp>
        <p:nvSpPr>
          <p:cNvPr id="6" name="文本占位符 5"/>
          <p:cNvSpPr>
            <a:spLocks noGrp="1"/>
          </p:cNvSpPr>
          <p:nvPr>
            <p:ph type="body" sz="quarter" idx="11" hasCustomPrompt="1"/>
          </p:nvPr>
        </p:nvSpPr>
        <p:spPr>
          <a:xfrm>
            <a:off x="551319" y="1154517"/>
            <a:ext cx="10890253" cy="412750"/>
          </a:xfrm>
          <a:prstGeom prst="rect">
            <a:avLst/>
          </a:prstGeom>
        </p:spPr>
        <p:txBody>
          <a:bodyPr anchor="t"/>
          <a:lstStyle>
            <a:lvl1pPr marL="0" indent="0" eaLnBrk="1" fontAlgn="auto" latinLnBrk="0" hangingPunct="1">
              <a:lnSpc>
                <a:spcPct val="125000"/>
              </a:lnSpc>
              <a:buNone/>
              <a:defRPr kumimoji="1" lang="zh-CN" altLang="en-US" sz="1400" b="0"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此处为正文内容</a:t>
            </a:r>
            <a:endParaRPr kumimoji="1" lang="zh-CN" altLang="en-US" dirty="0"/>
          </a:p>
        </p:txBody>
      </p:sp>
      <p:sp>
        <p:nvSpPr>
          <p:cNvPr id="5" name="内容占位符 5"/>
          <p:cNvSpPr>
            <a:spLocks noGrp="1"/>
          </p:cNvSpPr>
          <p:nvPr>
            <p:ph sz="quarter" idx="10" hasCustomPrompt="1"/>
          </p:nvPr>
        </p:nvSpPr>
        <p:spPr>
          <a:xfrm>
            <a:off x="551319" y="1851899"/>
            <a:ext cx="10890253" cy="4402332"/>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extLst>
      <p:ext uri="{BB962C8B-B14F-4D97-AF65-F5344CB8AC3E}">
        <p14:creationId xmlns:p14="http://schemas.microsoft.com/office/powerpoint/2010/main" val="36725811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版式7">
    <p:spTree>
      <p:nvGrpSpPr>
        <p:cNvPr id="1" name=""/>
        <p:cNvGrpSpPr/>
        <p:nvPr/>
      </p:nvGrpSpPr>
      <p:grpSpPr>
        <a:xfrm>
          <a:off x="0" y="0"/>
          <a:ext cx="0" cy="0"/>
          <a:chOff x="0" y="0"/>
          <a:chExt cx="0" cy="0"/>
        </a:xfrm>
      </p:grpSpPr>
      <p:sp>
        <p:nvSpPr>
          <p:cNvPr id="2" name="圆角矩形 1"/>
          <p:cNvSpPr/>
          <p:nvPr userDrawn="1"/>
        </p:nvSpPr>
        <p:spPr>
          <a:xfrm>
            <a:off x="8330565" y="1498600"/>
            <a:ext cx="3293745" cy="4619625"/>
          </a:xfrm>
          <a:prstGeom prst="roundRect">
            <a:avLst>
              <a:gd name="adj" fmla="val 786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8448675" y="1563370"/>
            <a:ext cx="3056890" cy="459740"/>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8448675" y="2023110"/>
            <a:ext cx="3056890" cy="392811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498600"/>
            <a:ext cx="7591425"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版式7">
    <p:spTree>
      <p:nvGrpSpPr>
        <p:cNvPr id="1" name=""/>
        <p:cNvGrpSpPr/>
        <p:nvPr/>
      </p:nvGrpSpPr>
      <p:grpSpPr>
        <a:xfrm>
          <a:off x="0" y="0"/>
          <a:ext cx="0" cy="0"/>
          <a:chOff x="0" y="0"/>
          <a:chExt cx="0" cy="0"/>
        </a:xfrm>
      </p:grpSpPr>
      <p:sp>
        <p:nvSpPr>
          <p:cNvPr id="2" name="圆角矩形 1"/>
          <p:cNvSpPr/>
          <p:nvPr userDrawn="1"/>
        </p:nvSpPr>
        <p:spPr>
          <a:xfrm>
            <a:off x="5820410" y="1484630"/>
            <a:ext cx="5803900" cy="4619625"/>
          </a:xfrm>
          <a:prstGeom prst="roundRect">
            <a:avLst>
              <a:gd name="adj" fmla="val 786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5939155" y="1549400"/>
            <a:ext cx="5566410" cy="459740"/>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5939155" y="2009140"/>
            <a:ext cx="5566410" cy="392811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484630"/>
            <a:ext cx="4965065"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_版式7">
    <p:spTree>
      <p:nvGrpSpPr>
        <p:cNvPr id="1" name=""/>
        <p:cNvGrpSpPr/>
        <p:nvPr/>
      </p:nvGrpSpPr>
      <p:grpSpPr>
        <a:xfrm>
          <a:off x="0" y="0"/>
          <a:ext cx="0" cy="0"/>
          <a:chOff x="0" y="0"/>
          <a:chExt cx="0" cy="0"/>
        </a:xfrm>
      </p:grpSpPr>
      <p:sp>
        <p:nvSpPr>
          <p:cNvPr id="2" name="圆角矩形 1"/>
          <p:cNvSpPr/>
          <p:nvPr userDrawn="1"/>
        </p:nvSpPr>
        <p:spPr>
          <a:xfrm>
            <a:off x="3999230" y="1498600"/>
            <a:ext cx="7625080" cy="4619625"/>
          </a:xfrm>
          <a:prstGeom prst="roundRect">
            <a:avLst>
              <a:gd name="adj" fmla="val 5828"/>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4153535" y="1563370"/>
            <a:ext cx="7352030" cy="459740"/>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4153535" y="2023110"/>
            <a:ext cx="7352030" cy="392811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498600"/>
            <a:ext cx="3293110"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版式7">
    <p:spTree>
      <p:nvGrpSpPr>
        <p:cNvPr id="1" name=""/>
        <p:cNvGrpSpPr/>
        <p:nvPr/>
      </p:nvGrpSpPr>
      <p:grpSpPr>
        <a:xfrm>
          <a:off x="0" y="0"/>
          <a:ext cx="0" cy="0"/>
          <a:chOff x="0" y="0"/>
          <a:chExt cx="0" cy="0"/>
        </a:xfrm>
      </p:grpSpPr>
      <p:sp>
        <p:nvSpPr>
          <p:cNvPr id="2" name="圆角矩形 1"/>
          <p:cNvSpPr/>
          <p:nvPr userDrawn="1"/>
        </p:nvSpPr>
        <p:spPr>
          <a:xfrm>
            <a:off x="5820410" y="1365885"/>
            <a:ext cx="5803900" cy="220281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5939155" y="1430655"/>
            <a:ext cx="5566410" cy="459740"/>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5939155" y="1890395"/>
            <a:ext cx="5566410" cy="159194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365885"/>
            <a:ext cx="4965065"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5" name="圆角矩形 24"/>
          <p:cNvSpPr/>
          <p:nvPr userDrawn="1"/>
        </p:nvSpPr>
        <p:spPr>
          <a:xfrm>
            <a:off x="5819775" y="3783330"/>
            <a:ext cx="5803900" cy="220281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文本占位符 25"/>
          <p:cNvSpPr>
            <a:spLocks noGrp="1"/>
          </p:cNvSpPr>
          <p:nvPr>
            <p:ph type="body" sz="quarter" idx="21" hasCustomPrompt="1"/>
          </p:nvPr>
        </p:nvSpPr>
        <p:spPr>
          <a:xfrm>
            <a:off x="5932170" y="3848100"/>
            <a:ext cx="5566410" cy="459740"/>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2"/>
          <p:cNvSpPr>
            <a:spLocks noGrp="1"/>
          </p:cNvSpPr>
          <p:nvPr>
            <p:ph type="body" sz="quarter" idx="22" hasCustomPrompt="1"/>
          </p:nvPr>
        </p:nvSpPr>
        <p:spPr>
          <a:xfrm>
            <a:off x="5932170" y="4307840"/>
            <a:ext cx="5566410" cy="159194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版式7">
    <p:spTree>
      <p:nvGrpSpPr>
        <p:cNvPr id="1" name=""/>
        <p:cNvGrpSpPr/>
        <p:nvPr/>
      </p:nvGrpSpPr>
      <p:grpSpPr>
        <a:xfrm>
          <a:off x="0" y="0"/>
          <a:ext cx="0" cy="0"/>
          <a:chOff x="0" y="0"/>
          <a:chExt cx="0" cy="0"/>
        </a:xfrm>
      </p:grpSpPr>
      <p:sp>
        <p:nvSpPr>
          <p:cNvPr id="2" name="圆角矩形 1"/>
          <p:cNvSpPr/>
          <p:nvPr userDrawn="1"/>
        </p:nvSpPr>
        <p:spPr>
          <a:xfrm>
            <a:off x="5826760" y="1365885"/>
            <a:ext cx="5803900" cy="138303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5939155" y="146177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5937885" y="1869440"/>
            <a:ext cx="5566410" cy="77406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365885"/>
            <a:ext cx="4965065"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6" name="圆角矩形 5"/>
          <p:cNvSpPr/>
          <p:nvPr userDrawn="1"/>
        </p:nvSpPr>
        <p:spPr>
          <a:xfrm>
            <a:off x="5826760" y="2996565"/>
            <a:ext cx="5803900" cy="138303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文本占位符 6"/>
          <p:cNvSpPr>
            <a:spLocks noGrp="1"/>
          </p:cNvSpPr>
          <p:nvPr>
            <p:ph type="body" sz="quarter" idx="21" hasCustomPrompt="1"/>
          </p:nvPr>
        </p:nvSpPr>
        <p:spPr>
          <a:xfrm>
            <a:off x="5939155" y="309245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1" name="文本占位符 2"/>
          <p:cNvSpPr>
            <a:spLocks noGrp="1"/>
          </p:cNvSpPr>
          <p:nvPr>
            <p:ph type="body" sz="quarter" idx="22" hasCustomPrompt="1"/>
          </p:nvPr>
        </p:nvSpPr>
        <p:spPr>
          <a:xfrm>
            <a:off x="5937885" y="3500120"/>
            <a:ext cx="5566410" cy="77406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5" name="圆角矩形 14"/>
          <p:cNvSpPr/>
          <p:nvPr userDrawn="1"/>
        </p:nvSpPr>
        <p:spPr>
          <a:xfrm>
            <a:off x="5825490" y="4603115"/>
            <a:ext cx="5803900" cy="138303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文本占位符 16"/>
          <p:cNvSpPr>
            <a:spLocks noGrp="1"/>
          </p:cNvSpPr>
          <p:nvPr>
            <p:ph type="body" sz="quarter" idx="23" hasCustomPrompt="1"/>
          </p:nvPr>
        </p:nvSpPr>
        <p:spPr>
          <a:xfrm>
            <a:off x="5937885" y="469900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8" name="文本占位符 2"/>
          <p:cNvSpPr>
            <a:spLocks noGrp="1"/>
          </p:cNvSpPr>
          <p:nvPr>
            <p:ph type="body" sz="quarter" idx="24" hasCustomPrompt="1"/>
          </p:nvPr>
        </p:nvSpPr>
        <p:spPr>
          <a:xfrm>
            <a:off x="5936615" y="5106670"/>
            <a:ext cx="5566410" cy="77406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版式7">
    <p:spTree>
      <p:nvGrpSpPr>
        <p:cNvPr id="1" name=""/>
        <p:cNvGrpSpPr/>
        <p:nvPr/>
      </p:nvGrpSpPr>
      <p:grpSpPr>
        <a:xfrm>
          <a:off x="0" y="0"/>
          <a:ext cx="0" cy="0"/>
          <a:chOff x="0" y="0"/>
          <a:chExt cx="0" cy="0"/>
        </a:xfrm>
      </p:grpSpPr>
      <p:sp>
        <p:nvSpPr>
          <p:cNvPr id="2" name="圆角矩形 1"/>
          <p:cNvSpPr/>
          <p:nvPr userDrawn="1"/>
        </p:nvSpPr>
        <p:spPr>
          <a:xfrm>
            <a:off x="5826760" y="1365885"/>
            <a:ext cx="5803900" cy="107188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9" name="文本占位符 8"/>
          <p:cNvSpPr>
            <a:spLocks noGrp="1"/>
          </p:cNvSpPr>
          <p:nvPr>
            <p:ph type="body" sz="quarter" idx="11" hasCustomPrompt="1"/>
          </p:nvPr>
        </p:nvSpPr>
        <p:spPr>
          <a:xfrm>
            <a:off x="5937885" y="146812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8" name="文本占位符 2"/>
          <p:cNvSpPr>
            <a:spLocks noGrp="1"/>
          </p:cNvSpPr>
          <p:nvPr>
            <p:ph type="body" sz="quarter" idx="20" hasCustomPrompt="1"/>
          </p:nvPr>
        </p:nvSpPr>
        <p:spPr>
          <a:xfrm>
            <a:off x="5937885" y="1869440"/>
            <a:ext cx="5566410" cy="4603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3" name="内容占位符 5"/>
          <p:cNvSpPr>
            <a:spLocks noGrp="1"/>
          </p:cNvSpPr>
          <p:nvPr>
            <p:ph sz="quarter" idx="10" hasCustomPrompt="1"/>
          </p:nvPr>
        </p:nvSpPr>
        <p:spPr>
          <a:xfrm>
            <a:off x="551180" y="1365885"/>
            <a:ext cx="4965065" cy="4620260"/>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3" name="圆角矩形 2"/>
          <p:cNvSpPr/>
          <p:nvPr userDrawn="1"/>
        </p:nvSpPr>
        <p:spPr>
          <a:xfrm>
            <a:off x="5833745" y="2555875"/>
            <a:ext cx="5803900" cy="107188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文本占位符 3"/>
          <p:cNvSpPr>
            <a:spLocks noGrp="1"/>
          </p:cNvSpPr>
          <p:nvPr>
            <p:ph type="body" sz="quarter" idx="21" hasCustomPrompt="1"/>
          </p:nvPr>
        </p:nvSpPr>
        <p:spPr>
          <a:xfrm>
            <a:off x="5944870" y="265811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5" name="文本占位符 2"/>
          <p:cNvSpPr>
            <a:spLocks noGrp="1"/>
          </p:cNvSpPr>
          <p:nvPr>
            <p:ph type="body" sz="quarter" idx="22" hasCustomPrompt="1"/>
          </p:nvPr>
        </p:nvSpPr>
        <p:spPr>
          <a:xfrm>
            <a:off x="5944870" y="3059430"/>
            <a:ext cx="5566410" cy="4603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0" name="圆角矩形 9"/>
          <p:cNvSpPr/>
          <p:nvPr userDrawn="1"/>
        </p:nvSpPr>
        <p:spPr>
          <a:xfrm>
            <a:off x="5840095" y="3738245"/>
            <a:ext cx="5803900" cy="107188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文本占位符 11"/>
          <p:cNvSpPr>
            <a:spLocks noGrp="1"/>
          </p:cNvSpPr>
          <p:nvPr>
            <p:ph type="body" sz="quarter" idx="23" hasCustomPrompt="1"/>
          </p:nvPr>
        </p:nvSpPr>
        <p:spPr>
          <a:xfrm>
            <a:off x="5951220" y="384048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4" name="文本占位符 2"/>
          <p:cNvSpPr>
            <a:spLocks noGrp="1"/>
          </p:cNvSpPr>
          <p:nvPr>
            <p:ph type="body" sz="quarter" idx="24" hasCustomPrompt="1"/>
          </p:nvPr>
        </p:nvSpPr>
        <p:spPr>
          <a:xfrm>
            <a:off x="5951220" y="4241800"/>
            <a:ext cx="5566410" cy="4603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6" name="圆角矩形 15"/>
          <p:cNvSpPr/>
          <p:nvPr userDrawn="1"/>
        </p:nvSpPr>
        <p:spPr>
          <a:xfrm>
            <a:off x="5847080" y="4914265"/>
            <a:ext cx="5803900" cy="107188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文本占位符 18"/>
          <p:cNvSpPr>
            <a:spLocks noGrp="1"/>
          </p:cNvSpPr>
          <p:nvPr>
            <p:ph type="body" sz="quarter" idx="25" hasCustomPrompt="1"/>
          </p:nvPr>
        </p:nvSpPr>
        <p:spPr>
          <a:xfrm>
            <a:off x="5958205" y="5016500"/>
            <a:ext cx="5566410" cy="401320"/>
          </a:xfrm>
          <a:prstGeom prst="rect">
            <a:avLst/>
          </a:prstGeom>
        </p:spPr>
        <p:txBody>
          <a:bodyP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2"/>
          <p:cNvSpPr>
            <a:spLocks noGrp="1"/>
          </p:cNvSpPr>
          <p:nvPr>
            <p:ph type="body" sz="quarter" idx="26" hasCustomPrompt="1"/>
          </p:nvPr>
        </p:nvSpPr>
        <p:spPr>
          <a:xfrm>
            <a:off x="5958205" y="5417820"/>
            <a:ext cx="5566410" cy="4603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5" name="Oval 6"/>
          <p:cNvSpPr>
            <a:spLocks noChangeArrowheads="1"/>
          </p:cNvSpPr>
          <p:nvPr userDrawn="1"/>
        </p:nvSpPr>
        <p:spPr bwMode="auto">
          <a:xfrm>
            <a:off x="486826" y="1670305"/>
            <a:ext cx="3667860" cy="3735206"/>
          </a:xfrm>
          <a:prstGeom prst="ellipse">
            <a:avLst/>
          </a:prstGeom>
          <a:noFill/>
          <a:ln w="19050">
            <a:solidFill>
              <a:schemeClr val="tx1">
                <a:lumMod val="75000"/>
                <a:lumOff val="25000"/>
              </a:schemeClr>
            </a:solidFill>
            <a:prstDash val="dash"/>
            <a:round/>
          </a:ln>
          <a:extLst>
            <a:ext uri="{909E8E84-426E-40DD-AFC4-6F175D3DCCD1}">
              <a14:hiddenFill xmlns:a14="http://schemas.microsoft.com/office/drawing/2010/main">
                <a:solidFill>
                  <a:srgbClr val="FFFFFF"/>
                </a:solidFill>
              </a14:hiddenFill>
            </a:ext>
          </a:extLst>
        </p:spPr>
        <p:txBody>
          <a:bodyPr lIns="66830" tIns="33415" rIns="66830" bIns="33415"/>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400" eaLnBrk="1" hangingPunct="1">
              <a:spcBef>
                <a:spcPct val="0"/>
              </a:spcBef>
              <a:buNone/>
              <a:defRPr/>
            </a:pPr>
            <a:endParaRPr lang="zh-CN" altLang="en-US" sz="1265" b="1">
              <a:solidFill>
                <a:srgbClr val="000000"/>
              </a:solidFill>
              <a:latin typeface="微软雅黑" panose="020B0503020204020204" charset="-122"/>
            </a:endParaRPr>
          </a:p>
        </p:txBody>
      </p:sp>
      <p:sp>
        <p:nvSpPr>
          <p:cNvPr id="6" name="Oval 10"/>
          <p:cNvSpPr>
            <a:spLocks noChangeArrowheads="1"/>
          </p:cNvSpPr>
          <p:nvPr userDrawn="1"/>
        </p:nvSpPr>
        <p:spPr bwMode="auto">
          <a:xfrm>
            <a:off x="2411730" y="1397000"/>
            <a:ext cx="52197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01</a:t>
            </a:r>
          </a:p>
        </p:txBody>
      </p:sp>
      <p:sp>
        <p:nvSpPr>
          <p:cNvPr id="8" name="Oval 12"/>
          <p:cNvSpPr>
            <a:spLocks noChangeArrowheads="1"/>
          </p:cNvSpPr>
          <p:nvPr userDrawn="1"/>
        </p:nvSpPr>
        <p:spPr bwMode="auto">
          <a:xfrm>
            <a:off x="2762250" y="4883785"/>
            <a:ext cx="52324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03</a:t>
            </a:r>
          </a:p>
        </p:txBody>
      </p:sp>
      <p:sp>
        <p:nvSpPr>
          <p:cNvPr id="9" name="Oval 13"/>
          <p:cNvSpPr>
            <a:spLocks noChangeArrowheads="1"/>
          </p:cNvSpPr>
          <p:nvPr userDrawn="1"/>
        </p:nvSpPr>
        <p:spPr bwMode="auto">
          <a:xfrm>
            <a:off x="3829685" y="3383280"/>
            <a:ext cx="52324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02</a:t>
            </a:r>
          </a:p>
        </p:txBody>
      </p:sp>
      <p:sp>
        <p:nvSpPr>
          <p:cNvPr id="10" name="Oval 9"/>
          <p:cNvSpPr>
            <a:spLocks noChangeArrowheads="1"/>
          </p:cNvSpPr>
          <p:nvPr userDrawn="1"/>
        </p:nvSpPr>
        <p:spPr bwMode="auto">
          <a:xfrm>
            <a:off x="292735" y="4250690"/>
            <a:ext cx="1226820" cy="1276350"/>
          </a:xfrm>
          <a:prstGeom prst="ellipse">
            <a:avLst/>
          </a:prstGeom>
          <a:gradFill>
            <a:gsLst>
              <a:gs pos="0">
                <a:srgbClr val="9B0000"/>
              </a:gs>
              <a:gs pos="100000">
                <a:srgbClr val="D20A10"/>
              </a:gs>
            </a:gsLst>
            <a:lin ang="1440000" scaled="0"/>
          </a:gradFill>
          <a:ln>
            <a:noFill/>
          </a:ln>
        </p:spPr>
        <p:txBody>
          <a:bodyPr lIns="66830" tIns="33415" rIns="66830" bIns="33415"/>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400" eaLnBrk="1" hangingPunct="1">
              <a:spcBef>
                <a:spcPct val="0"/>
              </a:spcBef>
              <a:buNone/>
              <a:defRPr/>
            </a:pPr>
            <a:endParaRPr lang="zh-CN" altLang="en-US" sz="1265">
              <a:solidFill>
                <a:srgbClr val="000000"/>
              </a:solidFill>
              <a:latin typeface="微软雅黑" panose="020B0503020204020204" charset="-122"/>
            </a:endParaRPr>
          </a:p>
        </p:txBody>
      </p:sp>
      <p:sp>
        <p:nvSpPr>
          <p:cNvPr id="21" name="图片占位符 25"/>
          <p:cNvSpPr>
            <a:spLocks noGrp="1"/>
          </p:cNvSpPr>
          <p:nvPr>
            <p:ph type="pic" sz="quarter" idx="10" hasCustomPrompt="1"/>
          </p:nvPr>
        </p:nvSpPr>
        <p:spPr>
          <a:xfrm>
            <a:off x="887280" y="2084180"/>
            <a:ext cx="2893334" cy="2893050"/>
          </a:xfrm>
          <a:custGeom>
            <a:avLst/>
            <a:gdLst>
              <a:gd name="connsiteX0" fmla="*/ 940876 w 1881752"/>
              <a:gd name="connsiteY0" fmla="*/ 0 h 1881752"/>
              <a:gd name="connsiteX1" fmla="*/ 1881752 w 1881752"/>
              <a:gd name="connsiteY1" fmla="*/ 940876 h 1881752"/>
              <a:gd name="connsiteX2" fmla="*/ 940876 w 1881752"/>
              <a:gd name="connsiteY2" fmla="*/ 1881752 h 1881752"/>
              <a:gd name="connsiteX3" fmla="*/ 0 w 1881752"/>
              <a:gd name="connsiteY3" fmla="*/ 940876 h 1881752"/>
              <a:gd name="connsiteX4" fmla="*/ 940876 w 1881752"/>
              <a:gd name="connsiteY4" fmla="*/ 0 h 188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752" h="1881752">
                <a:moveTo>
                  <a:pt x="940876" y="0"/>
                </a:moveTo>
                <a:cubicBezTo>
                  <a:pt x="1460507" y="0"/>
                  <a:pt x="1881752" y="421245"/>
                  <a:pt x="1881752" y="940876"/>
                </a:cubicBezTo>
                <a:cubicBezTo>
                  <a:pt x="1881752" y="1460507"/>
                  <a:pt x="1460507" y="1881752"/>
                  <a:pt x="940876" y="1881752"/>
                </a:cubicBezTo>
                <a:cubicBezTo>
                  <a:pt x="421245" y="1881752"/>
                  <a:pt x="0" y="1460507"/>
                  <a:pt x="0" y="940876"/>
                </a:cubicBezTo>
                <a:cubicBezTo>
                  <a:pt x="0" y="421245"/>
                  <a:pt x="421245" y="0"/>
                  <a:pt x="940876" y="0"/>
                </a:cubicBez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
        <p:nvSpPr>
          <p:cNvPr id="22"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27" name="文本占位符 8"/>
          <p:cNvSpPr>
            <a:spLocks noGrp="1"/>
          </p:cNvSpPr>
          <p:nvPr>
            <p:ph type="body" sz="quarter" idx="11" hasCustomPrompt="1"/>
          </p:nvPr>
        </p:nvSpPr>
        <p:spPr>
          <a:xfrm>
            <a:off x="551146" y="4497719"/>
            <a:ext cx="712632" cy="908238"/>
          </a:xfrm>
          <a:prstGeom prst="rect">
            <a:avLst/>
          </a:prstGeom>
        </p:spPr>
        <p:txBody>
          <a:bodyPr/>
          <a:lstStyle>
            <a:lvl1pPr marL="0" indent="0">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 name="圆角矩形 2"/>
          <p:cNvSpPr/>
          <p:nvPr userDrawn="1"/>
        </p:nvSpPr>
        <p:spPr>
          <a:xfrm>
            <a:off x="4489450" y="1191895"/>
            <a:ext cx="7182485" cy="159385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文本占位符 2"/>
          <p:cNvSpPr>
            <a:spLocks noGrp="1"/>
          </p:cNvSpPr>
          <p:nvPr>
            <p:ph type="body" sz="quarter" idx="20" hasCustomPrompt="1"/>
          </p:nvPr>
        </p:nvSpPr>
        <p:spPr>
          <a:xfrm>
            <a:off x="4603750" y="1325245"/>
            <a:ext cx="6912610" cy="133096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圆角矩形 6"/>
          <p:cNvSpPr/>
          <p:nvPr userDrawn="1"/>
        </p:nvSpPr>
        <p:spPr>
          <a:xfrm>
            <a:off x="4496435" y="2977515"/>
            <a:ext cx="7182485" cy="159385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文本占位符 2"/>
          <p:cNvSpPr>
            <a:spLocks noGrp="1"/>
          </p:cNvSpPr>
          <p:nvPr>
            <p:ph type="body" sz="quarter" idx="13" hasCustomPrompt="1"/>
          </p:nvPr>
        </p:nvSpPr>
        <p:spPr>
          <a:xfrm>
            <a:off x="4610735" y="3110865"/>
            <a:ext cx="6912610" cy="133096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圆角矩形 11"/>
          <p:cNvSpPr/>
          <p:nvPr userDrawn="1"/>
        </p:nvSpPr>
        <p:spPr>
          <a:xfrm>
            <a:off x="4489450" y="4762500"/>
            <a:ext cx="7182485" cy="1593850"/>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3" name="文本占位符 2"/>
          <p:cNvSpPr>
            <a:spLocks noGrp="1"/>
          </p:cNvSpPr>
          <p:nvPr>
            <p:ph type="body" sz="quarter" idx="21" hasCustomPrompt="1"/>
          </p:nvPr>
        </p:nvSpPr>
        <p:spPr>
          <a:xfrm>
            <a:off x="4603750" y="4895850"/>
            <a:ext cx="6912610" cy="133096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2"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2" name="Oval 6"/>
          <p:cNvSpPr>
            <a:spLocks noChangeArrowheads="1"/>
          </p:cNvSpPr>
          <p:nvPr userDrawn="1"/>
        </p:nvSpPr>
        <p:spPr bwMode="auto">
          <a:xfrm>
            <a:off x="486826" y="1970660"/>
            <a:ext cx="3667860" cy="3735206"/>
          </a:xfrm>
          <a:prstGeom prst="ellipse">
            <a:avLst/>
          </a:prstGeom>
          <a:noFill/>
          <a:ln w="19050">
            <a:solidFill>
              <a:schemeClr val="tx1">
                <a:lumMod val="75000"/>
                <a:lumOff val="25000"/>
              </a:schemeClr>
            </a:solidFill>
            <a:prstDash val="dash"/>
            <a:round/>
          </a:ln>
          <a:extLst>
            <a:ext uri="{909E8E84-426E-40DD-AFC4-6F175D3DCCD1}">
              <a14:hiddenFill xmlns:a14="http://schemas.microsoft.com/office/drawing/2010/main">
                <a:solidFill>
                  <a:srgbClr val="FFFFFF"/>
                </a:solidFill>
              </a14:hiddenFill>
            </a:ext>
          </a:extLst>
        </p:spPr>
        <p:txBody>
          <a:bodyPr lIns="66830" tIns="33415" rIns="66830" bIns="33415"/>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400" eaLnBrk="1" hangingPunct="1">
              <a:spcBef>
                <a:spcPct val="0"/>
              </a:spcBef>
              <a:buNone/>
              <a:defRPr/>
            </a:pPr>
            <a:endParaRPr lang="zh-CN" altLang="en-US" sz="1265" b="1">
              <a:solidFill>
                <a:srgbClr val="000000"/>
              </a:solidFill>
              <a:latin typeface="微软雅黑" panose="020B0503020204020204" charset="-122"/>
            </a:endParaRPr>
          </a:p>
        </p:txBody>
      </p:sp>
      <p:sp>
        <p:nvSpPr>
          <p:cNvPr id="3" name="Oval 10"/>
          <p:cNvSpPr>
            <a:spLocks noChangeArrowheads="1"/>
          </p:cNvSpPr>
          <p:nvPr userDrawn="1"/>
        </p:nvSpPr>
        <p:spPr bwMode="auto">
          <a:xfrm>
            <a:off x="2411730" y="1697355"/>
            <a:ext cx="52197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01</a:t>
            </a:r>
          </a:p>
        </p:txBody>
      </p:sp>
      <p:sp>
        <p:nvSpPr>
          <p:cNvPr id="4" name="Oval 12"/>
          <p:cNvSpPr>
            <a:spLocks noChangeArrowheads="1"/>
          </p:cNvSpPr>
          <p:nvPr userDrawn="1"/>
        </p:nvSpPr>
        <p:spPr bwMode="auto">
          <a:xfrm>
            <a:off x="2411730" y="5277485"/>
            <a:ext cx="52324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04</a:t>
            </a:r>
          </a:p>
        </p:txBody>
      </p:sp>
      <p:sp>
        <p:nvSpPr>
          <p:cNvPr id="11" name="Oval 13"/>
          <p:cNvSpPr>
            <a:spLocks noChangeArrowheads="1"/>
          </p:cNvSpPr>
          <p:nvPr userDrawn="1"/>
        </p:nvSpPr>
        <p:spPr bwMode="auto">
          <a:xfrm>
            <a:off x="3716655" y="4420870"/>
            <a:ext cx="52324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03</a:t>
            </a:r>
          </a:p>
        </p:txBody>
      </p:sp>
      <p:sp>
        <p:nvSpPr>
          <p:cNvPr id="12" name="Oval 9"/>
          <p:cNvSpPr>
            <a:spLocks noChangeArrowheads="1"/>
          </p:cNvSpPr>
          <p:nvPr userDrawn="1"/>
        </p:nvSpPr>
        <p:spPr bwMode="auto">
          <a:xfrm>
            <a:off x="292735" y="4551045"/>
            <a:ext cx="1226820" cy="1276350"/>
          </a:xfrm>
          <a:prstGeom prst="ellipse">
            <a:avLst/>
          </a:prstGeom>
          <a:gradFill>
            <a:gsLst>
              <a:gs pos="0">
                <a:srgbClr val="9B0000"/>
              </a:gs>
              <a:gs pos="100000">
                <a:srgbClr val="D20A10"/>
              </a:gs>
            </a:gsLst>
            <a:lin ang="1440000" scaled="0"/>
          </a:gradFill>
          <a:ln>
            <a:noFill/>
          </a:ln>
        </p:spPr>
        <p:txBody>
          <a:bodyPr lIns="66830" tIns="33415" rIns="66830" bIns="33415"/>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400" eaLnBrk="1" hangingPunct="1">
              <a:spcBef>
                <a:spcPct val="0"/>
              </a:spcBef>
              <a:buNone/>
              <a:defRPr/>
            </a:pPr>
            <a:endParaRPr lang="zh-CN" altLang="en-US" sz="1265">
              <a:solidFill>
                <a:srgbClr val="000000"/>
              </a:solidFill>
              <a:latin typeface="微软雅黑" panose="020B0503020204020204" charset="-122"/>
            </a:endParaRPr>
          </a:p>
        </p:txBody>
      </p:sp>
      <p:sp>
        <p:nvSpPr>
          <p:cNvPr id="13" name="图片占位符 25"/>
          <p:cNvSpPr>
            <a:spLocks noGrp="1"/>
          </p:cNvSpPr>
          <p:nvPr>
            <p:ph type="pic" sz="quarter" idx="10" hasCustomPrompt="1"/>
          </p:nvPr>
        </p:nvSpPr>
        <p:spPr>
          <a:xfrm>
            <a:off x="887280" y="2384535"/>
            <a:ext cx="2893334" cy="2893050"/>
          </a:xfrm>
          <a:custGeom>
            <a:avLst/>
            <a:gdLst>
              <a:gd name="connsiteX0" fmla="*/ 940876 w 1881752"/>
              <a:gd name="connsiteY0" fmla="*/ 0 h 1881752"/>
              <a:gd name="connsiteX1" fmla="*/ 1881752 w 1881752"/>
              <a:gd name="connsiteY1" fmla="*/ 940876 h 1881752"/>
              <a:gd name="connsiteX2" fmla="*/ 940876 w 1881752"/>
              <a:gd name="connsiteY2" fmla="*/ 1881752 h 1881752"/>
              <a:gd name="connsiteX3" fmla="*/ 0 w 1881752"/>
              <a:gd name="connsiteY3" fmla="*/ 940876 h 1881752"/>
              <a:gd name="connsiteX4" fmla="*/ 940876 w 1881752"/>
              <a:gd name="connsiteY4" fmla="*/ 0 h 188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752" h="1881752">
                <a:moveTo>
                  <a:pt x="940876" y="0"/>
                </a:moveTo>
                <a:cubicBezTo>
                  <a:pt x="1460507" y="0"/>
                  <a:pt x="1881752" y="421245"/>
                  <a:pt x="1881752" y="940876"/>
                </a:cubicBezTo>
                <a:cubicBezTo>
                  <a:pt x="1881752" y="1460507"/>
                  <a:pt x="1460507" y="1881752"/>
                  <a:pt x="940876" y="1881752"/>
                </a:cubicBezTo>
                <a:cubicBezTo>
                  <a:pt x="421245" y="1881752"/>
                  <a:pt x="0" y="1460507"/>
                  <a:pt x="0" y="940876"/>
                </a:cubicBezTo>
                <a:cubicBezTo>
                  <a:pt x="0" y="421245"/>
                  <a:pt x="421245" y="0"/>
                  <a:pt x="940876" y="0"/>
                </a:cubicBez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
        <p:nvSpPr>
          <p:cNvPr id="14" name="文本占位符 8"/>
          <p:cNvSpPr>
            <a:spLocks noGrp="1"/>
          </p:cNvSpPr>
          <p:nvPr>
            <p:ph type="body" sz="quarter" idx="11" hasCustomPrompt="1"/>
          </p:nvPr>
        </p:nvSpPr>
        <p:spPr>
          <a:xfrm>
            <a:off x="551146" y="4798074"/>
            <a:ext cx="712632" cy="908238"/>
          </a:xfrm>
          <a:prstGeom prst="rect">
            <a:avLst/>
          </a:prstGeom>
        </p:spPr>
        <p:txBody>
          <a:bodyPr/>
          <a:lstStyle>
            <a:lvl1pPr marL="0" indent="0">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5" name="Oval 13"/>
          <p:cNvSpPr>
            <a:spLocks noChangeArrowheads="1"/>
          </p:cNvSpPr>
          <p:nvPr userDrawn="1"/>
        </p:nvSpPr>
        <p:spPr bwMode="auto">
          <a:xfrm>
            <a:off x="3716655" y="2775585"/>
            <a:ext cx="523240" cy="521970"/>
          </a:xfrm>
          <a:prstGeom prst="ellipse">
            <a:avLst/>
          </a:prstGeom>
          <a:gradFill>
            <a:gsLst>
              <a:gs pos="0">
                <a:srgbClr val="9B0000"/>
              </a:gs>
              <a:gs pos="100000">
                <a:srgbClr val="D20A10"/>
              </a:gs>
            </a:gsLst>
            <a:lin ang="1440000" scaled="0"/>
          </a:gradFill>
          <a:ln>
            <a:noFill/>
          </a:ln>
        </p:spPr>
        <p:txBody>
          <a:bodyPr lIns="0" tIns="0" rIns="0" bIns="0"/>
          <a:lstStyle>
            <a:lvl1pPr eaLnBrk="0" hangingPunct="0">
              <a:spcBef>
                <a:spcPct val="20000"/>
              </a:spcBef>
              <a:buChar char="•"/>
              <a:defRPr sz="2000">
                <a:solidFill>
                  <a:schemeClr val="accent1"/>
                </a:solidFill>
                <a:latin typeface="Arial" panose="020B0604020202020204" pitchFamily="34" charset="0"/>
                <a:ea typeface="微软雅黑" panose="020B0503020204020204" charset="-122"/>
              </a:defRPr>
            </a:lvl1pPr>
            <a:lvl2pPr marL="742950" indent="-285750" eaLnBrk="0" hangingPunct="0">
              <a:spcBef>
                <a:spcPct val="20000"/>
              </a:spcBef>
              <a:buChar char="–"/>
              <a:defRPr sz="2000">
                <a:solidFill>
                  <a:schemeClr val="accent1"/>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eaLnBrk="1" hangingPunct="1">
              <a:lnSpc>
                <a:spcPct val="110000"/>
              </a:lnSpc>
              <a:spcBef>
                <a:spcPct val="0"/>
              </a:spcBef>
              <a:buNone/>
              <a:defRPr/>
            </a:pPr>
            <a:r>
              <a:rPr lang="en-US" altLang="zh-CN" sz="1800" b="1" dirty="0">
                <a:solidFill>
                  <a:srgbClr val="FFFFFF"/>
                </a:solidFill>
                <a:latin typeface="微软雅黑" panose="020B0503020204020204" charset="-122"/>
              </a:rPr>
              <a:t>02</a:t>
            </a:r>
          </a:p>
        </p:txBody>
      </p:sp>
      <p:sp>
        <p:nvSpPr>
          <p:cNvPr id="16" name="圆角矩形 15"/>
          <p:cNvSpPr/>
          <p:nvPr userDrawn="1"/>
        </p:nvSpPr>
        <p:spPr>
          <a:xfrm>
            <a:off x="4468813" y="1221105"/>
            <a:ext cx="7182485" cy="126047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文本占位符 2"/>
          <p:cNvSpPr>
            <a:spLocks noGrp="1"/>
          </p:cNvSpPr>
          <p:nvPr>
            <p:ph type="body" sz="quarter" idx="20" hasCustomPrompt="1"/>
          </p:nvPr>
        </p:nvSpPr>
        <p:spPr>
          <a:xfrm>
            <a:off x="4603750" y="1325245"/>
            <a:ext cx="6912610" cy="105219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圆角矩形 17"/>
          <p:cNvSpPr/>
          <p:nvPr userDrawn="1"/>
        </p:nvSpPr>
        <p:spPr>
          <a:xfrm>
            <a:off x="4482783" y="2578100"/>
            <a:ext cx="7182485" cy="126047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文本占位符 2"/>
          <p:cNvSpPr>
            <a:spLocks noGrp="1"/>
          </p:cNvSpPr>
          <p:nvPr>
            <p:ph type="body" sz="quarter" idx="13" hasCustomPrompt="1"/>
          </p:nvPr>
        </p:nvSpPr>
        <p:spPr>
          <a:xfrm>
            <a:off x="4617720" y="2682240"/>
            <a:ext cx="6912610" cy="105219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圆角矩形 19"/>
          <p:cNvSpPr/>
          <p:nvPr userDrawn="1"/>
        </p:nvSpPr>
        <p:spPr>
          <a:xfrm>
            <a:off x="4468178" y="3949700"/>
            <a:ext cx="7182485" cy="126047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文本占位符 2"/>
          <p:cNvSpPr>
            <a:spLocks noGrp="1"/>
          </p:cNvSpPr>
          <p:nvPr>
            <p:ph type="body" sz="quarter" idx="21" hasCustomPrompt="1"/>
          </p:nvPr>
        </p:nvSpPr>
        <p:spPr>
          <a:xfrm>
            <a:off x="4603115" y="4053840"/>
            <a:ext cx="6912610" cy="105219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3" name="圆角矩形 32"/>
          <p:cNvSpPr/>
          <p:nvPr userDrawn="1"/>
        </p:nvSpPr>
        <p:spPr>
          <a:xfrm>
            <a:off x="4468813" y="5306695"/>
            <a:ext cx="7182485" cy="126047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文本占位符 2"/>
          <p:cNvSpPr>
            <a:spLocks noGrp="1"/>
          </p:cNvSpPr>
          <p:nvPr>
            <p:ph type="body" sz="quarter" idx="22" hasCustomPrompt="1"/>
          </p:nvPr>
        </p:nvSpPr>
        <p:spPr>
          <a:xfrm>
            <a:off x="4603750" y="5410835"/>
            <a:ext cx="6912610" cy="105219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圆角矩形 1"/>
          <p:cNvSpPr/>
          <p:nvPr userDrawn="1"/>
        </p:nvSpPr>
        <p:spPr>
          <a:xfrm>
            <a:off x="551180" y="1081663"/>
            <a:ext cx="11085830" cy="402590"/>
          </a:xfrm>
          <a:prstGeom prst="roundRect">
            <a:avLst>
              <a:gd name="adj" fmla="val 26340"/>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39"/>
          <p:cNvSpPr>
            <a:spLocks noGrp="1"/>
          </p:cNvSpPr>
          <p:nvPr>
            <p:ph type="title" hasCustomPrompt="1"/>
          </p:nvPr>
        </p:nvSpPr>
        <p:spPr>
          <a:xfrm>
            <a:off x="551319" y="354647"/>
            <a:ext cx="6854747" cy="460375"/>
          </a:xfrm>
          <a:prstGeom prst="rect">
            <a:avLst/>
          </a:prstGeom>
        </p:spPr>
        <p:txBody>
          <a:bodyPr>
            <a:normAutofit/>
          </a:bodyPr>
          <a:lstStyle>
            <a:lvl1pPr>
              <a:defRPr sz="2800" b="1">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
        <p:nvSpPr>
          <p:cNvPr id="5" name="文本占位符 8"/>
          <p:cNvSpPr>
            <a:spLocks noGrp="1"/>
          </p:cNvSpPr>
          <p:nvPr>
            <p:ph type="body" sz="quarter" idx="11" hasCustomPrompt="1"/>
          </p:nvPr>
        </p:nvSpPr>
        <p:spPr>
          <a:xfrm>
            <a:off x="3670575" y="1082298"/>
            <a:ext cx="4847432" cy="401320"/>
          </a:xfrm>
          <a:prstGeom prst="rect">
            <a:avLst/>
          </a:prstGeom>
        </p:spPr>
        <p:txBody>
          <a:bodyPr/>
          <a:lstStyle>
            <a:lvl1pPr marL="0" indent="0" algn="ctr">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 name="内容占位符 5"/>
          <p:cNvSpPr>
            <a:spLocks noGrp="1"/>
          </p:cNvSpPr>
          <p:nvPr>
            <p:ph sz="quarter" idx="10" hasCustomPrompt="1"/>
          </p:nvPr>
        </p:nvSpPr>
        <p:spPr>
          <a:xfrm>
            <a:off x="551318" y="1582796"/>
            <a:ext cx="11085945" cy="2244994"/>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9" name="内容占位符 5"/>
          <p:cNvSpPr>
            <a:spLocks noGrp="1"/>
          </p:cNvSpPr>
          <p:nvPr>
            <p:ph sz="quarter" idx="13" hasCustomPrompt="1"/>
          </p:nvPr>
        </p:nvSpPr>
        <p:spPr>
          <a:xfrm>
            <a:off x="551318" y="4443982"/>
            <a:ext cx="11085945" cy="2343976"/>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0" name="圆角矩形 9"/>
          <p:cNvSpPr/>
          <p:nvPr userDrawn="1"/>
        </p:nvSpPr>
        <p:spPr>
          <a:xfrm>
            <a:off x="553085" y="3946148"/>
            <a:ext cx="11085830" cy="402590"/>
          </a:xfrm>
          <a:prstGeom prst="roundRect">
            <a:avLst>
              <a:gd name="adj" fmla="val 26340"/>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占位符 8"/>
          <p:cNvSpPr>
            <a:spLocks noGrp="1"/>
          </p:cNvSpPr>
          <p:nvPr>
            <p:ph type="body" sz="quarter" idx="14" hasCustomPrompt="1"/>
          </p:nvPr>
        </p:nvSpPr>
        <p:spPr>
          <a:xfrm>
            <a:off x="3672480" y="3946783"/>
            <a:ext cx="4847432" cy="401320"/>
          </a:xfrm>
          <a:prstGeom prst="rect">
            <a:avLst/>
          </a:prstGeom>
        </p:spPr>
        <p:txBody>
          <a:bodyPr/>
          <a:lstStyle>
            <a:lvl1pPr marL="0" indent="0" algn="ctr">
              <a:buNone/>
              <a:defRPr kumimoji="1" lang="zh-CN" altLang="en-US" sz="2000" b="1" i="0" u="none" strike="noStrike" kern="1200" cap="none" spc="0" normalizeH="0" baseline="0" noProof="1" dirty="0">
                <a:solidFill>
                  <a:schemeClr val="bg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版式8">
    <p:spTree>
      <p:nvGrpSpPr>
        <p:cNvPr id="1" name=""/>
        <p:cNvGrpSpPr/>
        <p:nvPr/>
      </p:nvGrpSpPr>
      <p:grpSpPr>
        <a:xfrm>
          <a:off x="0" y="0"/>
          <a:ext cx="0" cy="0"/>
          <a:chOff x="0" y="0"/>
          <a:chExt cx="0" cy="0"/>
        </a:xfrm>
      </p:grpSpPr>
      <p:sp>
        <p:nvSpPr>
          <p:cNvPr id="12" name="圆角矩形 11"/>
          <p:cNvSpPr/>
          <p:nvPr userDrawn="1"/>
        </p:nvSpPr>
        <p:spPr>
          <a:xfrm>
            <a:off x="10454640" y="3257550"/>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圆角矩形 10"/>
          <p:cNvSpPr/>
          <p:nvPr userDrawn="1"/>
        </p:nvSpPr>
        <p:spPr>
          <a:xfrm>
            <a:off x="10468610" y="4652645"/>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圆角矩形 7"/>
          <p:cNvSpPr/>
          <p:nvPr userDrawn="1"/>
        </p:nvSpPr>
        <p:spPr>
          <a:xfrm>
            <a:off x="10468610" y="1702435"/>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圆角矩形 6"/>
          <p:cNvSpPr/>
          <p:nvPr userDrawn="1"/>
        </p:nvSpPr>
        <p:spPr>
          <a:xfrm>
            <a:off x="551180" y="1702435"/>
            <a:ext cx="9385300" cy="155765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4" name="文本框 3"/>
          <p:cNvSpPr txBox="1"/>
          <p:nvPr userDrawn="1"/>
        </p:nvSpPr>
        <p:spPr>
          <a:xfrm>
            <a:off x="10795582" y="4812870"/>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03</a:t>
            </a:r>
          </a:p>
        </p:txBody>
      </p:sp>
      <p:sp>
        <p:nvSpPr>
          <p:cNvPr id="6" name="文本框 5"/>
          <p:cNvSpPr txBox="1"/>
          <p:nvPr userDrawn="1"/>
        </p:nvSpPr>
        <p:spPr>
          <a:xfrm>
            <a:off x="10781611" y="186329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01</a:t>
            </a:r>
          </a:p>
        </p:txBody>
      </p:sp>
      <p:sp>
        <p:nvSpPr>
          <p:cNvPr id="10" name="文本框 9"/>
          <p:cNvSpPr txBox="1"/>
          <p:nvPr userDrawn="1"/>
        </p:nvSpPr>
        <p:spPr>
          <a:xfrm>
            <a:off x="10795582" y="338983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02</a:t>
            </a:r>
          </a:p>
        </p:txBody>
      </p:sp>
      <p:sp>
        <p:nvSpPr>
          <p:cNvPr id="23" name="文本占位符 22"/>
          <p:cNvSpPr>
            <a:spLocks noGrp="1"/>
          </p:cNvSpPr>
          <p:nvPr>
            <p:ph type="body" sz="quarter" idx="11" hasCustomPrompt="1"/>
          </p:nvPr>
        </p:nvSpPr>
        <p:spPr>
          <a:xfrm>
            <a:off x="706103" y="1832610"/>
            <a:ext cx="8967043" cy="429895"/>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25"/>
          <p:cNvSpPr>
            <a:spLocks noGrp="1"/>
          </p:cNvSpPr>
          <p:nvPr>
            <p:ph type="body" sz="quarter" idx="13" hasCustomPrompt="1"/>
          </p:nvPr>
        </p:nvSpPr>
        <p:spPr>
          <a:xfrm>
            <a:off x="10540975" y="2429112"/>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29" name="文本占位符 25"/>
          <p:cNvSpPr>
            <a:spLocks noGrp="1"/>
          </p:cNvSpPr>
          <p:nvPr>
            <p:ph type="body" sz="quarter" idx="14" hasCustomPrompt="1"/>
          </p:nvPr>
        </p:nvSpPr>
        <p:spPr>
          <a:xfrm>
            <a:off x="10540975" y="390621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0" name="文本占位符 25"/>
          <p:cNvSpPr>
            <a:spLocks noGrp="1"/>
          </p:cNvSpPr>
          <p:nvPr>
            <p:ph type="body" sz="quarter" idx="15" hasCustomPrompt="1"/>
          </p:nvPr>
        </p:nvSpPr>
        <p:spPr>
          <a:xfrm>
            <a:off x="10540975" y="5343133"/>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2" name="文本占位符 2"/>
          <p:cNvSpPr>
            <a:spLocks noGrp="1"/>
          </p:cNvSpPr>
          <p:nvPr>
            <p:ph type="body" sz="quarter" idx="20" hasCustomPrompt="1"/>
          </p:nvPr>
        </p:nvSpPr>
        <p:spPr>
          <a:xfrm>
            <a:off x="706105" y="2274236"/>
            <a:ext cx="8967042" cy="86658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内容占位符 5"/>
          <p:cNvSpPr>
            <a:spLocks noGrp="1"/>
          </p:cNvSpPr>
          <p:nvPr>
            <p:ph sz="quarter" idx="10" hasCustomPrompt="1"/>
          </p:nvPr>
        </p:nvSpPr>
        <p:spPr>
          <a:xfrm>
            <a:off x="551318" y="3676054"/>
            <a:ext cx="9385161" cy="2193886"/>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版式8">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25" name="内容占位符 5"/>
          <p:cNvSpPr>
            <a:spLocks noGrp="1"/>
          </p:cNvSpPr>
          <p:nvPr>
            <p:ph sz="quarter" idx="10" hasCustomPrompt="1"/>
          </p:nvPr>
        </p:nvSpPr>
        <p:spPr>
          <a:xfrm>
            <a:off x="551318" y="3745904"/>
            <a:ext cx="7720954" cy="2193886"/>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3" name="圆角矩形 2"/>
          <p:cNvSpPr/>
          <p:nvPr userDrawn="1"/>
        </p:nvSpPr>
        <p:spPr>
          <a:xfrm>
            <a:off x="10468610" y="2377440"/>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userDrawn="1"/>
        </p:nvSpPr>
        <p:spPr>
          <a:xfrm>
            <a:off x="10482580" y="4074160"/>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userDrawn="1"/>
        </p:nvSpPr>
        <p:spPr>
          <a:xfrm>
            <a:off x="8813800" y="2377440"/>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userDrawn="1"/>
        </p:nvSpPr>
        <p:spPr>
          <a:xfrm>
            <a:off x="10811640" y="4206445"/>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04</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5" name="文本框 14"/>
          <p:cNvSpPr txBox="1"/>
          <p:nvPr userDrawn="1"/>
        </p:nvSpPr>
        <p:spPr>
          <a:xfrm>
            <a:off x="9126801" y="250972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01</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7" name="文本框 16"/>
          <p:cNvSpPr txBox="1"/>
          <p:nvPr userDrawn="1"/>
        </p:nvSpPr>
        <p:spPr>
          <a:xfrm>
            <a:off x="10809552" y="250972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02</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8" name="文本占位符 25"/>
          <p:cNvSpPr>
            <a:spLocks noGrp="1"/>
          </p:cNvSpPr>
          <p:nvPr>
            <p:ph type="body" sz="quarter" idx="21" hasCustomPrompt="1"/>
          </p:nvPr>
        </p:nvSpPr>
        <p:spPr>
          <a:xfrm>
            <a:off x="8886165" y="302610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19" name="文本占位符 25"/>
          <p:cNvSpPr>
            <a:spLocks noGrp="1"/>
          </p:cNvSpPr>
          <p:nvPr>
            <p:ph type="body" sz="quarter" idx="22" hasCustomPrompt="1"/>
          </p:nvPr>
        </p:nvSpPr>
        <p:spPr>
          <a:xfrm>
            <a:off x="10554945" y="302610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0" name="文本占位符 25"/>
          <p:cNvSpPr>
            <a:spLocks noGrp="1"/>
          </p:cNvSpPr>
          <p:nvPr>
            <p:ph type="body" sz="quarter" idx="15" hasCustomPrompt="1"/>
          </p:nvPr>
        </p:nvSpPr>
        <p:spPr>
          <a:xfrm>
            <a:off x="10554945" y="472282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20" name="圆角矩形 19"/>
          <p:cNvSpPr/>
          <p:nvPr userDrawn="1"/>
        </p:nvSpPr>
        <p:spPr>
          <a:xfrm>
            <a:off x="8813800" y="4074160"/>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userDrawn="1"/>
        </p:nvSpPr>
        <p:spPr>
          <a:xfrm>
            <a:off x="9156830" y="4206445"/>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03</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22" name="文本占位符 25"/>
          <p:cNvSpPr>
            <a:spLocks noGrp="1"/>
          </p:cNvSpPr>
          <p:nvPr>
            <p:ph type="body" sz="quarter" idx="23" hasCustomPrompt="1"/>
          </p:nvPr>
        </p:nvSpPr>
        <p:spPr>
          <a:xfrm>
            <a:off x="8900135" y="472282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24" name="圆角矩形 23"/>
          <p:cNvSpPr/>
          <p:nvPr userDrawn="1"/>
        </p:nvSpPr>
        <p:spPr>
          <a:xfrm>
            <a:off x="551180" y="1772285"/>
            <a:ext cx="7717790" cy="155765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文本占位符 25"/>
          <p:cNvSpPr>
            <a:spLocks noGrp="1"/>
          </p:cNvSpPr>
          <p:nvPr>
            <p:ph type="body" sz="quarter" idx="11" hasCustomPrompt="1"/>
          </p:nvPr>
        </p:nvSpPr>
        <p:spPr>
          <a:xfrm>
            <a:off x="706120" y="1902460"/>
            <a:ext cx="7373620" cy="429895"/>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8" name="文本占位符 2"/>
          <p:cNvSpPr>
            <a:spLocks noGrp="1"/>
          </p:cNvSpPr>
          <p:nvPr>
            <p:ph type="body" sz="quarter" idx="20" hasCustomPrompt="1"/>
          </p:nvPr>
        </p:nvSpPr>
        <p:spPr>
          <a:xfrm>
            <a:off x="706120" y="2343785"/>
            <a:ext cx="7373620" cy="8667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版式8">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25" name="内容占位符 5"/>
          <p:cNvSpPr>
            <a:spLocks noGrp="1"/>
          </p:cNvSpPr>
          <p:nvPr>
            <p:ph sz="quarter" idx="10" hasCustomPrompt="1"/>
          </p:nvPr>
        </p:nvSpPr>
        <p:spPr>
          <a:xfrm>
            <a:off x="551318" y="3655099"/>
            <a:ext cx="7720954" cy="2193886"/>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4" name="圆角矩形 23"/>
          <p:cNvSpPr/>
          <p:nvPr userDrawn="1"/>
        </p:nvSpPr>
        <p:spPr>
          <a:xfrm>
            <a:off x="551180" y="1681480"/>
            <a:ext cx="7717790" cy="155765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文本占位符 25"/>
          <p:cNvSpPr>
            <a:spLocks noGrp="1"/>
          </p:cNvSpPr>
          <p:nvPr>
            <p:ph type="body" sz="quarter" idx="11" hasCustomPrompt="1"/>
          </p:nvPr>
        </p:nvSpPr>
        <p:spPr>
          <a:xfrm>
            <a:off x="706120" y="1811655"/>
            <a:ext cx="7373620" cy="429895"/>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8" name="文本占位符 2"/>
          <p:cNvSpPr>
            <a:spLocks noGrp="1"/>
          </p:cNvSpPr>
          <p:nvPr>
            <p:ph type="body" sz="quarter" idx="20" hasCustomPrompt="1"/>
          </p:nvPr>
        </p:nvSpPr>
        <p:spPr>
          <a:xfrm>
            <a:off x="706120" y="2252980"/>
            <a:ext cx="7373620" cy="8667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1" name="圆角矩形 10"/>
          <p:cNvSpPr/>
          <p:nvPr userDrawn="1"/>
        </p:nvSpPr>
        <p:spPr>
          <a:xfrm>
            <a:off x="10467340" y="2437765"/>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userDrawn="1"/>
        </p:nvSpPr>
        <p:spPr>
          <a:xfrm>
            <a:off x="8792210" y="1681480"/>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userDrawn="1"/>
        </p:nvSpPr>
        <p:spPr>
          <a:xfrm>
            <a:off x="9105211" y="1842340"/>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01</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9" name="文本框 18"/>
          <p:cNvSpPr txBox="1"/>
          <p:nvPr userDrawn="1"/>
        </p:nvSpPr>
        <p:spPr>
          <a:xfrm>
            <a:off x="10810370" y="2537030"/>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04</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20" name="文本占位符 25"/>
          <p:cNvSpPr>
            <a:spLocks noGrp="1"/>
          </p:cNvSpPr>
          <p:nvPr>
            <p:ph type="body" sz="quarter" idx="21" hasCustomPrompt="1"/>
          </p:nvPr>
        </p:nvSpPr>
        <p:spPr>
          <a:xfrm>
            <a:off x="8864575" y="2408157"/>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21" name="文本占位符 25"/>
          <p:cNvSpPr>
            <a:spLocks noGrp="1"/>
          </p:cNvSpPr>
          <p:nvPr>
            <p:ph type="body" sz="quarter" idx="22" hasCustomPrompt="1"/>
          </p:nvPr>
        </p:nvSpPr>
        <p:spPr>
          <a:xfrm>
            <a:off x="10553675" y="3086434"/>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1" name="圆角矩形 30"/>
          <p:cNvSpPr/>
          <p:nvPr userDrawn="1"/>
        </p:nvSpPr>
        <p:spPr>
          <a:xfrm>
            <a:off x="10467340" y="3975735"/>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userDrawn="1"/>
        </p:nvSpPr>
        <p:spPr>
          <a:xfrm>
            <a:off x="10810370" y="4075000"/>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05</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35" name="文本占位符 25"/>
          <p:cNvSpPr>
            <a:spLocks noGrp="1"/>
          </p:cNvSpPr>
          <p:nvPr>
            <p:ph type="body" sz="quarter" idx="24" hasCustomPrompt="1"/>
          </p:nvPr>
        </p:nvSpPr>
        <p:spPr>
          <a:xfrm>
            <a:off x="10553675" y="4624404"/>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6" name="圆角矩形 35"/>
          <p:cNvSpPr/>
          <p:nvPr userDrawn="1"/>
        </p:nvSpPr>
        <p:spPr>
          <a:xfrm>
            <a:off x="8804910" y="3155950"/>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userDrawn="1"/>
        </p:nvSpPr>
        <p:spPr>
          <a:xfrm>
            <a:off x="9145852" y="325521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02</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38" name="文本占位符 25"/>
          <p:cNvSpPr>
            <a:spLocks noGrp="1"/>
          </p:cNvSpPr>
          <p:nvPr>
            <p:ph type="body" sz="quarter" idx="25" hasCustomPrompt="1"/>
          </p:nvPr>
        </p:nvSpPr>
        <p:spPr>
          <a:xfrm>
            <a:off x="8891245" y="380461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9" name="圆角矩形 38"/>
          <p:cNvSpPr/>
          <p:nvPr userDrawn="1"/>
        </p:nvSpPr>
        <p:spPr>
          <a:xfrm>
            <a:off x="8790940" y="4631055"/>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userDrawn="1"/>
        </p:nvSpPr>
        <p:spPr>
          <a:xfrm>
            <a:off x="9120000" y="4791280"/>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03</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42" name="文本占位符 25"/>
          <p:cNvSpPr>
            <a:spLocks noGrp="1"/>
          </p:cNvSpPr>
          <p:nvPr>
            <p:ph type="body" sz="quarter" idx="26" hasCustomPrompt="1"/>
          </p:nvPr>
        </p:nvSpPr>
        <p:spPr>
          <a:xfrm>
            <a:off x="8863305" y="5321543"/>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版式8">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15" name="内容占位符 5"/>
          <p:cNvSpPr>
            <a:spLocks noGrp="1"/>
          </p:cNvSpPr>
          <p:nvPr>
            <p:ph sz="quarter" idx="10" hasCustomPrompt="1"/>
          </p:nvPr>
        </p:nvSpPr>
        <p:spPr>
          <a:xfrm>
            <a:off x="551318" y="3690024"/>
            <a:ext cx="7720954" cy="2193886"/>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7" name="圆角矩形 16"/>
          <p:cNvSpPr/>
          <p:nvPr userDrawn="1"/>
        </p:nvSpPr>
        <p:spPr>
          <a:xfrm>
            <a:off x="10468610" y="1716405"/>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userDrawn="1"/>
        </p:nvSpPr>
        <p:spPr>
          <a:xfrm>
            <a:off x="10482580" y="3154680"/>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userDrawn="1"/>
        </p:nvSpPr>
        <p:spPr>
          <a:xfrm>
            <a:off x="8813800" y="1716405"/>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userDrawn="1"/>
        </p:nvSpPr>
        <p:spPr>
          <a:xfrm>
            <a:off x="10811640" y="3303475"/>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04</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21" name="文本框 20"/>
          <p:cNvSpPr txBox="1"/>
          <p:nvPr userDrawn="1"/>
        </p:nvSpPr>
        <p:spPr>
          <a:xfrm>
            <a:off x="9126801" y="186456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01</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22" name="文本框 21"/>
          <p:cNvSpPr txBox="1"/>
          <p:nvPr userDrawn="1"/>
        </p:nvSpPr>
        <p:spPr>
          <a:xfrm>
            <a:off x="10809552" y="186456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02</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24" name="文本占位符 25"/>
          <p:cNvSpPr>
            <a:spLocks noGrp="1"/>
          </p:cNvSpPr>
          <p:nvPr>
            <p:ph type="body" sz="quarter" idx="21" hasCustomPrompt="1"/>
          </p:nvPr>
        </p:nvSpPr>
        <p:spPr>
          <a:xfrm>
            <a:off x="8886165" y="2420954"/>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26" name="文本占位符 25"/>
          <p:cNvSpPr>
            <a:spLocks noGrp="1"/>
          </p:cNvSpPr>
          <p:nvPr>
            <p:ph type="body" sz="quarter" idx="22" hasCustomPrompt="1"/>
          </p:nvPr>
        </p:nvSpPr>
        <p:spPr>
          <a:xfrm>
            <a:off x="10554945" y="2420954"/>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28" name="文本占位符 25"/>
          <p:cNvSpPr>
            <a:spLocks noGrp="1"/>
          </p:cNvSpPr>
          <p:nvPr>
            <p:ph type="body" sz="quarter" idx="15" hasCustomPrompt="1"/>
          </p:nvPr>
        </p:nvSpPr>
        <p:spPr>
          <a:xfrm>
            <a:off x="10554945" y="3845168"/>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1" name="圆角矩形 30"/>
          <p:cNvSpPr/>
          <p:nvPr userDrawn="1"/>
        </p:nvSpPr>
        <p:spPr>
          <a:xfrm>
            <a:off x="8813800" y="3154680"/>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userDrawn="1"/>
        </p:nvSpPr>
        <p:spPr>
          <a:xfrm>
            <a:off x="9156830" y="3303475"/>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03</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36" name="文本占位符 25"/>
          <p:cNvSpPr>
            <a:spLocks noGrp="1"/>
          </p:cNvSpPr>
          <p:nvPr>
            <p:ph type="body" sz="quarter" idx="23" hasCustomPrompt="1"/>
          </p:nvPr>
        </p:nvSpPr>
        <p:spPr>
          <a:xfrm>
            <a:off x="8900135" y="3803349"/>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7" name="圆角矩形 36"/>
          <p:cNvSpPr/>
          <p:nvPr userDrawn="1"/>
        </p:nvSpPr>
        <p:spPr>
          <a:xfrm>
            <a:off x="551180" y="1716405"/>
            <a:ext cx="7717790" cy="1557655"/>
          </a:xfrm>
          <a:prstGeom prst="roundRect">
            <a:avLst>
              <a:gd name="adj" fmla="val 10225"/>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8" name="文本占位符 37"/>
          <p:cNvSpPr>
            <a:spLocks noGrp="1"/>
          </p:cNvSpPr>
          <p:nvPr>
            <p:ph type="body" sz="quarter" idx="11" hasCustomPrompt="1"/>
          </p:nvPr>
        </p:nvSpPr>
        <p:spPr>
          <a:xfrm>
            <a:off x="706120" y="1846580"/>
            <a:ext cx="7373620" cy="429895"/>
          </a:xfrm>
          <a:prstGeom prst="rect">
            <a:avLst/>
          </a:prstGeom>
        </p:spPr>
        <p:txBody>
          <a:bodyPr/>
          <a:lstStyle>
            <a:lvl1pPr marL="0" indent="0">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9" name="文本占位符 2"/>
          <p:cNvSpPr>
            <a:spLocks noGrp="1"/>
          </p:cNvSpPr>
          <p:nvPr>
            <p:ph type="body" sz="quarter" idx="20" hasCustomPrompt="1"/>
          </p:nvPr>
        </p:nvSpPr>
        <p:spPr>
          <a:xfrm>
            <a:off x="706120" y="2287905"/>
            <a:ext cx="7373620" cy="866775"/>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1" name="圆角矩形 40"/>
          <p:cNvSpPr/>
          <p:nvPr userDrawn="1"/>
        </p:nvSpPr>
        <p:spPr>
          <a:xfrm>
            <a:off x="10474960" y="4666615"/>
            <a:ext cx="1216660" cy="1217295"/>
          </a:xfrm>
          <a:prstGeom prst="roundRect">
            <a:avLst>
              <a:gd name="adj" fmla="val 10225"/>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userDrawn="1"/>
        </p:nvSpPr>
        <p:spPr>
          <a:xfrm>
            <a:off x="8820150" y="4666615"/>
            <a:ext cx="1216660" cy="1217295"/>
          </a:xfrm>
          <a:prstGeom prst="roundRect">
            <a:avLst>
              <a:gd name="adj" fmla="val 10225"/>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userDrawn="1"/>
        </p:nvSpPr>
        <p:spPr>
          <a:xfrm>
            <a:off x="9135239" y="4757625"/>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05</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44" name="文本框 43"/>
          <p:cNvSpPr txBox="1"/>
          <p:nvPr userDrawn="1"/>
        </p:nvSpPr>
        <p:spPr>
          <a:xfrm>
            <a:off x="10817990" y="4765880"/>
            <a:ext cx="558800" cy="46037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06</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45" name="文本占位符 25"/>
          <p:cNvSpPr>
            <a:spLocks noGrp="1"/>
          </p:cNvSpPr>
          <p:nvPr>
            <p:ph type="body" sz="quarter" idx="24" hasCustomPrompt="1"/>
          </p:nvPr>
        </p:nvSpPr>
        <p:spPr>
          <a:xfrm>
            <a:off x="8892515" y="5323442"/>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46" name="文本占位符 45"/>
          <p:cNvSpPr>
            <a:spLocks noGrp="1"/>
          </p:cNvSpPr>
          <p:nvPr>
            <p:ph type="body" sz="quarter" idx="25" hasCustomPrompt="1"/>
          </p:nvPr>
        </p:nvSpPr>
        <p:spPr>
          <a:xfrm>
            <a:off x="10561295" y="5315284"/>
            <a:ext cx="1056520" cy="336481"/>
          </a:xfrm>
          <a:prstGeom prst="rect">
            <a:avLst/>
          </a:prstGeom>
        </p:spPr>
        <p:txBody>
          <a:bodyPr anchor="ctr"/>
          <a:lstStyle>
            <a:lvl1pPr marL="0" indent="0" algn="ctr">
              <a:lnSpc>
                <a:spcPct val="100000"/>
              </a:lnSpc>
              <a:buNone/>
              <a:defRPr sz="14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版式13">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8" name="文本占位符 7"/>
          <p:cNvSpPr>
            <a:spLocks noGrp="1"/>
          </p:cNvSpPr>
          <p:nvPr>
            <p:ph type="body" sz="quarter" idx="12" hasCustomPrompt="1"/>
          </p:nvPr>
        </p:nvSpPr>
        <p:spPr>
          <a:xfrm>
            <a:off x="481377" y="4749970"/>
            <a:ext cx="5465348" cy="503227"/>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1" hasCustomPrompt="1"/>
          </p:nvPr>
        </p:nvSpPr>
        <p:spPr>
          <a:xfrm>
            <a:off x="487813" y="5241455"/>
            <a:ext cx="5465348" cy="118265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7"/>
          <p:cNvSpPr>
            <a:spLocks noGrp="1"/>
          </p:cNvSpPr>
          <p:nvPr>
            <p:ph type="body" sz="quarter" idx="22" hasCustomPrompt="1"/>
          </p:nvPr>
        </p:nvSpPr>
        <p:spPr>
          <a:xfrm>
            <a:off x="6243938" y="4749970"/>
            <a:ext cx="5465348" cy="503227"/>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5" name="文本占位符 2"/>
          <p:cNvSpPr>
            <a:spLocks noGrp="1"/>
          </p:cNvSpPr>
          <p:nvPr>
            <p:ph type="body" sz="quarter" idx="23" hasCustomPrompt="1"/>
          </p:nvPr>
        </p:nvSpPr>
        <p:spPr>
          <a:xfrm>
            <a:off x="6250374" y="5241455"/>
            <a:ext cx="5465348" cy="118265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内容占位符 5"/>
          <p:cNvSpPr>
            <a:spLocks noGrp="1"/>
          </p:cNvSpPr>
          <p:nvPr>
            <p:ph sz="quarter" idx="10" hasCustomPrompt="1"/>
          </p:nvPr>
        </p:nvSpPr>
        <p:spPr>
          <a:xfrm>
            <a:off x="487813" y="1074738"/>
            <a:ext cx="5458912"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3" name="内容占位符 5"/>
          <p:cNvSpPr>
            <a:spLocks noGrp="1"/>
          </p:cNvSpPr>
          <p:nvPr>
            <p:ph sz="quarter" idx="24" hasCustomPrompt="1"/>
          </p:nvPr>
        </p:nvSpPr>
        <p:spPr>
          <a:xfrm>
            <a:off x="6243938" y="1074738"/>
            <a:ext cx="5458912"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版式13">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8" name="文本占位符 7"/>
          <p:cNvSpPr>
            <a:spLocks noGrp="1"/>
          </p:cNvSpPr>
          <p:nvPr>
            <p:ph type="body" sz="quarter" idx="12" hasCustomPrompt="1"/>
          </p:nvPr>
        </p:nvSpPr>
        <p:spPr>
          <a:xfrm>
            <a:off x="481377" y="1074738"/>
            <a:ext cx="5465348" cy="503227"/>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1" hasCustomPrompt="1"/>
          </p:nvPr>
        </p:nvSpPr>
        <p:spPr>
          <a:xfrm>
            <a:off x="487813" y="1596703"/>
            <a:ext cx="5465348" cy="118265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7"/>
          <p:cNvSpPr>
            <a:spLocks noGrp="1"/>
          </p:cNvSpPr>
          <p:nvPr>
            <p:ph type="body" sz="quarter" idx="22" hasCustomPrompt="1"/>
          </p:nvPr>
        </p:nvSpPr>
        <p:spPr>
          <a:xfrm>
            <a:off x="6243938" y="1074738"/>
            <a:ext cx="5465348" cy="503227"/>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5" name="文本占位符 2"/>
          <p:cNvSpPr>
            <a:spLocks noGrp="1"/>
          </p:cNvSpPr>
          <p:nvPr>
            <p:ph type="body" sz="quarter" idx="23" hasCustomPrompt="1"/>
          </p:nvPr>
        </p:nvSpPr>
        <p:spPr>
          <a:xfrm>
            <a:off x="6250374" y="1596703"/>
            <a:ext cx="5465348" cy="118265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内容占位符 5"/>
          <p:cNvSpPr>
            <a:spLocks noGrp="1"/>
          </p:cNvSpPr>
          <p:nvPr>
            <p:ph sz="quarter" idx="10" hasCustomPrompt="1"/>
          </p:nvPr>
        </p:nvSpPr>
        <p:spPr>
          <a:xfrm>
            <a:off x="487813" y="2895627"/>
            <a:ext cx="5458912"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3" name="内容占位符 5"/>
          <p:cNvSpPr>
            <a:spLocks noGrp="1"/>
          </p:cNvSpPr>
          <p:nvPr>
            <p:ph sz="quarter" idx="24" hasCustomPrompt="1"/>
          </p:nvPr>
        </p:nvSpPr>
        <p:spPr>
          <a:xfrm>
            <a:off x="6243938" y="2895627"/>
            <a:ext cx="5458912"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版式13">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8" name="文本占位符 7"/>
          <p:cNvSpPr>
            <a:spLocks noGrp="1"/>
          </p:cNvSpPr>
          <p:nvPr>
            <p:ph type="body" sz="quarter" idx="12" hasCustomPrompt="1"/>
          </p:nvPr>
        </p:nvSpPr>
        <p:spPr>
          <a:xfrm>
            <a:off x="551319" y="1032066"/>
            <a:ext cx="3410741" cy="513783"/>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1" hasCustomPrompt="1"/>
          </p:nvPr>
        </p:nvSpPr>
        <p:spPr>
          <a:xfrm>
            <a:off x="557755" y="1529646"/>
            <a:ext cx="3410741" cy="1207457"/>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内容占位符 5"/>
          <p:cNvSpPr>
            <a:spLocks noGrp="1"/>
          </p:cNvSpPr>
          <p:nvPr>
            <p:ph sz="quarter" idx="10" hasCustomPrompt="1"/>
          </p:nvPr>
        </p:nvSpPr>
        <p:spPr>
          <a:xfrm>
            <a:off x="557755"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4" name="文本占位符 7"/>
          <p:cNvSpPr>
            <a:spLocks noGrp="1"/>
          </p:cNvSpPr>
          <p:nvPr>
            <p:ph type="body" sz="quarter" idx="22" hasCustomPrompt="1"/>
          </p:nvPr>
        </p:nvSpPr>
        <p:spPr>
          <a:xfrm>
            <a:off x="4386202" y="1032066"/>
            <a:ext cx="3410741" cy="513783"/>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6" name="文本占位符 2"/>
          <p:cNvSpPr>
            <a:spLocks noGrp="1"/>
          </p:cNvSpPr>
          <p:nvPr>
            <p:ph type="body" sz="quarter" idx="23" hasCustomPrompt="1"/>
          </p:nvPr>
        </p:nvSpPr>
        <p:spPr>
          <a:xfrm>
            <a:off x="4392638" y="1529646"/>
            <a:ext cx="3410741" cy="1207457"/>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内容占位符 5"/>
          <p:cNvSpPr>
            <a:spLocks noGrp="1"/>
          </p:cNvSpPr>
          <p:nvPr>
            <p:ph sz="quarter" idx="24" hasCustomPrompt="1"/>
          </p:nvPr>
        </p:nvSpPr>
        <p:spPr>
          <a:xfrm>
            <a:off x="4392638"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9" name="文本占位符 7"/>
          <p:cNvSpPr>
            <a:spLocks noGrp="1"/>
          </p:cNvSpPr>
          <p:nvPr>
            <p:ph type="body" sz="quarter" idx="25" hasCustomPrompt="1"/>
          </p:nvPr>
        </p:nvSpPr>
        <p:spPr>
          <a:xfrm>
            <a:off x="8202797" y="1032066"/>
            <a:ext cx="3410741" cy="513783"/>
          </a:xfrm>
          <a:prstGeom prst="rect">
            <a:avLst/>
          </a:prstGeom>
        </p:spPr>
        <p:txBody>
          <a:bodyPr anchor="ctr"/>
          <a:lstStyle>
            <a:lvl1pPr marL="0" indent="0">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0" name="文本占位符 2"/>
          <p:cNvSpPr>
            <a:spLocks noGrp="1"/>
          </p:cNvSpPr>
          <p:nvPr>
            <p:ph type="body" sz="quarter" idx="26" hasCustomPrompt="1"/>
          </p:nvPr>
        </p:nvSpPr>
        <p:spPr>
          <a:xfrm>
            <a:off x="8209233" y="1529646"/>
            <a:ext cx="3410741" cy="1207457"/>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1" name="内容占位符 5"/>
          <p:cNvSpPr>
            <a:spLocks noGrp="1"/>
          </p:cNvSpPr>
          <p:nvPr>
            <p:ph sz="quarter" idx="27" hasCustomPrompt="1"/>
          </p:nvPr>
        </p:nvSpPr>
        <p:spPr>
          <a:xfrm>
            <a:off x="8209233"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版式13">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2" name="文本占位符 2"/>
          <p:cNvSpPr>
            <a:spLocks noGrp="1"/>
          </p:cNvSpPr>
          <p:nvPr>
            <p:ph type="body" sz="quarter" idx="21" hasCustomPrompt="1"/>
          </p:nvPr>
        </p:nvSpPr>
        <p:spPr>
          <a:xfrm>
            <a:off x="557755" y="957072"/>
            <a:ext cx="3410741" cy="1780031"/>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内容占位符 5"/>
          <p:cNvSpPr>
            <a:spLocks noGrp="1"/>
          </p:cNvSpPr>
          <p:nvPr>
            <p:ph sz="quarter" idx="10" hasCustomPrompt="1"/>
          </p:nvPr>
        </p:nvSpPr>
        <p:spPr>
          <a:xfrm>
            <a:off x="557755"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6" name="文本占位符 2"/>
          <p:cNvSpPr>
            <a:spLocks noGrp="1"/>
          </p:cNvSpPr>
          <p:nvPr>
            <p:ph type="body" sz="quarter" idx="23" hasCustomPrompt="1"/>
          </p:nvPr>
        </p:nvSpPr>
        <p:spPr>
          <a:xfrm>
            <a:off x="4392638" y="957072"/>
            <a:ext cx="3410741" cy="1780031"/>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7" name="内容占位符 5"/>
          <p:cNvSpPr>
            <a:spLocks noGrp="1"/>
          </p:cNvSpPr>
          <p:nvPr>
            <p:ph sz="quarter" idx="24" hasCustomPrompt="1"/>
          </p:nvPr>
        </p:nvSpPr>
        <p:spPr>
          <a:xfrm>
            <a:off x="4392638"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0" name="文本占位符 2"/>
          <p:cNvSpPr>
            <a:spLocks noGrp="1"/>
          </p:cNvSpPr>
          <p:nvPr>
            <p:ph type="body" sz="quarter" idx="26" hasCustomPrompt="1"/>
          </p:nvPr>
        </p:nvSpPr>
        <p:spPr>
          <a:xfrm>
            <a:off x="8209233" y="957072"/>
            <a:ext cx="3410741" cy="1780031"/>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1" name="内容占位符 5"/>
          <p:cNvSpPr>
            <a:spLocks noGrp="1"/>
          </p:cNvSpPr>
          <p:nvPr>
            <p:ph sz="quarter" idx="27" hasCustomPrompt="1"/>
          </p:nvPr>
        </p:nvSpPr>
        <p:spPr>
          <a:xfrm>
            <a:off x="8209233" y="2852955"/>
            <a:ext cx="3406724" cy="355010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版式10">
    <p:spTree>
      <p:nvGrpSpPr>
        <p:cNvPr id="1" name=""/>
        <p:cNvGrpSpPr/>
        <p:nvPr/>
      </p:nvGrpSpPr>
      <p:grpSpPr>
        <a:xfrm>
          <a:off x="0" y="0"/>
          <a:ext cx="0" cy="0"/>
          <a:chOff x="0" y="0"/>
          <a:chExt cx="0" cy="0"/>
        </a:xfrm>
      </p:grpSpPr>
      <p:cxnSp>
        <p:nvCxnSpPr>
          <p:cNvPr id="3" name="直接连接符 27"/>
          <p:cNvCxnSpPr>
            <a:endCxn id="27" idx="3"/>
          </p:cNvCxnSpPr>
          <p:nvPr userDrawn="1"/>
        </p:nvCxnSpPr>
        <p:spPr>
          <a:xfrm>
            <a:off x="3391535" y="2722245"/>
            <a:ext cx="1725295" cy="254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28"/>
          <p:cNvCxnSpPr>
            <a:stCxn id="27" idx="1"/>
            <a:endCxn id="29" idx="3"/>
          </p:cNvCxnSpPr>
          <p:nvPr userDrawn="1"/>
        </p:nvCxnSpPr>
        <p:spPr>
          <a:xfrm>
            <a:off x="6998970" y="2724785"/>
            <a:ext cx="1709420"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图片占位符 25"/>
          <p:cNvSpPr>
            <a:spLocks noGrp="1"/>
          </p:cNvSpPr>
          <p:nvPr>
            <p:ph type="pic" sz="quarter" idx="10" hasCustomPrompt="1"/>
          </p:nvPr>
        </p:nvSpPr>
        <p:spPr>
          <a:xfrm>
            <a:off x="1509297" y="1783909"/>
            <a:ext cx="1881937" cy="1881752"/>
          </a:xfrm>
          <a:custGeom>
            <a:avLst/>
            <a:gdLst>
              <a:gd name="connsiteX0" fmla="*/ 940876 w 1881752"/>
              <a:gd name="connsiteY0" fmla="*/ 0 h 1881752"/>
              <a:gd name="connsiteX1" fmla="*/ 1881752 w 1881752"/>
              <a:gd name="connsiteY1" fmla="*/ 940876 h 1881752"/>
              <a:gd name="connsiteX2" fmla="*/ 940876 w 1881752"/>
              <a:gd name="connsiteY2" fmla="*/ 1881752 h 1881752"/>
              <a:gd name="connsiteX3" fmla="*/ 0 w 1881752"/>
              <a:gd name="connsiteY3" fmla="*/ 940876 h 1881752"/>
              <a:gd name="connsiteX4" fmla="*/ 940876 w 1881752"/>
              <a:gd name="connsiteY4" fmla="*/ 0 h 188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752" h="1881752">
                <a:moveTo>
                  <a:pt x="940876" y="0"/>
                </a:moveTo>
                <a:cubicBezTo>
                  <a:pt x="1460507" y="0"/>
                  <a:pt x="1881752" y="421245"/>
                  <a:pt x="1881752" y="940876"/>
                </a:cubicBezTo>
                <a:cubicBezTo>
                  <a:pt x="1881752" y="1460507"/>
                  <a:pt x="1460507" y="1881752"/>
                  <a:pt x="940876" y="1881752"/>
                </a:cubicBezTo>
                <a:cubicBezTo>
                  <a:pt x="421245" y="1881752"/>
                  <a:pt x="0" y="1460507"/>
                  <a:pt x="0" y="940876"/>
                </a:cubicBezTo>
                <a:cubicBezTo>
                  <a:pt x="0" y="421245"/>
                  <a:pt x="421245" y="0"/>
                  <a:pt x="940876" y="0"/>
                </a:cubicBez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
        <p:nvSpPr>
          <p:cNvPr id="27" name="图片占位符 26"/>
          <p:cNvSpPr>
            <a:spLocks noGrp="1"/>
          </p:cNvSpPr>
          <p:nvPr>
            <p:ph type="pic" sz="quarter" idx="11" hasCustomPrompt="1"/>
          </p:nvPr>
        </p:nvSpPr>
        <p:spPr>
          <a:xfrm>
            <a:off x="5117010" y="1783909"/>
            <a:ext cx="1881937" cy="1881752"/>
          </a:xfrm>
          <a:custGeom>
            <a:avLst/>
            <a:gdLst>
              <a:gd name="connsiteX0" fmla="*/ 940876 w 1881752"/>
              <a:gd name="connsiteY0" fmla="*/ 0 h 1881752"/>
              <a:gd name="connsiteX1" fmla="*/ 1881752 w 1881752"/>
              <a:gd name="connsiteY1" fmla="*/ 940876 h 1881752"/>
              <a:gd name="connsiteX2" fmla="*/ 940876 w 1881752"/>
              <a:gd name="connsiteY2" fmla="*/ 1881752 h 1881752"/>
              <a:gd name="connsiteX3" fmla="*/ 0 w 1881752"/>
              <a:gd name="connsiteY3" fmla="*/ 940876 h 1881752"/>
              <a:gd name="connsiteX4" fmla="*/ 940876 w 1881752"/>
              <a:gd name="connsiteY4" fmla="*/ 0 h 188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752" h="1881752">
                <a:moveTo>
                  <a:pt x="940876" y="0"/>
                </a:moveTo>
                <a:cubicBezTo>
                  <a:pt x="1460507" y="0"/>
                  <a:pt x="1881752" y="421245"/>
                  <a:pt x="1881752" y="940876"/>
                </a:cubicBezTo>
                <a:cubicBezTo>
                  <a:pt x="1881752" y="1460507"/>
                  <a:pt x="1460507" y="1881752"/>
                  <a:pt x="940876" y="1881752"/>
                </a:cubicBezTo>
                <a:cubicBezTo>
                  <a:pt x="421245" y="1881752"/>
                  <a:pt x="0" y="1460507"/>
                  <a:pt x="0" y="940876"/>
                </a:cubicBezTo>
                <a:cubicBezTo>
                  <a:pt x="0" y="421245"/>
                  <a:pt x="421245" y="0"/>
                  <a:pt x="940876" y="0"/>
                </a:cubicBez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
        <p:nvSpPr>
          <p:cNvPr id="29" name="图片占位符 28"/>
          <p:cNvSpPr>
            <a:spLocks noGrp="1"/>
          </p:cNvSpPr>
          <p:nvPr>
            <p:ph type="pic" sz="quarter" idx="12" hasCustomPrompt="1"/>
          </p:nvPr>
        </p:nvSpPr>
        <p:spPr>
          <a:xfrm>
            <a:off x="8708535" y="1783909"/>
            <a:ext cx="1881937" cy="1881752"/>
          </a:xfrm>
          <a:custGeom>
            <a:avLst/>
            <a:gdLst>
              <a:gd name="connsiteX0" fmla="*/ 940876 w 1881752"/>
              <a:gd name="connsiteY0" fmla="*/ 0 h 1881752"/>
              <a:gd name="connsiteX1" fmla="*/ 1881752 w 1881752"/>
              <a:gd name="connsiteY1" fmla="*/ 940876 h 1881752"/>
              <a:gd name="connsiteX2" fmla="*/ 940876 w 1881752"/>
              <a:gd name="connsiteY2" fmla="*/ 1881752 h 1881752"/>
              <a:gd name="connsiteX3" fmla="*/ 0 w 1881752"/>
              <a:gd name="connsiteY3" fmla="*/ 940876 h 1881752"/>
              <a:gd name="connsiteX4" fmla="*/ 940876 w 1881752"/>
              <a:gd name="connsiteY4" fmla="*/ 0 h 188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1752" h="1881752">
                <a:moveTo>
                  <a:pt x="940876" y="0"/>
                </a:moveTo>
                <a:cubicBezTo>
                  <a:pt x="1460507" y="0"/>
                  <a:pt x="1881752" y="421245"/>
                  <a:pt x="1881752" y="940876"/>
                </a:cubicBezTo>
                <a:cubicBezTo>
                  <a:pt x="1881752" y="1460507"/>
                  <a:pt x="1460507" y="1881752"/>
                  <a:pt x="940876" y="1881752"/>
                </a:cubicBezTo>
                <a:cubicBezTo>
                  <a:pt x="421245" y="1881752"/>
                  <a:pt x="0" y="1460507"/>
                  <a:pt x="0" y="940876"/>
                </a:cubicBezTo>
                <a:cubicBezTo>
                  <a:pt x="0" y="421245"/>
                  <a:pt x="421245" y="0"/>
                  <a:pt x="940876" y="0"/>
                </a:cubicBez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
        <p:nvSpPr>
          <p:cNvPr id="32" name="文本占位符 31"/>
          <p:cNvSpPr>
            <a:spLocks noGrp="1"/>
          </p:cNvSpPr>
          <p:nvPr>
            <p:ph type="body" sz="quarter" idx="13" hasCustomPrompt="1"/>
          </p:nvPr>
        </p:nvSpPr>
        <p:spPr>
          <a:xfrm>
            <a:off x="974821" y="3888740"/>
            <a:ext cx="2924463" cy="460375"/>
          </a:xfrm>
          <a:prstGeom prst="rect">
            <a:avLst/>
          </a:prstGeom>
        </p:spPr>
        <p:txBody>
          <a:bodyPr anchor="b"/>
          <a:lstStyle>
            <a:lvl1pPr marL="0" indent="0" algn="ctr">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5" name="文本占位符 31"/>
          <p:cNvSpPr>
            <a:spLocks noGrp="1"/>
          </p:cNvSpPr>
          <p:nvPr>
            <p:ph type="body" sz="quarter" idx="15" hasCustomPrompt="1"/>
          </p:nvPr>
        </p:nvSpPr>
        <p:spPr>
          <a:xfrm>
            <a:off x="4592772" y="3888740"/>
            <a:ext cx="2919382" cy="460375"/>
          </a:xfrm>
          <a:prstGeom prst="rect">
            <a:avLst/>
          </a:prstGeom>
        </p:spPr>
        <p:txBody>
          <a:bodyPr anchor="b"/>
          <a:lstStyle>
            <a:lvl1pPr marL="0" indent="0" algn="ctr">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a:p>
        </p:txBody>
      </p:sp>
      <p:sp>
        <p:nvSpPr>
          <p:cNvPr id="37" name="文本占位符 31"/>
          <p:cNvSpPr>
            <a:spLocks noGrp="1"/>
          </p:cNvSpPr>
          <p:nvPr>
            <p:ph type="body" sz="quarter" idx="17" hasCustomPrompt="1"/>
          </p:nvPr>
        </p:nvSpPr>
        <p:spPr>
          <a:xfrm>
            <a:off x="8210723" y="3888740"/>
            <a:ext cx="2927638" cy="460375"/>
          </a:xfrm>
          <a:prstGeom prst="rect">
            <a:avLst/>
          </a:prstGeom>
        </p:spPr>
        <p:txBody>
          <a:bodyPr anchor="b"/>
          <a:lstStyle>
            <a:lvl1pPr marL="0" indent="0" algn="ctr">
              <a:lnSpc>
                <a:spcPct val="15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a:p>
        </p:txBody>
      </p:sp>
      <p:sp>
        <p:nvSpPr>
          <p:cNvPr id="2" name="文本占位符 2"/>
          <p:cNvSpPr>
            <a:spLocks noGrp="1"/>
          </p:cNvSpPr>
          <p:nvPr>
            <p:ph type="body" sz="quarter" idx="21" hasCustomPrompt="1"/>
          </p:nvPr>
        </p:nvSpPr>
        <p:spPr>
          <a:xfrm>
            <a:off x="974821" y="4449262"/>
            <a:ext cx="2924463" cy="185948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5" name="文本占位符 2"/>
          <p:cNvSpPr>
            <a:spLocks noGrp="1"/>
          </p:cNvSpPr>
          <p:nvPr>
            <p:ph type="body" sz="quarter" idx="22" hasCustomPrompt="1"/>
          </p:nvPr>
        </p:nvSpPr>
        <p:spPr>
          <a:xfrm>
            <a:off x="4587691" y="4452933"/>
            <a:ext cx="2924463" cy="185948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6" name="文本占位符 2"/>
          <p:cNvSpPr>
            <a:spLocks noGrp="1"/>
          </p:cNvSpPr>
          <p:nvPr>
            <p:ph type="body" sz="quarter" idx="23" hasCustomPrompt="1"/>
          </p:nvPr>
        </p:nvSpPr>
        <p:spPr>
          <a:xfrm>
            <a:off x="8213898" y="4449262"/>
            <a:ext cx="2924463" cy="185948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8"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版式14">
    <p:spTree>
      <p:nvGrpSpPr>
        <p:cNvPr id="1" name=""/>
        <p:cNvGrpSpPr/>
        <p:nvPr/>
      </p:nvGrpSpPr>
      <p:grpSpPr>
        <a:xfrm>
          <a:off x="0" y="0"/>
          <a:ext cx="0" cy="0"/>
          <a:chOff x="0" y="0"/>
          <a:chExt cx="0" cy="0"/>
        </a:xfrm>
      </p:grpSpPr>
      <p:sp>
        <p:nvSpPr>
          <p:cNvPr id="6" name="文本占位符 5"/>
          <p:cNvSpPr>
            <a:spLocks noGrp="1"/>
          </p:cNvSpPr>
          <p:nvPr>
            <p:ph type="body" sz="quarter" idx="11" hasCustomPrompt="1"/>
          </p:nvPr>
        </p:nvSpPr>
        <p:spPr>
          <a:xfrm>
            <a:off x="551319" y="1154517"/>
            <a:ext cx="10890253" cy="412750"/>
          </a:xfrm>
          <a:prstGeom prst="rect">
            <a:avLst/>
          </a:prstGeom>
        </p:spPr>
        <p:txBody>
          <a:bodyPr anchor="t"/>
          <a:lstStyle>
            <a:lvl1pPr marL="0" indent="0" eaLnBrk="1" fontAlgn="auto" latinLnBrk="0" hangingPunct="1">
              <a:lnSpc>
                <a:spcPct val="125000"/>
              </a:lnSpc>
              <a:buNone/>
              <a:defRPr kumimoji="1" lang="zh-CN" altLang="en-US" sz="1400" b="0"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此处为正文内容</a:t>
            </a:r>
            <a:endParaRPr kumimoji="1" lang="zh-CN" altLang="en-US" dirty="0"/>
          </a:p>
        </p:txBody>
      </p:sp>
      <p:sp>
        <p:nvSpPr>
          <p:cNvPr id="5" name="内容占位符 5"/>
          <p:cNvSpPr>
            <a:spLocks noGrp="1"/>
          </p:cNvSpPr>
          <p:nvPr>
            <p:ph sz="quarter" idx="10" hasCustomPrompt="1"/>
          </p:nvPr>
        </p:nvSpPr>
        <p:spPr>
          <a:xfrm>
            <a:off x="551319" y="1851899"/>
            <a:ext cx="10890253" cy="4402332"/>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版式17">
    <p:spTree>
      <p:nvGrpSpPr>
        <p:cNvPr id="1" name=""/>
        <p:cNvGrpSpPr/>
        <p:nvPr/>
      </p:nvGrpSpPr>
      <p:grpSpPr>
        <a:xfrm>
          <a:off x="0" y="0"/>
          <a:ext cx="0" cy="0"/>
          <a:chOff x="0" y="0"/>
          <a:chExt cx="0" cy="0"/>
        </a:xfrm>
      </p:grpSpPr>
      <p:sp>
        <p:nvSpPr>
          <p:cNvPr id="48" name="文本占位符 47"/>
          <p:cNvSpPr>
            <a:spLocks noGrp="1"/>
          </p:cNvSpPr>
          <p:nvPr>
            <p:ph type="body" sz="quarter" idx="11" hasCustomPrompt="1"/>
          </p:nvPr>
        </p:nvSpPr>
        <p:spPr>
          <a:xfrm>
            <a:off x="6867566" y="1607587"/>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6" name="组合 5"/>
          <p:cNvGrpSpPr/>
          <p:nvPr/>
        </p:nvGrpSpPr>
        <p:grpSpPr>
          <a:xfrm>
            <a:off x="6356819" y="1552421"/>
            <a:ext cx="443044" cy="443000"/>
            <a:chOff x="3507131" y="2412273"/>
            <a:chExt cx="614243" cy="614243"/>
          </a:xfrm>
          <a:solidFill>
            <a:srgbClr val="C80000"/>
          </a:solidFill>
        </p:grpSpPr>
        <p:sp>
          <p:nvSpPr>
            <p:cNvPr id="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50" name="文本占位符 47"/>
          <p:cNvSpPr>
            <a:spLocks noGrp="1"/>
          </p:cNvSpPr>
          <p:nvPr>
            <p:ph type="body" sz="quarter" idx="13" hasCustomPrompt="1"/>
          </p:nvPr>
        </p:nvSpPr>
        <p:spPr>
          <a:xfrm>
            <a:off x="6867566" y="2970297"/>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1" name="组合 50"/>
          <p:cNvGrpSpPr/>
          <p:nvPr userDrawn="1"/>
        </p:nvGrpSpPr>
        <p:grpSpPr>
          <a:xfrm>
            <a:off x="6356819" y="2914815"/>
            <a:ext cx="443044" cy="443000"/>
            <a:chOff x="3507131" y="2412273"/>
            <a:chExt cx="614243" cy="614243"/>
          </a:xfrm>
          <a:solidFill>
            <a:srgbClr val="C80000"/>
          </a:solidFill>
        </p:grpSpPr>
        <p:sp>
          <p:nvSpPr>
            <p:cNvPr id="52"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53"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55" name="文本占位符 47"/>
          <p:cNvSpPr>
            <a:spLocks noGrp="1"/>
          </p:cNvSpPr>
          <p:nvPr>
            <p:ph type="body" sz="quarter" idx="15" hasCustomPrompt="1"/>
          </p:nvPr>
        </p:nvSpPr>
        <p:spPr>
          <a:xfrm>
            <a:off x="6867566" y="4332372"/>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6" name="组合 55"/>
          <p:cNvGrpSpPr/>
          <p:nvPr userDrawn="1"/>
        </p:nvGrpSpPr>
        <p:grpSpPr>
          <a:xfrm>
            <a:off x="6356819" y="4277209"/>
            <a:ext cx="443044" cy="443000"/>
            <a:chOff x="3507131" y="2412273"/>
            <a:chExt cx="614243" cy="614243"/>
          </a:xfrm>
          <a:solidFill>
            <a:srgbClr val="C80000"/>
          </a:solidFill>
        </p:grpSpPr>
        <p:sp>
          <p:nvSpPr>
            <p:cNvPr id="5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5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 name="文本占位符 2"/>
          <p:cNvSpPr>
            <a:spLocks noGrp="1"/>
          </p:cNvSpPr>
          <p:nvPr>
            <p:ph type="body" sz="quarter" idx="21" hasCustomPrompt="1"/>
          </p:nvPr>
        </p:nvSpPr>
        <p:spPr>
          <a:xfrm>
            <a:off x="6356819" y="2014327"/>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2"/>
          <p:cNvSpPr>
            <a:spLocks noGrp="1"/>
          </p:cNvSpPr>
          <p:nvPr>
            <p:ph type="body" sz="quarter" idx="22" hasCustomPrompt="1"/>
          </p:nvPr>
        </p:nvSpPr>
        <p:spPr>
          <a:xfrm>
            <a:off x="6356819" y="3382859"/>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文本占位符 2"/>
          <p:cNvSpPr>
            <a:spLocks noGrp="1"/>
          </p:cNvSpPr>
          <p:nvPr>
            <p:ph type="body" sz="quarter" idx="23" hasCustomPrompt="1"/>
          </p:nvPr>
        </p:nvSpPr>
        <p:spPr>
          <a:xfrm>
            <a:off x="6356819" y="4751390"/>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内容占位符 5"/>
          <p:cNvSpPr>
            <a:spLocks noGrp="1"/>
          </p:cNvSpPr>
          <p:nvPr>
            <p:ph sz="quarter" idx="10" hasCustomPrompt="1"/>
          </p:nvPr>
        </p:nvSpPr>
        <p:spPr>
          <a:xfrm>
            <a:off x="551319" y="1515845"/>
            <a:ext cx="5401612" cy="3999169"/>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5"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版式17">
    <p:spTree>
      <p:nvGrpSpPr>
        <p:cNvPr id="1" name=""/>
        <p:cNvGrpSpPr/>
        <p:nvPr/>
      </p:nvGrpSpPr>
      <p:grpSpPr>
        <a:xfrm>
          <a:off x="0" y="0"/>
          <a:ext cx="0" cy="0"/>
          <a:chOff x="0" y="0"/>
          <a:chExt cx="0" cy="0"/>
        </a:xfrm>
      </p:grpSpPr>
      <p:sp>
        <p:nvSpPr>
          <p:cNvPr id="48" name="文本占位符 47"/>
          <p:cNvSpPr>
            <a:spLocks noGrp="1"/>
          </p:cNvSpPr>
          <p:nvPr>
            <p:ph type="body" sz="quarter" idx="11" hasCustomPrompt="1"/>
          </p:nvPr>
        </p:nvSpPr>
        <p:spPr>
          <a:xfrm>
            <a:off x="6867566" y="1132012"/>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6" name="组合 5"/>
          <p:cNvGrpSpPr/>
          <p:nvPr/>
        </p:nvGrpSpPr>
        <p:grpSpPr>
          <a:xfrm>
            <a:off x="6356819" y="1074941"/>
            <a:ext cx="443044" cy="443000"/>
            <a:chOff x="3507131" y="2412273"/>
            <a:chExt cx="614243" cy="614243"/>
          </a:xfrm>
          <a:solidFill>
            <a:srgbClr val="C80000"/>
          </a:solidFill>
        </p:grpSpPr>
        <p:sp>
          <p:nvSpPr>
            <p:cNvPr id="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50" name="文本占位符 47"/>
          <p:cNvSpPr>
            <a:spLocks noGrp="1"/>
          </p:cNvSpPr>
          <p:nvPr>
            <p:ph type="body" sz="quarter" idx="13" hasCustomPrompt="1"/>
          </p:nvPr>
        </p:nvSpPr>
        <p:spPr>
          <a:xfrm>
            <a:off x="6867566" y="2494722"/>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1" name="组合 50"/>
          <p:cNvGrpSpPr/>
          <p:nvPr userDrawn="1"/>
        </p:nvGrpSpPr>
        <p:grpSpPr>
          <a:xfrm>
            <a:off x="6356819" y="2437335"/>
            <a:ext cx="443044" cy="443000"/>
            <a:chOff x="3507131" y="2412273"/>
            <a:chExt cx="614243" cy="614243"/>
          </a:xfrm>
          <a:solidFill>
            <a:srgbClr val="C80000"/>
          </a:solidFill>
        </p:grpSpPr>
        <p:sp>
          <p:nvSpPr>
            <p:cNvPr id="52"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53"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55" name="文本占位符 47"/>
          <p:cNvSpPr>
            <a:spLocks noGrp="1"/>
          </p:cNvSpPr>
          <p:nvPr>
            <p:ph type="body" sz="quarter" idx="15" hasCustomPrompt="1"/>
          </p:nvPr>
        </p:nvSpPr>
        <p:spPr>
          <a:xfrm>
            <a:off x="6867566" y="3856797"/>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6" name="组合 55"/>
          <p:cNvGrpSpPr/>
          <p:nvPr userDrawn="1"/>
        </p:nvGrpSpPr>
        <p:grpSpPr>
          <a:xfrm>
            <a:off x="6356819" y="3799729"/>
            <a:ext cx="443044" cy="443000"/>
            <a:chOff x="3507131" y="2412273"/>
            <a:chExt cx="614243" cy="614243"/>
          </a:xfrm>
          <a:solidFill>
            <a:srgbClr val="C80000"/>
          </a:solidFill>
        </p:grpSpPr>
        <p:sp>
          <p:nvSpPr>
            <p:cNvPr id="5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5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 name="文本占位符 2"/>
          <p:cNvSpPr>
            <a:spLocks noGrp="1"/>
          </p:cNvSpPr>
          <p:nvPr>
            <p:ph type="body" sz="quarter" idx="21" hasCustomPrompt="1"/>
          </p:nvPr>
        </p:nvSpPr>
        <p:spPr>
          <a:xfrm>
            <a:off x="6356819" y="1536847"/>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2"/>
          <p:cNvSpPr>
            <a:spLocks noGrp="1"/>
          </p:cNvSpPr>
          <p:nvPr>
            <p:ph type="body" sz="quarter" idx="22" hasCustomPrompt="1"/>
          </p:nvPr>
        </p:nvSpPr>
        <p:spPr>
          <a:xfrm>
            <a:off x="6356819" y="2905379"/>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文本占位符 2"/>
          <p:cNvSpPr>
            <a:spLocks noGrp="1"/>
          </p:cNvSpPr>
          <p:nvPr>
            <p:ph type="body" sz="quarter" idx="23" hasCustomPrompt="1"/>
          </p:nvPr>
        </p:nvSpPr>
        <p:spPr>
          <a:xfrm>
            <a:off x="6356819" y="4273910"/>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内容占位符 5"/>
          <p:cNvSpPr>
            <a:spLocks noGrp="1"/>
          </p:cNvSpPr>
          <p:nvPr>
            <p:ph sz="quarter" idx="10" hasCustomPrompt="1"/>
          </p:nvPr>
        </p:nvSpPr>
        <p:spPr>
          <a:xfrm>
            <a:off x="551319" y="1515845"/>
            <a:ext cx="5401612" cy="4677691"/>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5" name="文本占位符 47"/>
          <p:cNvSpPr>
            <a:spLocks noGrp="1"/>
          </p:cNvSpPr>
          <p:nvPr>
            <p:ph type="body" sz="quarter" idx="24" hasCustomPrompt="1"/>
          </p:nvPr>
        </p:nvSpPr>
        <p:spPr>
          <a:xfrm>
            <a:off x="6867566" y="5216205"/>
            <a:ext cx="4373676"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9" name="组合 8"/>
          <p:cNvGrpSpPr/>
          <p:nvPr userDrawn="1"/>
        </p:nvGrpSpPr>
        <p:grpSpPr>
          <a:xfrm>
            <a:off x="6356819" y="5159137"/>
            <a:ext cx="443044" cy="443000"/>
            <a:chOff x="3507131" y="2412273"/>
            <a:chExt cx="614243" cy="614243"/>
          </a:xfrm>
          <a:solidFill>
            <a:srgbClr val="C80000"/>
          </a:solidFill>
        </p:grpSpPr>
        <p:sp>
          <p:nvSpPr>
            <p:cNvPr id="10"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11"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12" name="文本占位符 2"/>
          <p:cNvSpPr>
            <a:spLocks noGrp="1"/>
          </p:cNvSpPr>
          <p:nvPr>
            <p:ph type="body" sz="quarter" idx="25" hasCustomPrompt="1"/>
          </p:nvPr>
        </p:nvSpPr>
        <p:spPr>
          <a:xfrm>
            <a:off x="6356819" y="5633318"/>
            <a:ext cx="4884423"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4"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文本占位符 47"/>
          <p:cNvSpPr>
            <a:spLocks noGrp="1"/>
          </p:cNvSpPr>
          <p:nvPr>
            <p:ph type="body" sz="quarter" idx="11" hasCustomPrompt="1"/>
          </p:nvPr>
        </p:nvSpPr>
        <p:spPr>
          <a:xfrm>
            <a:off x="3687045" y="160631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 name="组合 4"/>
          <p:cNvGrpSpPr/>
          <p:nvPr userDrawn="1"/>
        </p:nvGrpSpPr>
        <p:grpSpPr>
          <a:xfrm>
            <a:off x="3176297" y="1552421"/>
            <a:ext cx="443044" cy="443000"/>
            <a:chOff x="3507131" y="2412273"/>
            <a:chExt cx="614243" cy="614243"/>
          </a:xfrm>
          <a:solidFill>
            <a:srgbClr val="C80000"/>
          </a:solidFill>
        </p:grpSpPr>
        <p:sp>
          <p:nvSpPr>
            <p:cNvPr id="6"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7"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8" name="文本占位符 47"/>
          <p:cNvSpPr>
            <a:spLocks noGrp="1"/>
          </p:cNvSpPr>
          <p:nvPr>
            <p:ph type="body" sz="quarter" idx="13" hasCustomPrompt="1"/>
          </p:nvPr>
        </p:nvSpPr>
        <p:spPr>
          <a:xfrm>
            <a:off x="3687045" y="296902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9" name="组合 8"/>
          <p:cNvGrpSpPr/>
          <p:nvPr userDrawn="1"/>
        </p:nvGrpSpPr>
        <p:grpSpPr>
          <a:xfrm>
            <a:off x="3176297" y="2914815"/>
            <a:ext cx="443044" cy="443000"/>
            <a:chOff x="3507131" y="2412273"/>
            <a:chExt cx="614243" cy="614243"/>
          </a:xfrm>
          <a:solidFill>
            <a:srgbClr val="C80000"/>
          </a:solidFill>
        </p:grpSpPr>
        <p:sp>
          <p:nvSpPr>
            <p:cNvPr id="10"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11"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12" name="文本占位符 47"/>
          <p:cNvSpPr>
            <a:spLocks noGrp="1"/>
          </p:cNvSpPr>
          <p:nvPr>
            <p:ph type="body" sz="quarter" idx="15" hasCustomPrompt="1"/>
          </p:nvPr>
        </p:nvSpPr>
        <p:spPr>
          <a:xfrm>
            <a:off x="3687045" y="432919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13" name="组合 12"/>
          <p:cNvGrpSpPr/>
          <p:nvPr userDrawn="1"/>
        </p:nvGrpSpPr>
        <p:grpSpPr>
          <a:xfrm>
            <a:off x="3176297" y="4277209"/>
            <a:ext cx="443044" cy="443000"/>
            <a:chOff x="3507131" y="2412273"/>
            <a:chExt cx="614243" cy="614243"/>
          </a:xfrm>
          <a:solidFill>
            <a:srgbClr val="C80000"/>
          </a:solidFill>
        </p:grpSpPr>
        <p:sp>
          <p:nvSpPr>
            <p:cNvPr id="14"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15"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16" name="文本占位符 2"/>
          <p:cNvSpPr>
            <a:spLocks noGrp="1"/>
          </p:cNvSpPr>
          <p:nvPr>
            <p:ph type="body" sz="quarter" idx="21" hasCustomPrompt="1"/>
          </p:nvPr>
        </p:nvSpPr>
        <p:spPr>
          <a:xfrm>
            <a:off x="3176298" y="1977751"/>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7" name="文本占位符 2"/>
          <p:cNvSpPr>
            <a:spLocks noGrp="1"/>
          </p:cNvSpPr>
          <p:nvPr>
            <p:ph type="body" sz="quarter" idx="22" hasCustomPrompt="1"/>
          </p:nvPr>
        </p:nvSpPr>
        <p:spPr>
          <a:xfrm>
            <a:off x="3176298" y="3346283"/>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2"/>
          <p:cNvSpPr>
            <a:spLocks noGrp="1"/>
          </p:cNvSpPr>
          <p:nvPr>
            <p:ph type="body" sz="quarter" idx="23" hasCustomPrompt="1"/>
          </p:nvPr>
        </p:nvSpPr>
        <p:spPr>
          <a:xfrm>
            <a:off x="3176298" y="4714814"/>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内容占位符 5"/>
          <p:cNvSpPr>
            <a:spLocks noGrp="1"/>
          </p:cNvSpPr>
          <p:nvPr>
            <p:ph sz="quarter" idx="10" hasCustomPrompt="1"/>
          </p:nvPr>
        </p:nvSpPr>
        <p:spPr>
          <a:xfrm>
            <a:off x="551319" y="1552421"/>
            <a:ext cx="2301211" cy="3999169"/>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0" name="文本占位符 47"/>
          <p:cNvSpPr>
            <a:spLocks noGrp="1"/>
          </p:cNvSpPr>
          <p:nvPr>
            <p:ph type="body" sz="quarter" idx="24" hasCustomPrompt="1"/>
          </p:nvPr>
        </p:nvSpPr>
        <p:spPr>
          <a:xfrm>
            <a:off x="7772027" y="2110452"/>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21" name="组合 20"/>
          <p:cNvGrpSpPr/>
          <p:nvPr userDrawn="1"/>
        </p:nvGrpSpPr>
        <p:grpSpPr>
          <a:xfrm>
            <a:off x="7261279" y="2060050"/>
            <a:ext cx="443044" cy="443000"/>
            <a:chOff x="3507131" y="2412273"/>
            <a:chExt cx="614243" cy="614243"/>
          </a:xfrm>
          <a:solidFill>
            <a:srgbClr val="C80000"/>
          </a:solidFill>
        </p:grpSpPr>
        <p:sp>
          <p:nvSpPr>
            <p:cNvPr id="22"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23"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4" name="文本占位符 2"/>
          <p:cNvSpPr>
            <a:spLocks noGrp="1"/>
          </p:cNvSpPr>
          <p:nvPr>
            <p:ph type="body" sz="quarter" idx="25" hasCustomPrompt="1"/>
          </p:nvPr>
        </p:nvSpPr>
        <p:spPr>
          <a:xfrm>
            <a:off x="7261280" y="2491518"/>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47"/>
          <p:cNvSpPr>
            <a:spLocks noGrp="1"/>
          </p:cNvSpPr>
          <p:nvPr>
            <p:ph type="body" sz="quarter" idx="26" hasCustomPrompt="1"/>
          </p:nvPr>
        </p:nvSpPr>
        <p:spPr>
          <a:xfrm>
            <a:off x="7772027" y="3750408"/>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26" name="组合 25"/>
          <p:cNvGrpSpPr/>
          <p:nvPr userDrawn="1"/>
        </p:nvGrpSpPr>
        <p:grpSpPr>
          <a:xfrm>
            <a:off x="7261279" y="3700006"/>
            <a:ext cx="443044" cy="443000"/>
            <a:chOff x="3507131" y="2412273"/>
            <a:chExt cx="614243" cy="614243"/>
          </a:xfrm>
          <a:solidFill>
            <a:srgbClr val="C80000"/>
          </a:solidFill>
        </p:grpSpPr>
        <p:sp>
          <p:nvSpPr>
            <p:cNvPr id="2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2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9" name="文本占位符 2"/>
          <p:cNvSpPr>
            <a:spLocks noGrp="1"/>
          </p:cNvSpPr>
          <p:nvPr>
            <p:ph type="body" sz="quarter" idx="27" hasCustomPrompt="1"/>
          </p:nvPr>
        </p:nvSpPr>
        <p:spPr>
          <a:xfrm>
            <a:off x="7261280" y="4131474"/>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文本占位符 47"/>
          <p:cNvSpPr>
            <a:spLocks noGrp="1"/>
          </p:cNvSpPr>
          <p:nvPr>
            <p:ph type="body" sz="quarter" idx="11" hasCustomPrompt="1"/>
          </p:nvPr>
        </p:nvSpPr>
        <p:spPr>
          <a:xfrm>
            <a:off x="1075102" y="160885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5" name="组合 4"/>
          <p:cNvGrpSpPr/>
          <p:nvPr userDrawn="1"/>
        </p:nvGrpSpPr>
        <p:grpSpPr>
          <a:xfrm>
            <a:off x="564354" y="1552421"/>
            <a:ext cx="443044" cy="443000"/>
            <a:chOff x="3507131" y="2412273"/>
            <a:chExt cx="614243" cy="614243"/>
          </a:xfrm>
          <a:solidFill>
            <a:srgbClr val="C80000"/>
          </a:solidFill>
        </p:grpSpPr>
        <p:sp>
          <p:nvSpPr>
            <p:cNvPr id="6"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7"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8" name="文本占位符 47"/>
          <p:cNvSpPr>
            <a:spLocks noGrp="1"/>
          </p:cNvSpPr>
          <p:nvPr>
            <p:ph type="body" sz="quarter" idx="13" hasCustomPrompt="1"/>
          </p:nvPr>
        </p:nvSpPr>
        <p:spPr>
          <a:xfrm>
            <a:off x="1075102" y="297156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9" name="组合 8"/>
          <p:cNvGrpSpPr/>
          <p:nvPr userDrawn="1"/>
        </p:nvGrpSpPr>
        <p:grpSpPr>
          <a:xfrm>
            <a:off x="564354" y="2914815"/>
            <a:ext cx="443044" cy="443000"/>
            <a:chOff x="3507131" y="2412273"/>
            <a:chExt cx="614243" cy="614243"/>
          </a:xfrm>
          <a:solidFill>
            <a:srgbClr val="C80000"/>
          </a:solidFill>
        </p:grpSpPr>
        <p:sp>
          <p:nvSpPr>
            <p:cNvPr id="10"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11"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12" name="文本占位符 47"/>
          <p:cNvSpPr>
            <a:spLocks noGrp="1"/>
          </p:cNvSpPr>
          <p:nvPr>
            <p:ph type="body" sz="quarter" idx="15" hasCustomPrompt="1"/>
          </p:nvPr>
        </p:nvSpPr>
        <p:spPr>
          <a:xfrm>
            <a:off x="1075102" y="4333642"/>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13" name="组合 12"/>
          <p:cNvGrpSpPr/>
          <p:nvPr userDrawn="1"/>
        </p:nvGrpSpPr>
        <p:grpSpPr>
          <a:xfrm>
            <a:off x="564354" y="4277209"/>
            <a:ext cx="443044" cy="443000"/>
            <a:chOff x="3507131" y="2412273"/>
            <a:chExt cx="614243" cy="614243"/>
          </a:xfrm>
          <a:solidFill>
            <a:srgbClr val="C80000"/>
          </a:solidFill>
        </p:grpSpPr>
        <p:sp>
          <p:nvSpPr>
            <p:cNvPr id="14"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15"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16" name="文本占位符 2"/>
          <p:cNvSpPr>
            <a:spLocks noGrp="1"/>
          </p:cNvSpPr>
          <p:nvPr>
            <p:ph type="body" sz="quarter" idx="21" hasCustomPrompt="1"/>
          </p:nvPr>
        </p:nvSpPr>
        <p:spPr>
          <a:xfrm>
            <a:off x="564355" y="1953367"/>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7" name="文本占位符 2"/>
          <p:cNvSpPr>
            <a:spLocks noGrp="1"/>
          </p:cNvSpPr>
          <p:nvPr>
            <p:ph type="body" sz="quarter" idx="22" hasCustomPrompt="1"/>
          </p:nvPr>
        </p:nvSpPr>
        <p:spPr>
          <a:xfrm>
            <a:off x="564355" y="3321899"/>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2"/>
          <p:cNvSpPr>
            <a:spLocks noGrp="1"/>
          </p:cNvSpPr>
          <p:nvPr>
            <p:ph type="body" sz="quarter" idx="23" hasCustomPrompt="1"/>
          </p:nvPr>
        </p:nvSpPr>
        <p:spPr>
          <a:xfrm>
            <a:off x="564355" y="4690430"/>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9" name="内容占位符 5"/>
          <p:cNvSpPr>
            <a:spLocks noGrp="1"/>
          </p:cNvSpPr>
          <p:nvPr>
            <p:ph sz="quarter" idx="10" hasCustomPrompt="1"/>
          </p:nvPr>
        </p:nvSpPr>
        <p:spPr>
          <a:xfrm>
            <a:off x="4598093" y="1552421"/>
            <a:ext cx="3028003" cy="3999169"/>
          </a:xfrm>
          <a:prstGeom prst="rect">
            <a:avLst/>
          </a:prstGeom>
        </p:spPr>
        <p:txBody>
          <a:bodyPr/>
          <a:lstStyle>
            <a:lvl1pPr marL="285750" indent="-285750">
              <a:buFont typeface="Arial" panose="020B0604020202020204" pitchFamily="34" charset="0"/>
              <a:buChar char="•"/>
              <a:defRPr sz="16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20" name="文本占位符 47"/>
          <p:cNvSpPr>
            <a:spLocks noGrp="1"/>
          </p:cNvSpPr>
          <p:nvPr>
            <p:ph type="body" sz="quarter" idx="24" hasCustomPrompt="1"/>
          </p:nvPr>
        </p:nvSpPr>
        <p:spPr>
          <a:xfrm>
            <a:off x="8466627" y="1609173"/>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21" name="组合 20"/>
          <p:cNvGrpSpPr/>
          <p:nvPr userDrawn="1"/>
        </p:nvGrpSpPr>
        <p:grpSpPr>
          <a:xfrm>
            <a:off x="7955879" y="1552421"/>
            <a:ext cx="443044" cy="443000"/>
            <a:chOff x="3507131" y="2412273"/>
            <a:chExt cx="614243" cy="614243"/>
          </a:xfrm>
          <a:solidFill>
            <a:srgbClr val="C80000"/>
          </a:solidFill>
        </p:grpSpPr>
        <p:sp>
          <p:nvSpPr>
            <p:cNvPr id="22"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23"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4" name="文本占位符 2"/>
          <p:cNvSpPr>
            <a:spLocks noGrp="1"/>
          </p:cNvSpPr>
          <p:nvPr>
            <p:ph type="body" sz="quarter" idx="25" hasCustomPrompt="1"/>
          </p:nvPr>
        </p:nvSpPr>
        <p:spPr>
          <a:xfrm>
            <a:off x="7955880" y="1959505"/>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文本占位符 47"/>
          <p:cNvSpPr>
            <a:spLocks noGrp="1"/>
          </p:cNvSpPr>
          <p:nvPr>
            <p:ph type="body" sz="quarter" idx="26" hasCustomPrompt="1"/>
          </p:nvPr>
        </p:nvSpPr>
        <p:spPr>
          <a:xfrm>
            <a:off x="8466627" y="2971567"/>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26" name="组合 25"/>
          <p:cNvGrpSpPr/>
          <p:nvPr userDrawn="1"/>
        </p:nvGrpSpPr>
        <p:grpSpPr>
          <a:xfrm>
            <a:off x="7955879" y="2914815"/>
            <a:ext cx="443044" cy="443000"/>
            <a:chOff x="3507131" y="2412273"/>
            <a:chExt cx="614243" cy="614243"/>
          </a:xfrm>
          <a:solidFill>
            <a:srgbClr val="C80000"/>
          </a:solidFill>
        </p:grpSpPr>
        <p:sp>
          <p:nvSpPr>
            <p:cNvPr id="27"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28"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29" name="文本占位符 2"/>
          <p:cNvSpPr>
            <a:spLocks noGrp="1"/>
          </p:cNvSpPr>
          <p:nvPr>
            <p:ph type="body" sz="quarter" idx="27" hasCustomPrompt="1"/>
          </p:nvPr>
        </p:nvSpPr>
        <p:spPr>
          <a:xfrm>
            <a:off x="7955880" y="3321899"/>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0" name="文本占位符 47"/>
          <p:cNvSpPr>
            <a:spLocks noGrp="1"/>
          </p:cNvSpPr>
          <p:nvPr>
            <p:ph type="body" sz="quarter" idx="28" hasCustomPrompt="1"/>
          </p:nvPr>
        </p:nvSpPr>
        <p:spPr>
          <a:xfrm>
            <a:off x="8466627" y="4333228"/>
            <a:ext cx="3161018" cy="385738"/>
          </a:xfrm>
          <a:prstGeom prst="rect">
            <a:avLst/>
          </a:prstGeom>
        </p:spPr>
        <p:txBody>
          <a:bodyPr anchor="ctr"/>
          <a:lstStyle>
            <a:lvl1pPr marL="0" indent="0">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31" name="组合 30"/>
          <p:cNvGrpSpPr/>
          <p:nvPr userDrawn="1"/>
        </p:nvGrpSpPr>
        <p:grpSpPr>
          <a:xfrm>
            <a:off x="7955879" y="4276476"/>
            <a:ext cx="443044" cy="443000"/>
            <a:chOff x="3507131" y="2412273"/>
            <a:chExt cx="614243" cy="614243"/>
          </a:xfrm>
          <a:solidFill>
            <a:srgbClr val="C80000"/>
          </a:solidFill>
        </p:grpSpPr>
        <p:sp>
          <p:nvSpPr>
            <p:cNvPr id="32" name="iconfont-1191-801535"/>
            <p:cNvSpPr>
              <a:spLocks noChangeAspect="1"/>
            </p:cNvSpPr>
            <p:nvPr/>
          </p:nvSpPr>
          <p:spPr bwMode="auto">
            <a:xfrm>
              <a:off x="3678998" y="2531840"/>
              <a:ext cx="280292" cy="355622"/>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rgbClr val="990000"/>
            </a:solidFill>
            <a:ln>
              <a:noFill/>
            </a:ln>
          </p:spPr>
        </p:sp>
        <p:sp>
          <p:nvSpPr>
            <p:cNvPr id="33" name="圆: 空心 41"/>
            <p:cNvSpPr/>
            <p:nvPr/>
          </p:nvSpPr>
          <p:spPr>
            <a:xfrm>
              <a:off x="3507131" y="2412273"/>
              <a:ext cx="614243" cy="614243"/>
            </a:xfrm>
            <a:prstGeom prst="donut">
              <a:avLst>
                <a:gd name="adj" fmla="val 7878"/>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sp>
        <p:nvSpPr>
          <p:cNvPr id="34" name="文本占位符 2"/>
          <p:cNvSpPr>
            <a:spLocks noGrp="1"/>
          </p:cNvSpPr>
          <p:nvPr>
            <p:ph type="body" sz="quarter" idx="29" hasCustomPrompt="1"/>
          </p:nvPr>
        </p:nvSpPr>
        <p:spPr>
          <a:xfrm>
            <a:off x="7955880" y="4683560"/>
            <a:ext cx="3671764" cy="763624"/>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三图+标题+文案">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29" name="文本占位符 28"/>
          <p:cNvSpPr>
            <a:spLocks noGrp="1"/>
          </p:cNvSpPr>
          <p:nvPr>
            <p:ph type="body" sz="quarter" idx="11" hasCustomPrompt="1"/>
            <p:custDataLst>
              <p:tags r:id="rId1"/>
            </p:custDataLst>
          </p:nvPr>
        </p:nvSpPr>
        <p:spPr>
          <a:xfrm>
            <a:off x="598229" y="1475741"/>
            <a:ext cx="4987781" cy="461645"/>
          </a:xfrm>
          <a:prstGeom prst="rect">
            <a:avLst/>
          </a:prstGeom>
        </p:spPr>
        <p:txBody>
          <a:bodyPr anchor="ctr"/>
          <a:lstStyle>
            <a:lvl1pPr marL="0" indent="0">
              <a:buNone/>
              <a:defRPr sz="2400" b="1">
                <a:solidFill>
                  <a:srgbClr val="9A0000"/>
                </a:solidFill>
                <a:latin typeface="微软雅黑" panose="020B0503020204020204" charset="-122"/>
                <a:ea typeface="微软雅黑" panose="020B0503020204020204" charset="-122"/>
              </a:defRPr>
            </a:lvl1pPr>
          </a:lstStyle>
          <a:p>
            <a:pPr lvl="0"/>
            <a:r>
              <a:rPr kumimoji="1" lang="zh-CN" altLang="en-US" dirty="0"/>
              <a:t>概括类标题</a:t>
            </a:r>
          </a:p>
        </p:txBody>
      </p:sp>
      <p:sp>
        <p:nvSpPr>
          <p:cNvPr id="32" name="文本占位符 31"/>
          <p:cNvSpPr>
            <a:spLocks noGrp="1"/>
          </p:cNvSpPr>
          <p:nvPr>
            <p:ph type="body" sz="quarter" idx="22" hasCustomPrompt="1"/>
            <p:custDataLst>
              <p:tags r:id="rId2"/>
            </p:custDataLst>
          </p:nvPr>
        </p:nvSpPr>
        <p:spPr>
          <a:xfrm>
            <a:off x="728345" y="2581910"/>
            <a:ext cx="4709795" cy="105791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4" name="文本占位符 2"/>
          <p:cNvSpPr>
            <a:spLocks noGrp="1"/>
          </p:cNvSpPr>
          <p:nvPr>
            <p:ph type="body" sz="quarter" idx="21" hasCustomPrompt="1"/>
            <p:custDataLst>
              <p:tags r:id="rId3"/>
            </p:custDataLst>
          </p:nvPr>
        </p:nvSpPr>
        <p:spPr>
          <a:xfrm>
            <a:off x="728345" y="4551680"/>
            <a:ext cx="4709795" cy="1057910"/>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5" name="文本占位符 34"/>
          <p:cNvSpPr>
            <a:spLocks noGrp="1"/>
          </p:cNvSpPr>
          <p:nvPr>
            <p:ph type="body" sz="quarter" idx="12" hasCustomPrompt="1"/>
            <p:custDataLst>
              <p:tags r:id="rId4"/>
            </p:custDataLst>
          </p:nvPr>
        </p:nvSpPr>
        <p:spPr>
          <a:xfrm>
            <a:off x="728345" y="2170430"/>
            <a:ext cx="4709795" cy="398145"/>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6" name="文本占位符 3"/>
          <p:cNvSpPr>
            <a:spLocks noGrp="1"/>
          </p:cNvSpPr>
          <p:nvPr>
            <p:ph type="body" sz="quarter" idx="14" hasCustomPrompt="1"/>
            <p:custDataLst>
              <p:tags r:id="rId5"/>
            </p:custDataLst>
          </p:nvPr>
        </p:nvSpPr>
        <p:spPr>
          <a:xfrm>
            <a:off x="728345" y="4145280"/>
            <a:ext cx="4709795" cy="406400"/>
          </a:xfrm>
          <a:prstGeom prst="rect">
            <a:avLst/>
          </a:prstGeom>
        </p:spPr>
        <p:txBody>
          <a:bodyPr anchor="ctr"/>
          <a:lstStyle>
            <a:lvl1pPr marL="0" indent="0" algn="l">
              <a:lnSpc>
                <a:spcPct val="100000"/>
              </a:lnSpc>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7" name="图片占位符 36"/>
          <p:cNvSpPr>
            <a:spLocks noGrp="1"/>
          </p:cNvSpPr>
          <p:nvPr>
            <p:ph type="pic" sz="quarter" idx="10" hasCustomPrompt="1"/>
            <p:custDataLst>
              <p:tags r:id="rId6"/>
            </p:custDataLst>
          </p:nvPr>
        </p:nvSpPr>
        <p:spPr>
          <a:xfrm>
            <a:off x="5824855" y="2110105"/>
            <a:ext cx="5333365" cy="3437890"/>
          </a:xfrm>
          <a:custGeom>
            <a:avLst/>
            <a:gdLst>
              <a:gd name="connsiteX0" fmla="*/ 2627643 w 4855765"/>
              <a:gd name="connsiteY0" fmla="*/ 1959429 h 3104941"/>
              <a:gd name="connsiteX1" fmla="*/ 3383681 w 4855765"/>
              <a:gd name="connsiteY1" fmla="*/ 1959429 h 3104941"/>
              <a:gd name="connsiteX2" fmla="*/ 3670059 w 4855765"/>
              <a:gd name="connsiteY2" fmla="*/ 2532185 h 3104941"/>
              <a:gd name="connsiteX3" fmla="*/ 3383681 w 4855765"/>
              <a:gd name="connsiteY3" fmla="*/ 3104941 h 3104941"/>
              <a:gd name="connsiteX4" fmla="*/ 2627643 w 4855765"/>
              <a:gd name="connsiteY4" fmla="*/ 3104941 h 3104941"/>
              <a:gd name="connsiteX5" fmla="*/ 2341265 w 4855765"/>
              <a:gd name="connsiteY5" fmla="*/ 2532185 h 3104941"/>
              <a:gd name="connsiteX6" fmla="*/ 296426 w 4855765"/>
              <a:gd name="connsiteY6" fmla="*/ 1949381 h 3104941"/>
              <a:gd name="connsiteX7" fmla="*/ 1052464 w 4855765"/>
              <a:gd name="connsiteY7" fmla="*/ 1949381 h 3104941"/>
              <a:gd name="connsiteX8" fmla="*/ 1338842 w 4855765"/>
              <a:gd name="connsiteY8" fmla="*/ 2522137 h 3104941"/>
              <a:gd name="connsiteX9" fmla="*/ 1052464 w 4855765"/>
              <a:gd name="connsiteY9" fmla="*/ 3094893 h 3104941"/>
              <a:gd name="connsiteX10" fmla="*/ 296426 w 4855765"/>
              <a:gd name="connsiteY10" fmla="*/ 3094893 h 3104941"/>
              <a:gd name="connsiteX11" fmla="*/ 10048 w 4855765"/>
              <a:gd name="connsiteY11" fmla="*/ 2522137 h 3104941"/>
              <a:gd name="connsiteX12" fmla="*/ 1462034 w 4855765"/>
              <a:gd name="connsiteY12" fmla="*/ 1306287 h 3104941"/>
              <a:gd name="connsiteX13" fmla="*/ 2218072 w 4855765"/>
              <a:gd name="connsiteY13" fmla="*/ 1306287 h 3104941"/>
              <a:gd name="connsiteX14" fmla="*/ 2504450 w 4855765"/>
              <a:gd name="connsiteY14" fmla="*/ 1879043 h 3104941"/>
              <a:gd name="connsiteX15" fmla="*/ 2218072 w 4855765"/>
              <a:gd name="connsiteY15" fmla="*/ 2451799 h 3104941"/>
              <a:gd name="connsiteX16" fmla="*/ 1462034 w 4855765"/>
              <a:gd name="connsiteY16" fmla="*/ 2451799 h 3104941"/>
              <a:gd name="connsiteX17" fmla="*/ 1175656 w 4855765"/>
              <a:gd name="connsiteY17" fmla="*/ 1879043 h 3104941"/>
              <a:gd name="connsiteX18" fmla="*/ 3773156 w 4855765"/>
              <a:gd name="connsiteY18" fmla="*/ 1296238 h 3104941"/>
              <a:gd name="connsiteX19" fmla="*/ 4529194 w 4855765"/>
              <a:gd name="connsiteY19" fmla="*/ 1296238 h 3104941"/>
              <a:gd name="connsiteX20" fmla="*/ 4815572 w 4855765"/>
              <a:gd name="connsiteY20" fmla="*/ 1868994 h 3104941"/>
              <a:gd name="connsiteX21" fmla="*/ 4529194 w 4855765"/>
              <a:gd name="connsiteY21" fmla="*/ 2441750 h 3104941"/>
              <a:gd name="connsiteX22" fmla="*/ 3773156 w 4855765"/>
              <a:gd name="connsiteY22" fmla="*/ 2441750 h 3104941"/>
              <a:gd name="connsiteX23" fmla="*/ 3486778 w 4855765"/>
              <a:gd name="connsiteY23" fmla="*/ 1868994 h 3104941"/>
              <a:gd name="connsiteX24" fmla="*/ 2627643 w 4855765"/>
              <a:gd name="connsiteY24" fmla="*/ 663192 h 3104941"/>
              <a:gd name="connsiteX25" fmla="*/ 3383681 w 4855765"/>
              <a:gd name="connsiteY25" fmla="*/ 663192 h 3104941"/>
              <a:gd name="connsiteX26" fmla="*/ 3670059 w 4855765"/>
              <a:gd name="connsiteY26" fmla="*/ 1235948 h 3104941"/>
              <a:gd name="connsiteX27" fmla="*/ 3383681 w 4855765"/>
              <a:gd name="connsiteY27" fmla="*/ 1808704 h 3104941"/>
              <a:gd name="connsiteX28" fmla="*/ 2627643 w 4855765"/>
              <a:gd name="connsiteY28" fmla="*/ 1808704 h 3104941"/>
              <a:gd name="connsiteX29" fmla="*/ 2341265 w 4855765"/>
              <a:gd name="connsiteY29" fmla="*/ 1235948 h 3104941"/>
              <a:gd name="connsiteX30" fmla="*/ 286378 w 4855765"/>
              <a:gd name="connsiteY30" fmla="*/ 663191 h 3104941"/>
              <a:gd name="connsiteX31" fmla="*/ 1042416 w 4855765"/>
              <a:gd name="connsiteY31" fmla="*/ 663191 h 3104941"/>
              <a:gd name="connsiteX32" fmla="*/ 1328794 w 4855765"/>
              <a:gd name="connsiteY32" fmla="*/ 1235947 h 3104941"/>
              <a:gd name="connsiteX33" fmla="*/ 1042416 w 4855765"/>
              <a:gd name="connsiteY33" fmla="*/ 1808703 h 3104941"/>
              <a:gd name="connsiteX34" fmla="*/ 286378 w 4855765"/>
              <a:gd name="connsiteY34" fmla="*/ 1808703 h 3104941"/>
              <a:gd name="connsiteX35" fmla="*/ 0 w 4855765"/>
              <a:gd name="connsiteY35" fmla="*/ 1235947 h 3104941"/>
              <a:gd name="connsiteX36" fmla="*/ 1462034 w 4855765"/>
              <a:gd name="connsiteY36" fmla="*/ 18271 h 3104941"/>
              <a:gd name="connsiteX37" fmla="*/ 2218072 w 4855765"/>
              <a:gd name="connsiteY37" fmla="*/ 18271 h 3104941"/>
              <a:gd name="connsiteX38" fmla="*/ 2504450 w 4855765"/>
              <a:gd name="connsiteY38" fmla="*/ 591027 h 3104941"/>
              <a:gd name="connsiteX39" fmla="*/ 2218072 w 4855765"/>
              <a:gd name="connsiteY39" fmla="*/ 1163783 h 3104941"/>
              <a:gd name="connsiteX40" fmla="*/ 1462034 w 4855765"/>
              <a:gd name="connsiteY40" fmla="*/ 1163783 h 3104941"/>
              <a:gd name="connsiteX41" fmla="*/ 1175656 w 4855765"/>
              <a:gd name="connsiteY41" fmla="*/ 591027 h 3104941"/>
              <a:gd name="connsiteX42" fmla="*/ 3813349 w 4855765"/>
              <a:gd name="connsiteY42" fmla="*/ 0 h 3104941"/>
              <a:gd name="connsiteX43" fmla="*/ 4569387 w 4855765"/>
              <a:gd name="connsiteY43" fmla="*/ 0 h 3104941"/>
              <a:gd name="connsiteX44" fmla="*/ 4855765 w 4855765"/>
              <a:gd name="connsiteY44" fmla="*/ 572756 h 3104941"/>
              <a:gd name="connsiteX45" fmla="*/ 4569387 w 4855765"/>
              <a:gd name="connsiteY45" fmla="*/ 1145512 h 3104941"/>
              <a:gd name="connsiteX46" fmla="*/ 3813349 w 4855765"/>
              <a:gd name="connsiteY46" fmla="*/ 1145512 h 3104941"/>
              <a:gd name="connsiteX47" fmla="*/ 3526971 w 4855765"/>
              <a:gd name="connsiteY47" fmla="*/ 572756 h 310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855765" h="3104941">
                <a:moveTo>
                  <a:pt x="2627643" y="1959429"/>
                </a:moveTo>
                <a:lnTo>
                  <a:pt x="3383681" y="1959429"/>
                </a:lnTo>
                <a:lnTo>
                  <a:pt x="3670059" y="2532185"/>
                </a:lnTo>
                <a:lnTo>
                  <a:pt x="3383681" y="3104941"/>
                </a:lnTo>
                <a:lnTo>
                  <a:pt x="2627643" y="3104941"/>
                </a:lnTo>
                <a:lnTo>
                  <a:pt x="2341265" y="2532185"/>
                </a:lnTo>
                <a:close/>
                <a:moveTo>
                  <a:pt x="296426" y="1949381"/>
                </a:moveTo>
                <a:lnTo>
                  <a:pt x="1052464" y="1949381"/>
                </a:lnTo>
                <a:lnTo>
                  <a:pt x="1338842" y="2522137"/>
                </a:lnTo>
                <a:lnTo>
                  <a:pt x="1052464" y="3094893"/>
                </a:lnTo>
                <a:lnTo>
                  <a:pt x="296426" y="3094893"/>
                </a:lnTo>
                <a:lnTo>
                  <a:pt x="10048" y="2522137"/>
                </a:lnTo>
                <a:close/>
                <a:moveTo>
                  <a:pt x="1462034" y="1306287"/>
                </a:moveTo>
                <a:lnTo>
                  <a:pt x="2218072" y="1306287"/>
                </a:lnTo>
                <a:lnTo>
                  <a:pt x="2504450" y="1879043"/>
                </a:lnTo>
                <a:lnTo>
                  <a:pt x="2218072" y="2451799"/>
                </a:lnTo>
                <a:lnTo>
                  <a:pt x="1462034" y="2451799"/>
                </a:lnTo>
                <a:lnTo>
                  <a:pt x="1175656" y="1879043"/>
                </a:lnTo>
                <a:close/>
                <a:moveTo>
                  <a:pt x="3773156" y="1296238"/>
                </a:moveTo>
                <a:lnTo>
                  <a:pt x="4529194" y="1296238"/>
                </a:lnTo>
                <a:lnTo>
                  <a:pt x="4815572" y="1868994"/>
                </a:lnTo>
                <a:lnTo>
                  <a:pt x="4529194" y="2441750"/>
                </a:lnTo>
                <a:lnTo>
                  <a:pt x="3773156" y="2441750"/>
                </a:lnTo>
                <a:lnTo>
                  <a:pt x="3486778" y="1868994"/>
                </a:lnTo>
                <a:close/>
                <a:moveTo>
                  <a:pt x="2627643" y="663192"/>
                </a:moveTo>
                <a:lnTo>
                  <a:pt x="3383681" y="663192"/>
                </a:lnTo>
                <a:lnTo>
                  <a:pt x="3670059" y="1235948"/>
                </a:lnTo>
                <a:lnTo>
                  <a:pt x="3383681" y="1808704"/>
                </a:lnTo>
                <a:lnTo>
                  <a:pt x="2627643" y="1808704"/>
                </a:lnTo>
                <a:lnTo>
                  <a:pt x="2341265" y="1235948"/>
                </a:lnTo>
                <a:close/>
                <a:moveTo>
                  <a:pt x="286378" y="663191"/>
                </a:moveTo>
                <a:lnTo>
                  <a:pt x="1042416" y="663191"/>
                </a:lnTo>
                <a:lnTo>
                  <a:pt x="1328794" y="1235947"/>
                </a:lnTo>
                <a:lnTo>
                  <a:pt x="1042416" y="1808703"/>
                </a:lnTo>
                <a:lnTo>
                  <a:pt x="286378" y="1808703"/>
                </a:lnTo>
                <a:lnTo>
                  <a:pt x="0" y="1235947"/>
                </a:lnTo>
                <a:close/>
                <a:moveTo>
                  <a:pt x="1462034" y="18271"/>
                </a:moveTo>
                <a:lnTo>
                  <a:pt x="2218072" y="18271"/>
                </a:lnTo>
                <a:lnTo>
                  <a:pt x="2504450" y="591027"/>
                </a:lnTo>
                <a:lnTo>
                  <a:pt x="2218072" y="1163783"/>
                </a:lnTo>
                <a:lnTo>
                  <a:pt x="1462034" y="1163783"/>
                </a:lnTo>
                <a:lnTo>
                  <a:pt x="1175656" y="591027"/>
                </a:lnTo>
                <a:close/>
                <a:moveTo>
                  <a:pt x="3813349" y="0"/>
                </a:moveTo>
                <a:lnTo>
                  <a:pt x="4569387" y="0"/>
                </a:lnTo>
                <a:lnTo>
                  <a:pt x="4855765" y="572756"/>
                </a:lnTo>
                <a:lnTo>
                  <a:pt x="4569387" y="1145512"/>
                </a:lnTo>
                <a:lnTo>
                  <a:pt x="3813349" y="1145512"/>
                </a:lnTo>
                <a:lnTo>
                  <a:pt x="3526971" y="572756"/>
                </a:lnTo>
                <a:close/>
              </a:path>
            </a:pathLst>
          </a:custGeom>
        </p:spPr>
        <p:txBody>
          <a:bodyPr wrap="square">
            <a:noAutofit/>
          </a:bodyPr>
          <a:lstStyle>
            <a:lvl1pPr marL="285750" marR="0" lvl="0" indent="-285750" algn="l" defTabSz="914400" rtl="0" eaLnBrk="1" fontAlgn="auto" latinLnBrk="0" hangingPunct="1">
              <a:lnSpc>
                <a:spcPct val="90000"/>
              </a:lnSpc>
              <a:spcBef>
                <a:spcPts val="1000"/>
              </a:spcBef>
              <a:buClrTx/>
              <a:buSzTx/>
              <a:buFont typeface="Arial" panose="020B0604020202020204" pitchFamily="34" charset="0"/>
              <a:buChar char="•"/>
              <a:defRPr kumimoji="1" lang="zh-CN" altLang="en-US" sz="1400" b="0" i="0" u="none" strike="noStrike" kern="1200" cap="none" spc="0" normalizeH="0" baseline="0" noProof="1" dirty="0">
                <a:solidFill>
                  <a:schemeClr val="tx1"/>
                </a:solidFill>
                <a:latin typeface="微软雅黑" panose="020B0503020204020204" charset="-122"/>
                <a:ea typeface="微软雅黑" panose="020B0503020204020204" charset="-122"/>
                <a:cs typeface="+mn-cs"/>
              </a:defRPr>
            </a:lvl1pPr>
          </a:lstStyle>
          <a:p>
            <a:r>
              <a:rPr kumimoji="1" lang="zh-CN" altLang="en-US" dirty="0"/>
              <a:t>点击图标添加图片</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三图+标题+文案">
    <p:spTree>
      <p:nvGrpSpPr>
        <p:cNvPr id="1" name=""/>
        <p:cNvGrpSpPr/>
        <p:nvPr/>
      </p:nvGrpSpPr>
      <p:grpSpPr>
        <a:xfrm>
          <a:off x="0" y="0"/>
          <a:ext cx="0" cy="0"/>
          <a:chOff x="0" y="0"/>
          <a:chExt cx="0" cy="0"/>
        </a:xfrm>
      </p:grpSpPr>
      <p:sp>
        <p:nvSpPr>
          <p:cNvPr id="30" name="文本占位符 29"/>
          <p:cNvSpPr>
            <a:spLocks noGrp="1"/>
          </p:cNvSpPr>
          <p:nvPr>
            <p:ph type="body" sz="quarter" idx="13" hasCustomPrompt="1"/>
          </p:nvPr>
        </p:nvSpPr>
        <p:spPr>
          <a:xfrm>
            <a:off x="1062869" y="4766080"/>
            <a:ext cx="2618932" cy="373840"/>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a:sym typeface="+mn-ea"/>
              </a:rPr>
              <a:t>此处编辑页面大标题</a:t>
            </a:r>
            <a:endParaRPr kumimoji="1" lang="zh-CN" altLang="en-US"/>
          </a:p>
        </p:txBody>
      </p:sp>
      <p:sp>
        <p:nvSpPr>
          <p:cNvPr id="41" name="文本占位符 29"/>
          <p:cNvSpPr>
            <a:spLocks noGrp="1"/>
          </p:cNvSpPr>
          <p:nvPr>
            <p:ph type="body" sz="quarter" idx="15" hasCustomPrompt="1"/>
          </p:nvPr>
        </p:nvSpPr>
        <p:spPr>
          <a:xfrm>
            <a:off x="4735694" y="4769890"/>
            <a:ext cx="2618932" cy="373840"/>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44" name="文本占位符 29"/>
          <p:cNvSpPr>
            <a:spLocks noGrp="1"/>
          </p:cNvSpPr>
          <p:nvPr>
            <p:ph type="body" sz="quarter" idx="18" hasCustomPrompt="1"/>
          </p:nvPr>
        </p:nvSpPr>
        <p:spPr>
          <a:xfrm>
            <a:off x="8407297" y="4766080"/>
            <a:ext cx="2618932" cy="373840"/>
          </a:xfrm>
          <a:prstGeom prst="rect">
            <a:avLst/>
          </a:prstGeom>
        </p:spPr>
        <p:txBody>
          <a:bodyPr anchor="ctr">
            <a:norm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1" hasCustomPrompt="1"/>
          </p:nvPr>
        </p:nvSpPr>
        <p:spPr>
          <a:xfrm>
            <a:off x="1062869" y="5205984"/>
            <a:ext cx="2618932" cy="1414316"/>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3" name="文本占位符 2"/>
          <p:cNvSpPr>
            <a:spLocks noGrp="1"/>
          </p:cNvSpPr>
          <p:nvPr>
            <p:ph type="body" sz="quarter" idx="22" hasCustomPrompt="1"/>
          </p:nvPr>
        </p:nvSpPr>
        <p:spPr>
          <a:xfrm>
            <a:off x="4735694" y="5205984"/>
            <a:ext cx="2618932" cy="1414316"/>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4" name="文本占位符 2"/>
          <p:cNvSpPr>
            <a:spLocks noGrp="1"/>
          </p:cNvSpPr>
          <p:nvPr>
            <p:ph type="body" sz="quarter" idx="23" hasCustomPrompt="1"/>
          </p:nvPr>
        </p:nvSpPr>
        <p:spPr>
          <a:xfrm>
            <a:off x="8407297" y="5205984"/>
            <a:ext cx="2618932" cy="1414316"/>
          </a:xfrm>
          <a:prstGeom prst="rect">
            <a:avLst/>
          </a:prstGeom>
        </p:spPr>
        <p:txBody>
          <a:bodyPr/>
          <a:lstStyle>
            <a:lvl1pPr marL="0" indent="0">
              <a:lnSpc>
                <a:spcPct val="125000"/>
              </a:lnSpc>
              <a:buNone/>
              <a:defRPr sz="14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2" name="内容占位符 5"/>
          <p:cNvSpPr>
            <a:spLocks noGrp="1"/>
          </p:cNvSpPr>
          <p:nvPr>
            <p:ph sz="quarter" idx="10" hasCustomPrompt="1"/>
          </p:nvPr>
        </p:nvSpPr>
        <p:spPr>
          <a:xfrm>
            <a:off x="1062869" y="1145429"/>
            <a:ext cx="2613275"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3" name="内容占位符 5"/>
          <p:cNvSpPr>
            <a:spLocks noGrp="1"/>
          </p:cNvSpPr>
          <p:nvPr>
            <p:ph sz="quarter" idx="24" hasCustomPrompt="1"/>
          </p:nvPr>
        </p:nvSpPr>
        <p:spPr>
          <a:xfrm>
            <a:off x="4735694" y="1145429"/>
            <a:ext cx="2613275"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
        <p:nvSpPr>
          <p:cNvPr id="14" name="内容占位符 5"/>
          <p:cNvSpPr>
            <a:spLocks noGrp="1"/>
          </p:cNvSpPr>
          <p:nvPr>
            <p:ph sz="quarter" idx="25" hasCustomPrompt="1"/>
          </p:nvPr>
        </p:nvSpPr>
        <p:spPr>
          <a:xfrm>
            <a:off x="8407297" y="1145428"/>
            <a:ext cx="2613275" cy="3477165"/>
          </a:xfrm>
          <a:prstGeom prst="rect">
            <a:avLst/>
          </a:prstGeom>
        </p:spPr>
        <p:txBody>
          <a:bodyPr/>
          <a:lstStyle>
            <a:lvl1pPr marL="285750" indent="-285750">
              <a:buFont typeface="Arial" panose="020B0604020202020204" pitchFamily="34" charset="0"/>
              <a:buChar char="•"/>
              <a:defRPr sz="1400">
                <a:latin typeface="微软雅黑" panose="020B0503020204020204" charset="-122"/>
                <a:ea typeface="微软雅黑" panose="020B0503020204020204" charset="-122"/>
              </a:defRPr>
            </a:lvl1pPr>
          </a:lstStyle>
          <a:p>
            <a:pPr lvl="0"/>
            <a:r>
              <a:rPr kumimoji="1" lang="zh-CN" altLang="en-US" dirty="0"/>
              <a:t>此处插入内容元素</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2026/1/29</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25"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51319" y="355282"/>
            <a:ext cx="6854747" cy="460375"/>
          </a:xfrm>
          <a:prstGeom prst="rect">
            <a:avLst/>
          </a:prstGeom>
        </p:spPr>
        <p:txBody>
          <a:bodyPr/>
          <a:lstStyle/>
          <a:p>
            <a:r>
              <a:rPr lang="zh-CN" altLang="en-US"/>
              <a:t>单击此处编辑母版标题样式</a:t>
            </a:r>
          </a:p>
        </p:txBody>
      </p:sp>
      <p:sp>
        <p:nvSpPr>
          <p:cNvPr id="9" name="内容占位符 2"/>
          <p:cNvSpPr>
            <a:spLocks noGrp="1"/>
          </p:cNvSpPr>
          <p:nvPr>
            <p:ph idx="1"/>
          </p:nvPr>
        </p:nvSpPr>
        <p:spPr>
          <a:xfrm>
            <a:off x="542925" y="1151255"/>
            <a:ext cx="11123930" cy="4734560"/>
          </a:xfrm>
          <a:prstGeom prst="rect">
            <a:avLst/>
          </a:prstGeom>
        </p:spPr>
        <p:txBody>
          <a:bodyPr/>
          <a:lstStyle>
            <a:lvl1pPr>
              <a:lnSpc>
                <a:spcPct val="100000"/>
              </a:lnSpc>
              <a:defRPr sz="2000" baseline="0">
                <a:latin typeface="微软雅黑" panose="020B0503020204020204" charset="-122"/>
                <a:ea typeface="微软雅黑" panose="020B0503020204020204" charset="-122"/>
              </a:defRPr>
            </a:lvl1pPr>
            <a:lvl2pPr>
              <a:lnSpc>
                <a:spcPct val="100000"/>
              </a:lnSpc>
              <a:defRPr sz="1600" baseline="0">
                <a:latin typeface="微软雅黑" panose="020B0503020204020204" charset="-122"/>
                <a:ea typeface="微软雅黑" panose="020B0503020204020204" charset="-122"/>
              </a:defRPr>
            </a:lvl2pPr>
            <a:lvl3pPr>
              <a:lnSpc>
                <a:spcPct val="100000"/>
              </a:lnSpc>
              <a:defRPr sz="1400" baseline="0">
                <a:latin typeface="微软雅黑" panose="020B0503020204020204" charset="-122"/>
                <a:ea typeface="微软雅黑" panose="020B0503020204020204" charset="-122"/>
              </a:defRPr>
            </a:lvl3pPr>
            <a:lvl4pPr>
              <a:lnSpc>
                <a:spcPct val="100000"/>
              </a:lnSpc>
              <a:defRPr sz="1200" baseline="0">
                <a:latin typeface="微软雅黑" panose="020B0503020204020204" charset="-122"/>
                <a:ea typeface="微软雅黑" panose="020B0503020204020204" charset="-122"/>
              </a:defRPr>
            </a:lvl4pPr>
            <a:lvl5pPr>
              <a:lnSpc>
                <a:spcPct val="100000"/>
              </a:lnSpc>
              <a:defRPr sz="1200" baseline="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通用版式">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Autofit/>
          </a:bodyPr>
          <a:lstStyle>
            <a:lvl1pPr>
              <a:defRPr sz="240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p>
        </p:txBody>
      </p:sp>
      <p:sp>
        <p:nvSpPr>
          <p:cNvPr id="3" name="圆角矩形 2"/>
          <p:cNvSpPr/>
          <p:nvPr userDrawn="1"/>
        </p:nvSpPr>
        <p:spPr>
          <a:xfrm>
            <a:off x="428625" y="2060575"/>
            <a:ext cx="3101340"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 name="圆角矩形 3"/>
          <p:cNvSpPr/>
          <p:nvPr userDrawn="1"/>
        </p:nvSpPr>
        <p:spPr>
          <a:xfrm>
            <a:off x="4439920" y="2060575"/>
            <a:ext cx="3101340"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 name="圆角矩形 4"/>
          <p:cNvSpPr/>
          <p:nvPr userDrawn="1"/>
        </p:nvSpPr>
        <p:spPr>
          <a:xfrm>
            <a:off x="8413115" y="2077085"/>
            <a:ext cx="3101340"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椭圆 7"/>
          <p:cNvSpPr/>
          <p:nvPr userDrawn="1"/>
        </p:nvSpPr>
        <p:spPr>
          <a:xfrm>
            <a:off x="1494903" y="1621140"/>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01</a:t>
            </a:r>
            <a:endParaRPr lang="en-US" altLang="zh-CN" sz="2400" b="1" u="sng" dirty="0">
              <a:latin typeface="微软雅黑" panose="020B0503020204020204" charset="-122"/>
              <a:ea typeface="微软雅黑" panose="020B0503020204020204" charset="-122"/>
            </a:endParaRPr>
          </a:p>
        </p:txBody>
      </p:sp>
      <p:sp>
        <p:nvSpPr>
          <p:cNvPr id="9" name="椭圆 8"/>
          <p:cNvSpPr/>
          <p:nvPr userDrawn="1"/>
        </p:nvSpPr>
        <p:spPr>
          <a:xfrm>
            <a:off x="5482350" y="1621140"/>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02</a:t>
            </a:r>
            <a:endParaRPr lang="en-US" altLang="zh-CN" sz="2400" b="1" u="sng" dirty="0">
              <a:latin typeface="微软雅黑" panose="020B0503020204020204" charset="-122"/>
              <a:ea typeface="微软雅黑" panose="020B0503020204020204" charset="-122"/>
            </a:endParaRPr>
          </a:p>
        </p:txBody>
      </p:sp>
      <p:sp>
        <p:nvSpPr>
          <p:cNvPr id="10" name="椭圆 9"/>
          <p:cNvSpPr/>
          <p:nvPr userDrawn="1"/>
        </p:nvSpPr>
        <p:spPr>
          <a:xfrm>
            <a:off x="9448120" y="1621140"/>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charset="-122"/>
                <a:ea typeface="微软雅黑" panose="020B0503020204020204" charset="-122"/>
              </a:rPr>
              <a:t>03</a:t>
            </a:r>
            <a:endParaRPr lang="en-US" altLang="zh-CN" sz="2400" b="1" u="sng" dirty="0">
              <a:latin typeface="微软雅黑" panose="020B0503020204020204" charset="-122"/>
              <a:ea typeface="微软雅黑" panose="020B0503020204020204" charset="-122"/>
            </a:endParaRPr>
          </a:p>
        </p:txBody>
      </p:sp>
      <p:sp>
        <p:nvSpPr>
          <p:cNvPr id="13" name="文本占位符 34"/>
          <p:cNvSpPr>
            <a:spLocks noGrp="1"/>
          </p:cNvSpPr>
          <p:nvPr>
            <p:ph type="body" sz="quarter" idx="12" hasCustomPrompt="1"/>
          </p:nvPr>
        </p:nvSpPr>
        <p:spPr>
          <a:xfrm>
            <a:off x="428625" y="2858135"/>
            <a:ext cx="3006725"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5" name="文本占位符 34"/>
          <p:cNvSpPr>
            <a:spLocks noGrp="1"/>
          </p:cNvSpPr>
          <p:nvPr>
            <p:ph type="body" sz="quarter" idx="14" hasCustomPrompt="1"/>
          </p:nvPr>
        </p:nvSpPr>
        <p:spPr>
          <a:xfrm>
            <a:off x="4439920" y="2858135"/>
            <a:ext cx="3006725"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17" name="文本占位符 34"/>
          <p:cNvSpPr>
            <a:spLocks noGrp="1"/>
          </p:cNvSpPr>
          <p:nvPr>
            <p:ph type="body" sz="quarter" idx="16" hasCustomPrompt="1"/>
          </p:nvPr>
        </p:nvSpPr>
        <p:spPr>
          <a:xfrm>
            <a:off x="8413115" y="2858135"/>
            <a:ext cx="3006725"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 name="文本占位符 2"/>
          <p:cNvSpPr>
            <a:spLocks noGrp="1"/>
          </p:cNvSpPr>
          <p:nvPr>
            <p:ph type="body" sz="quarter" idx="22" hasCustomPrompt="1"/>
          </p:nvPr>
        </p:nvSpPr>
        <p:spPr>
          <a:xfrm>
            <a:off x="566420" y="3300095"/>
            <a:ext cx="2645410" cy="267462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23" hasCustomPrompt="1"/>
          </p:nvPr>
        </p:nvSpPr>
        <p:spPr>
          <a:xfrm>
            <a:off x="4584700" y="3300095"/>
            <a:ext cx="2645410" cy="267462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4" hasCustomPrompt="1"/>
          </p:nvPr>
        </p:nvSpPr>
        <p:spPr>
          <a:xfrm>
            <a:off x="8545830" y="3300095"/>
            <a:ext cx="2645410" cy="267462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6" name="文本占位符 34"/>
          <p:cNvSpPr>
            <a:spLocks noGrp="1"/>
          </p:cNvSpPr>
          <p:nvPr>
            <p:ph type="body" sz="quarter" idx="25" hasCustomPrompt="1"/>
          </p:nvPr>
        </p:nvSpPr>
        <p:spPr>
          <a:xfrm>
            <a:off x="523240" y="852170"/>
            <a:ext cx="10124440" cy="70548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43064" y="349895"/>
            <a:ext cx="6854747" cy="460375"/>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2026/1/29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
        <p:nvSpPr>
          <p:cNvPr id="6" name="圆角矩形 5"/>
          <p:cNvSpPr/>
          <p:nvPr userDrawn="1">
            <p:custDataLst>
              <p:tags r:id="rId1"/>
            </p:custDataLst>
          </p:nvPr>
        </p:nvSpPr>
        <p:spPr>
          <a:xfrm>
            <a:off x="482648" y="223710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userDrawn="1">
            <p:custDataLst>
              <p:tags r:id="rId2"/>
            </p:custDataLst>
          </p:nvPr>
        </p:nvSpPr>
        <p:spPr>
          <a:xfrm>
            <a:off x="2746645" y="223710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custDataLst>
              <p:tags r:id="rId3"/>
            </p:custDataLst>
          </p:nvPr>
        </p:nvSpPr>
        <p:spPr>
          <a:xfrm>
            <a:off x="5010643" y="2253615"/>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custDataLst>
              <p:tags r:id="rId4"/>
            </p:custDataLst>
          </p:nvPr>
        </p:nvSpPr>
        <p:spPr>
          <a:xfrm>
            <a:off x="7274641" y="2240280"/>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userDrawn="1">
            <p:custDataLst>
              <p:tags r:id="rId5"/>
            </p:custDataLst>
          </p:nvPr>
        </p:nvSpPr>
        <p:spPr>
          <a:xfrm>
            <a:off x="9538639" y="2240280"/>
            <a:ext cx="2160483" cy="4141470"/>
          </a:xfrm>
          <a:prstGeom prst="round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custDataLst>
              <p:tags r:id="rId6"/>
            </p:custDataLst>
          </p:nvPr>
        </p:nvSpPr>
        <p:spPr>
          <a:xfrm>
            <a:off x="1144383" y="17970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01</a:t>
            </a:r>
            <a:endParaRPr lang="en-US" altLang="zh-CN" sz="2400" b="1" u="sng" dirty="0">
              <a:latin typeface="+mj-ea"/>
              <a:ea typeface="+mj-ea"/>
            </a:endParaRPr>
          </a:p>
        </p:txBody>
      </p:sp>
      <p:sp>
        <p:nvSpPr>
          <p:cNvPr id="12" name="椭圆 11"/>
          <p:cNvSpPr/>
          <p:nvPr userDrawn="1">
            <p:custDataLst>
              <p:tags r:id="rId7"/>
            </p:custDataLst>
          </p:nvPr>
        </p:nvSpPr>
        <p:spPr>
          <a:xfrm>
            <a:off x="3384310" y="17970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02</a:t>
            </a:r>
            <a:endParaRPr lang="en-US" altLang="zh-CN" sz="2400" b="1" u="sng" dirty="0">
              <a:latin typeface="+mj-ea"/>
              <a:ea typeface="+mj-ea"/>
            </a:endParaRPr>
          </a:p>
        </p:txBody>
      </p:sp>
      <p:sp>
        <p:nvSpPr>
          <p:cNvPr id="13" name="椭圆 12"/>
          <p:cNvSpPr/>
          <p:nvPr userDrawn="1">
            <p:custDataLst>
              <p:tags r:id="rId8"/>
            </p:custDataLst>
          </p:nvPr>
        </p:nvSpPr>
        <p:spPr>
          <a:xfrm>
            <a:off x="5641295" y="17970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03</a:t>
            </a:r>
            <a:endParaRPr lang="en-US" altLang="zh-CN" sz="2400" b="1" u="sng" dirty="0">
              <a:latin typeface="+mj-ea"/>
              <a:ea typeface="+mj-ea"/>
            </a:endParaRPr>
          </a:p>
        </p:txBody>
      </p:sp>
      <p:sp>
        <p:nvSpPr>
          <p:cNvPr id="14" name="椭圆 13"/>
          <p:cNvSpPr/>
          <p:nvPr userDrawn="1">
            <p:custDataLst>
              <p:tags r:id="rId9"/>
            </p:custDataLst>
          </p:nvPr>
        </p:nvSpPr>
        <p:spPr>
          <a:xfrm>
            <a:off x="7897638" y="1797035"/>
            <a:ext cx="909409" cy="909319"/>
          </a:xfrm>
          <a:prstGeom prst="ellipse">
            <a:avLst/>
          </a:prstGeom>
          <a:solidFill>
            <a:schemeClr val="tx1">
              <a:lumMod val="50000"/>
              <a:lumOff val="50000"/>
            </a:schemeClr>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04</a:t>
            </a:r>
            <a:endParaRPr lang="en-US" altLang="zh-CN" sz="2400" b="1" u="sng" dirty="0">
              <a:latin typeface="+mj-ea"/>
              <a:ea typeface="+mj-ea"/>
            </a:endParaRPr>
          </a:p>
        </p:txBody>
      </p:sp>
      <p:sp>
        <p:nvSpPr>
          <p:cNvPr id="15" name="椭圆 14"/>
          <p:cNvSpPr/>
          <p:nvPr userDrawn="1">
            <p:custDataLst>
              <p:tags r:id="rId10"/>
            </p:custDataLst>
          </p:nvPr>
        </p:nvSpPr>
        <p:spPr>
          <a:xfrm>
            <a:off x="10166716" y="1797035"/>
            <a:ext cx="909409" cy="909319"/>
          </a:xfrm>
          <a:prstGeom prst="ellipse">
            <a:avLst/>
          </a:prstGeom>
          <a:solidFill>
            <a:srgbClr val="990000"/>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mj-ea"/>
                <a:ea typeface="+mj-ea"/>
              </a:rPr>
              <a:t>05</a:t>
            </a:r>
            <a:endParaRPr lang="en-US" altLang="zh-CN" sz="2400" b="1" u="sng" dirty="0">
              <a:latin typeface="+mj-ea"/>
              <a:ea typeface="+mj-ea"/>
            </a:endParaRPr>
          </a:p>
        </p:txBody>
      </p:sp>
      <p:sp>
        <p:nvSpPr>
          <p:cNvPr id="16" name="文本占位符 34"/>
          <p:cNvSpPr>
            <a:spLocks noGrp="1"/>
          </p:cNvSpPr>
          <p:nvPr>
            <p:ph type="body" sz="quarter" idx="13" hasCustomPrompt="1"/>
            <p:custDataLst>
              <p:tags r:id="rId11"/>
            </p:custDataLst>
          </p:nvPr>
        </p:nvSpPr>
        <p:spPr>
          <a:xfrm>
            <a:off x="482648" y="3034665"/>
            <a:ext cx="2154767"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17" name="文本占位符 34"/>
          <p:cNvSpPr>
            <a:spLocks noGrp="1"/>
          </p:cNvSpPr>
          <p:nvPr>
            <p:ph type="body" sz="quarter" idx="14" hasCustomPrompt="1"/>
            <p:custDataLst>
              <p:tags r:id="rId12"/>
            </p:custDataLst>
          </p:nvPr>
        </p:nvSpPr>
        <p:spPr>
          <a:xfrm>
            <a:off x="2746645" y="3034665"/>
            <a:ext cx="2154767"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18" name="文本占位符 34"/>
          <p:cNvSpPr>
            <a:spLocks noGrp="1"/>
          </p:cNvSpPr>
          <p:nvPr>
            <p:ph type="body" sz="quarter" idx="16" hasCustomPrompt="1"/>
            <p:custDataLst>
              <p:tags r:id="rId13"/>
            </p:custDataLst>
          </p:nvPr>
        </p:nvSpPr>
        <p:spPr>
          <a:xfrm>
            <a:off x="5010643" y="3034665"/>
            <a:ext cx="2154767"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19" name="文本占位符 34"/>
          <p:cNvSpPr>
            <a:spLocks noGrp="1"/>
          </p:cNvSpPr>
          <p:nvPr>
            <p:ph type="body" sz="quarter" idx="18" hasCustomPrompt="1"/>
            <p:custDataLst>
              <p:tags r:id="rId14"/>
            </p:custDataLst>
          </p:nvPr>
        </p:nvSpPr>
        <p:spPr>
          <a:xfrm>
            <a:off x="7274641" y="3034665"/>
            <a:ext cx="2154767"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1" name="文本占位符 34"/>
          <p:cNvSpPr>
            <a:spLocks noGrp="1"/>
          </p:cNvSpPr>
          <p:nvPr>
            <p:ph type="body" sz="quarter" idx="20" hasCustomPrompt="1"/>
            <p:custDataLst>
              <p:tags r:id="rId15"/>
            </p:custDataLst>
          </p:nvPr>
        </p:nvSpPr>
        <p:spPr>
          <a:xfrm>
            <a:off x="9538639" y="3034665"/>
            <a:ext cx="2154767" cy="370205"/>
          </a:xfrm>
          <a:prstGeom prst="rect">
            <a:avLst/>
          </a:prstGeom>
        </p:spPr>
        <p:txBody>
          <a:bodyPr>
            <a:noAutofit/>
          </a:bodyPr>
          <a:lstStyle>
            <a:lvl1pPr marL="0" indent="0" algn="ct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2"/>
          <p:cNvSpPr>
            <a:spLocks noGrp="1"/>
          </p:cNvSpPr>
          <p:nvPr>
            <p:ph type="body" sz="quarter" idx="22" hasCustomPrompt="1"/>
            <p:custDataLst>
              <p:tags r:id="rId16"/>
            </p:custDataLst>
          </p:nvPr>
        </p:nvSpPr>
        <p:spPr>
          <a:xfrm>
            <a:off x="620566" y="3476942"/>
            <a:ext cx="1895656" cy="2674937"/>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3" name="文本占位符 2"/>
          <p:cNvSpPr>
            <a:spLocks noGrp="1"/>
          </p:cNvSpPr>
          <p:nvPr>
            <p:ph type="body" sz="quarter" idx="23" hasCustomPrompt="1"/>
            <p:custDataLst>
              <p:tags r:id="rId17"/>
            </p:custDataLst>
          </p:nvPr>
        </p:nvSpPr>
        <p:spPr>
          <a:xfrm>
            <a:off x="2891223" y="3476942"/>
            <a:ext cx="1895656" cy="2674937"/>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4" name="文本占位符 2"/>
          <p:cNvSpPr>
            <a:spLocks noGrp="1"/>
          </p:cNvSpPr>
          <p:nvPr>
            <p:ph type="body" sz="quarter" idx="24" hasCustomPrompt="1"/>
            <p:custDataLst>
              <p:tags r:id="rId18"/>
            </p:custDataLst>
          </p:nvPr>
        </p:nvSpPr>
        <p:spPr>
          <a:xfrm>
            <a:off x="5143469" y="3476942"/>
            <a:ext cx="1895656" cy="2674937"/>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5" name="文本占位符 2"/>
          <p:cNvSpPr>
            <a:spLocks noGrp="1"/>
          </p:cNvSpPr>
          <p:nvPr>
            <p:ph type="body" sz="quarter" idx="25" hasCustomPrompt="1"/>
            <p:custDataLst>
              <p:tags r:id="rId19"/>
            </p:custDataLst>
          </p:nvPr>
        </p:nvSpPr>
        <p:spPr>
          <a:xfrm>
            <a:off x="7407990" y="3476942"/>
            <a:ext cx="1895656" cy="2674937"/>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7" name="文本占位符 2"/>
          <p:cNvSpPr>
            <a:spLocks noGrp="1"/>
          </p:cNvSpPr>
          <p:nvPr>
            <p:ph type="body" sz="quarter" idx="26" hasCustomPrompt="1"/>
            <p:custDataLst>
              <p:tags r:id="rId20"/>
            </p:custDataLst>
          </p:nvPr>
        </p:nvSpPr>
        <p:spPr>
          <a:xfrm>
            <a:off x="9666374" y="3476942"/>
            <a:ext cx="1895656" cy="2674937"/>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43064" y="349895"/>
            <a:ext cx="6854747" cy="460375"/>
          </a:xfrm>
        </p:spPr>
        <p:txBody>
          <a:bodyPr/>
          <a:lstStyle/>
          <a:p>
            <a:r>
              <a:rPr lang="zh-CN" altLang="en-US"/>
              <a:t>单击此处编辑母版标题样式</a:t>
            </a:r>
          </a:p>
        </p:txBody>
      </p:sp>
      <p:cxnSp>
        <p:nvCxnSpPr>
          <p:cNvPr id="6" name="直线箭头连接符 2"/>
          <p:cNvCxnSpPr/>
          <p:nvPr userDrawn="1">
            <p:custDataLst>
              <p:tags r:id="rId1"/>
            </p:custDataLst>
          </p:nvPr>
        </p:nvCxnSpPr>
        <p:spPr>
          <a:xfrm>
            <a:off x="689879" y="3060700"/>
            <a:ext cx="10701138" cy="0"/>
          </a:xfrm>
          <a:prstGeom prst="straightConnector1">
            <a:avLst/>
          </a:prstGeom>
          <a:ln>
            <a:solidFill>
              <a:srgbClr val="99000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7" name="组合 6"/>
          <p:cNvGrpSpPr/>
          <p:nvPr userDrawn="1"/>
        </p:nvGrpSpPr>
        <p:grpSpPr>
          <a:xfrm>
            <a:off x="981874" y="3073400"/>
            <a:ext cx="731592" cy="1314261"/>
            <a:chOff x="981777" y="3429000"/>
            <a:chExt cx="731520" cy="1314261"/>
          </a:xfrm>
        </p:grpSpPr>
        <p:cxnSp>
          <p:nvCxnSpPr>
            <p:cNvPr id="8" name="直线箭头连接符 5"/>
            <p:cNvCxnSpPr/>
            <p:nvPr>
              <p:custDataLst>
                <p:tags r:id="rId16"/>
              </p:custDataLst>
            </p:nvPr>
          </p:nvCxnSpPr>
          <p:spPr>
            <a:xfrm>
              <a:off x="1347537" y="3429000"/>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圆角矩形 8"/>
            <p:cNvSpPr/>
            <p:nvPr>
              <p:custDataLst>
                <p:tags r:id="rId17"/>
              </p:custDataLst>
            </p:nvPr>
          </p:nvSpPr>
          <p:spPr>
            <a:xfrm>
              <a:off x="981777" y="4011741"/>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01</a:t>
              </a:r>
            </a:p>
          </p:txBody>
        </p:sp>
      </p:grpSp>
      <p:grpSp>
        <p:nvGrpSpPr>
          <p:cNvPr id="10" name="组合 9"/>
          <p:cNvGrpSpPr/>
          <p:nvPr userDrawn="1"/>
        </p:nvGrpSpPr>
        <p:grpSpPr>
          <a:xfrm>
            <a:off x="2882895" y="1890708"/>
            <a:ext cx="731592" cy="1182692"/>
            <a:chOff x="3917661" y="2246308"/>
            <a:chExt cx="731520" cy="1182692"/>
          </a:xfrm>
        </p:grpSpPr>
        <p:sp>
          <p:nvSpPr>
            <p:cNvPr id="11" name="圆角矩形 10"/>
            <p:cNvSpPr/>
            <p:nvPr>
              <p:custDataLst>
                <p:tags r:id="rId14"/>
              </p:custDataLst>
            </p:nvPr>
          </p:nvSpPr>
          <p:spPr>
            <a:xfrm>
              <a:off x="3917661"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02</a:t>
              </a:r>
            </a:p>
          </p:txBody>
        </p:sp>
        <p:cxnSp>
          <p:nvCxnSpPr>
            <p:cNvPr id="12" name="直线箭头连接符 11"/>
            <p:cNvCxnSpPr>
              <a:stCxn id="11" idx="2"/>
            </p:cNvCxnSpPr>
            <p:nvPr>
              <p:custDataLst>
                <p:tags r:id="rId15"/>
              </p:custDataLst>
            </p:nvPr>
          </p:nvCxnSpPr>
          <p:spPr>
            <a:xfrm>
              <a:off x="4283421"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5451167" y="3078513"/>
            <a:ext cx="731592" cy="1314261"/>
            <a:chOff x="6268510" y="3446813"/>
            <a:chExt cx="731520" cy="1314261"/>
          </a:xfrm>
        </p:grpSpPr>
        <p:cxnSp>
          <p:nvCxnSpPr>
            <p:cNvPr id="18" name="直线箭头连接符 17"/>
            <p:cNvCxnSpPr/>
            <p:nvPr>
              <p:custDataLst>
                <p:tags r:id="rId12"/>
              </p:custDataLst>
            </p:nvPr>
          </p:nvCxnSpPr>
          <p:spPr>
            <a:xfrm>
              <a:off x="6634270" y="3446813"/>
              <a:ext cx="0" cy="725905"/>
            </a:xfrm>
            <a:prstGeom prst="straightConnector1">
              <a:avLst/>
            </a:prstGeom>
            <a:ln>
              <a:solidFill>
                <a:srgbClr val="99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圆角矩形 18"/>
            <p:cNvSpPr/>
            <p:nvPr>
              <p:custDataLst>
                <p:tags r:id="rId13"/>
              </p:custDataLst>
            </p:nvPr>
          </p:nvSpPr>
          <p:spPr>
            <a:xfrm>
              <a:off x="6268510" y="4029554"/>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03</a:t>
              </a:r>
            </a:p>
          </p:txBody>
        </p:sp>
      </p:grpSp>
      <p:sp>
        <p:nvSpPr>
          <p:cNvPr id="22" name="文本占位符 31"/>
          <p:cNvSpPr>
            <a:spLocks noGrp="1"/>
          </p:cNvSpPr>
          <p:nvPr>
            <p:ph type="body" sz="quarter" idx="13" hasCustomPrompt="1"/>
            <p:custDataLst>
              <p:tags r:id="rId2"/>
            </p:custDataLst>
          </p:nvPr>
        </p:nvSpPr>
        <p:spPr>
          <a:xfrm>
            <a:off x="822406" y="4465955"/>
            <a:ext cx="2917477" cy="460375"/>
          </a:xfrm>
          <a:prstGeom prst="rect">
            <a:avLst/>
          </a:prstGeom>
        </p:spPr>
        <p:txBody>
          <a:bodyPr anchor="ctr"/>
          <a:lstStyle>
            <a:lvl1pPr marL="0" indent="0" algn="l">
              <a:lnSpc>
                <a:spcPct val="150000"/>
              </a:lnSpc>
              <a:buNone/>
              <a:defRPr kumimoji="1" lang="zh-CN" altLang="en-US" sz="20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31"/>
          <p:cNvSpPr>
            <a:spLocks noGrp="1"/>
          </p:cNvSpPr>
          <p:nvPr>
            <p:ph type="body" sz="quarter" idx="15" hasCustomPrompt="1"/>
            <p:custDataLst>
              <p:tags r:id="rId3"/>
            </p:custDataLst>
          </p:nvPr>
        </p:nvSpPr>
        <p:spPr>
          <a:xfrm>
            <a:off x="5385965" y="4465955"/>
            <a:ext cx="2917477" cy="460375"/>
          </a:xfrm>
          <a:prstGeom prst="rect">
            <a:avLst/>
          </a:prstGeom>
        </p:spPr>
        <p:txBody>
          <a:bodyPr anchor="ctr"/>
          <a:lstStyle>
            <a:lvl1pPr marL="0" indent="0" algn="l">
              <a:lnSpc>
                <a:spcPct val="150000"/>
              </a:lnSpc>
              <a:buNone/>
              <a:defRPr kumimoji="1" lang="zh-CN" altLang="en-US" sz="20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30" name="文本占位符 31"/>
          <p:cNvSpPr>
            <a:spLocks noGrp="1"/>
          </p:cNvSpPr>
          <p:nvPr>
            <p:ph type="body" sz="quarter" idx="17" hasCustomPrompt="1"/>
            <p:custDataLst>
              <p:tags r:id="rId4"/>
            </p:custDataLst>
          </p:nvPr>
        </p:nvSpPr>
        <p:spPr>
          <a:xfrm>
            <a:off x="3697334" y="1647825"/>
            <a:ext cx="2917477" cy="460375"/>
          </a:xfrm>
          <a:prstGeom prst="rect">
            <a:avLst/>
          </a:prstGeom>
        </p:spPr>
        <p:txBody>
          <a:bodyPr anchor="ctr"/>
          <a:lstStyle>
            <a:lvl1pPr marL="0" indent="0" algn="l">
              <a:lnSpc>
                <a:spcPct val="150000"/>
              </a:lnSpc>
              <a:buNone/>
              <a:defRPr kumimoji="1" lang="zh-CN" altLang="en-US" sz="20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grpSp>
        <p:nvGrpSpPr>
          <p:cNvPr id="13" name="组合 12"/>
          <p:cNvGrpSpPr/>
          <p:nvPr userDrawn="1"/>
        </p:nvGrpSpPr>
        <p:grpSpPr>
          <a:xfrm>
            <a:off x="7605855" y="1890708"/>
            <a:ext cx="731592" cy="1182692"/>
            <a:chOff x="3917661" y="2246308"/>
            <a:chExt cx="731520" cy="1182692"/>
          </a:xfrm>
        </p:grpSpPr>
        <p:sp>
          <p:nvSpPr>
            <p:cNvPr id="14" name="圆角矩形 13"/>
            <p:cNvSpPr/>
            <p:nvPr>
              <p:custDataLst>
                <p:tags r:id="rId10"/>
              </p:custDataLst>
            </p:nvPr>
          </p:nvSpPr>
          <p:spPr>
            <a:xfrm>
              <a:off x="3917661" y="2246308"/>
              <a:ext cx="731520" cy="73152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latin typeface="微软雅黑" panose="020B0503020204020204" charset="-122"/>
                  <a:ea typeface="微软雅黑" panose="020B0503020204020204" charset="-122"/>
                  <a:cs typeface="Arial" panose="020B0604020202020204" pitchFamily="34" charset="0"/>
                </a:rPr>
                <a:t>04</a:t>
              </a:r>
            </a:p>
          </p:txBody>
        </p:sp>
        <p:cxnSp>
          <p:nvCxnSpPr>
            <p:cNvPr id="15" name="直线箭头连接符 11"/>
            <p:cNvCxnSpPr>
              <a:stCxn id="14" idx="2"/>
            </p:cNvCxnSpPr>
            <p:nvPr>
              <p:custDataLst>
                <p:tags r:id="rId11"/>
              </p:custDataLst>
            </p:nvPr>
          </p:nvCxnSpPr>
          <p:spPr>
            <a:xfrm>
              <a:off x="4283421" y="2977828"/>
              <a:ext cx="0" cy="451172"/>
            </a:xfrm>
            <a:prstGeom prst="straightConnector1">
              <a:avLst/>
            </a:prstGeom>
            <a:ln>
              <a:solidFill>
                <a:srgbClr val="CE473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 name="文本占位符 31"/>
          <p:cNvSpPr>
            <a:spLocks noGrp="1"/>
          </p:cNvSpPr>
          <p:nvPr>
            <p:ph type="body" sz="quarter" idx="19" hasCustomPrompt="1"/>
            <p:custDataLst>
              <p:tags r:id="rId5"/>
            </p:custDataLst>
          </p:nvPr>
        </p:nvSpPr>
        <p:spPr>
          <a:xfrm>
            <a:off x="8420294" y="1647825"/>
            <a:ext cx="2917477" cy="460375"/>
          </a:xfrm>
          <a:prstGeom prst="rect">
            <a:avLst/>
          </a:prstGeom>
        </p:spPr>
        <p:txBody>
          <a:bodyPr anchor="ctr"/>
          <a:lstStyle>
            <a:lvl1pPr marL="0" indent="0" algn="l">
              <a:lnSpc>
                <a:spcPct val="150000"/>
              </a:lnSpc>
              <a:buNone/>
              <a:defRPr kumimoji="1" lang="zh-CN" altLang="en-US" sz="20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20" name="文本占位符 2"/>
          <p:cNvSpPr>
            <a:spLocks noGrp="1"/>
          </p:cNvSpPr>
          <p:nvPr>
            <p:ph type="body" sz="quarter" idx="18" hasCustomPrompt="1"/>
            <p:custDataLst>
              <p:tags r:id="rId6"/>
            </p:custDataLst>
          </p:nvPr>
        </p:nvSpPr>
        <p:spPr>
          <a:xfrm>
            <a:off x="822405" y="4932468"/>
            <a:ext cx="2917477" cy="866584"/>
          </a:xfrm>
          <a:prstGeom prst="rect">
            <a:avLst/>
          </a:prstGeom>
        </p:spPr>
        <p:txBody>
          <a:bodyPr/>
          <a:lstStyle>
            <a:lvl1pPr marL="0" indent="0">
              <a:lnSpc>
                <a:spcPct val="125000"/>
              </a:lnSpc>
              <a:buNone/>
              <a:defRPr sz="12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文本占位符 2"/>
          <p:cNvSpPr>
            <a:spLocks noGrp="1"/>
          </p:cNvSpPr>
          <p:nvPr>
            <p:ph type="body" sz="quarter" idx="20" hasCustomPrompt="1"/>
            <p:custDataLst>
              <p:tags r:id="rId7"/>
            </p:custDataLst>
          </p:nvPr>
        </p:nvSpPr>
        <p:spPr>
          <a:xfrm>
            <a:off x="3690973" y="2113380"/>
            <a:ext cx="2917477" cy="866584"/>
          </a:xfrm>
          <a:prstGeom prst="rect">
            <a:avLst/>
          </a:prstGeom>
        </p:spPr>
        <p:txBody>
          <a:bodyPr/>
          <a:lstStyle>
            <a:lvl1pPr marL="0" indent="0">
              <a:lnSpc>
                <a:spcPct val="125000"/>
              </a:lnSpc>
              <a:buNone/>
              <a:defRPr sz="12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2"/>
          <p:cNvSpPr>
            <a:spLocks noGrp="1"/>
          </p:cNvSpPr>
          <p:nvPr>
            <p:ph type="body" sz="quarter" idx="21" hasCustomPrompt="1"/>
            <p:custDataLst>
              <p:tags r:id="rId8"/>
            </p:custDataLst>
          </p:nvPr>
        </p:nvSpPr>
        <p:spPr>
          <a:xfrm>
            <a:off x="8428670" y="2113380"/>
            <a:ext cx="2917477" cy="866584"/>
          </a:xfrm>
          <a:prstGeom prst="rect">
            <a:avLst/>
          </a:prstGeom>
        </p:spPr>
        <p:txBody>
          <a:bodyPr/>
          <a:lstStyle>
            <a:lvl1pPr marL="0" indent="0">
              <a:lnSpc>
                <a:spcPct val="125000"/>
              </a:lnSpc>
              <a:buNone/>
              <a:defRPr sz="12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2"/>
          <p:cNvSpPr>
            <a:spLocks noGrp="1"/>
          </p:cNvSpPr>
          <p:nvPr>
            <p:ph type="body" sz="quarter" idx="22" hasCustomPrompt="1"/>
            <p:custDataLst>
              <p:tags r:id="rId9"/>
            </p:custDataLst>
          </p:nvPr>
        </p:nvSpPr>
        <p:spPr>
          <a:xfrm>
            <a:off x="5384762" y="4942497"/>
            <a:ext cx="2917477" cy="866584"/>
          </a:xfrm>
          <a:prstGeom prst="rect">
            <a:avLst/>
          </a:prstGeom>
        </p:spPr>
        <p:txBody>
          <a:bodyPr/>
          <a:lstStyle>
            <a:lvl1pPr marL="0" indent="0">
              <a:lnSpc>
                <a:spcPct val="125000"/>
              </a:lnSpc>
              <a:buNone/>
              <a:defRPr sz="12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3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1" fill="hold" nodeType="withEffect">
                                  <p:stCondLst>
                                    <p:cond delay="6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0-#ppt_h/2"/>
                                          </p:val>
                                        </p:tav>
                                        <p:tav tm="100000">
                                          <p:val>
                                            <p:strVal val="#ppt_y"/>
                                          </p:val>
                                        </p:tav>
                                      </p:tavLst>
                                    </p:anim>
                                  </p:childTnLst>
                                </p:cTn>
                              </p:par>
                              <p:par>
                                <p:cTn id="17" presetID="2" presetClass="entr" presetSubtype="4" fill="hold" nodeType="withEffect">
                                  <p:stCondLst>
                                    <p:cond delay="9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1" fill="hold" nodeType="withEffect">
                                  <p:stCondLst>
                                    <p:cond delay="6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43064" y="349895"/>
            <a:ext cx="6854747" cy="460375"/>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2026/1/29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grpSp>
        <p:nvGrpSpPr>
          <p:cNvPr id="61" name="组合 60"/>
          <p:cNvGrpSpPr/>
          <p:nvPr userDrawn="1"/>
        </p:nvGrpSpPr>
        <p:grpSpPr>
          <a:xfrm>
            <a:off x="5527073" y="1559462"/>
            <a:ext cx="1012897" cy="1012797"/>
            <a:chOff x="5526529" y="1991262"/>
            <a:chExt cx="1012797" cy="1012797"/>
          </a:xfrm>
        </p:grpSpPr>
        <p:sp>
          <p:nvSpPr>
            <p:cNvPr id="62" name="íṧ1îḋê"/>
            <p:cNvSpPr/>
            <p:nvPr>
              <p:custDataLst>
                <p:tags r:id="rId17"/>
              </p:custDataLst>
            </p:nvPr>
          </p:nvSpPr>
          <p:spPr>
            <a:xfrm>
              <a:off x="5526529" y="1991262"/>
              <a:ext cx="1012797" cy="1012797"/>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63" name="efficiency_158344"/>
            <p:cNvSpPr>
              <a:spLocks noChangeAspect="1"/>
            </p:cNvSpPr>
            <p:nvPr>
              <p:custDataLst>
                <p:tags r:id="rId18"/>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64" name="组合 63"/>
          <p:cNvGrpSpPr/>
          <p:nvPr userDrawn="1"/>
        </p:nvGrpSpPr>
        <p:grpSpPr>
          <a:xfrm>
            <a:off x="5527072" y="3052426"/>
            <a:ext cx="1012897" cy="1012797"/>
            <a:chOff x="5526529" y="1991262"/>
            <a:chExt cx="1012797" cy="1012797"/>
          </a:xfrm>
        </p:grpSpPr>
        <p:sp>
          <p:nvSpPr>
            <p:cNvPr id="65" name="íṧ1îḋê"/>
            <p:cNvSpPr/>
            <p:nvPr>
              <p:custDataLst>
                <p:tags r:id="rId15"/>
              </p:custDataLst>
            </p:nvPr>
          </p:nvSpPr>
          <p:spPr>
            <a:xfrm>
              <a:off x="5526529" y="1991262"/>
              <a:ext cx="1012797" cy="1012797"/>
            </a:xfrm>
            <a:prstGeom prst="ellipse">
              <a:avLst/>
            </a:pr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66" name="efficiency_158344"/>
            <p:cNvSpPr>
              <a:spLocks noChangeAspect="1"/>
            </p:cNvSpPr>
            <p:nvPr>
              <p:custDataLst>
                <p:tags r:id="rId16"/>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67" name="组合 66"/>
          <p:cNvGrpSpPr/>
          <p:nvPr userDrawn="1"/>
        </p:nvGrpSpPr>
        <p:grpSpPr>
          <a:xfrm>
            <a:off x="5527071" y="4545390"/>
            <a:ext cx="1012897" cy="1012797"/>
            <a:chOff x="5526529" y="1991262"/>
            <a:chExt cx="1012797" cy="1012797"/>
          </a:xfrm>
        </p:grpSpPr>
        <p:sp>
          <p:nvSpPr>
            <p:cNvPr id="68" name="íṧ1îḋê"/>
            <p:cNvSpPr/>
            <p:nvPr>
              <p:custDataLst>
                <p:tags r:id="rId13"/>
              </p:custDataLst>
            </p:nvPr>
          </p:nvSpPr>
          <p:spPr>
            <a:xfrm>
              <a:off x="5526529" y="1991262"/>
              <a:ext cx="1012797" cy="1012797"/>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微软雅黑" panose="020B0503020204020204" charset="-122"/>
                <a:ea typeface="微软雅黑" panose="020B0503020204020204" charset="-122"/>
                <a:cs typeface="+mn-ea"/>
                <a:sym typeface="+mn-lt"/>
              </a:endParaRPr>
            </a:p>
          </p:txBody>
        </p:sp>
        <p:sp>
          <p:nvSpPr>
            <p:cNvPr id="69" name="efficiency_158344"/>
            <p:cNvSpPr>
              <a:spLocks noChangeAspect="1"/>
            </p:cNvSpPr>
            <p:nvPr>
              <p:custDataLst>
                <p:tags r:id="rId14"/>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70" name="文本占位符 8"/>
          <p:cNvSpPr>
            <a:spLocks noGrp="1"/>
          </p:cNvSpPr>
          <p:nvPr>
            <p:ph type="body" sz="quarter" idx="13" hasCustomPrompt="1"/>
            <p:custDataLst>
              <p:tags r:id="rId1"/>
            </p:custDataLst>
          </p:nvPr>
        </p:nvSpPr>
        <p:spPr>
          <a:xfrm>
            <a:off x="1264920" y="1701800"/>
            <a:ext cx="4248150"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1" name="文本占位符 8"/>
          <p:cNvSpPr>
            <a:spLocks noGrp="1"/>
          </p:cNvSpPr>
          <p:nvPr>
            <p:ph type="body" sz="quarter" idx="14" hasCustomPrompt="1"/>
            <p:custDataLst>
              <p:tags r:id="rId2"/>
            </p:custDataLst>
          </p:nvPr>
        </p:nvSpPr>
        <p:spPr>
          <a:xfrm>
            <a:off x="1264920" y="3157220"/>
            <a:ext cx="4248785"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2" name="文本占位符 8"/>
          <p:cNvSpPr>
            <a:spLocks noGrp="1"/>
          </p:cNvSpPr>
          <p:nvPr>
            <p:ph type="body" sz="quarter" idx="15" hasCustomPrompt="1"/>
            <p:custDataLst>
              <p:tags r:id="rId3"/>
            </p:custDataLst>
          </p:nvPr>
        </p:nvSpPr>
        <p:spPr>
          <a:xfrm>
            <a:off x="1264920" y="4662805"/>
            <a:ext cx="4243070"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3" name="文本占位符 8"/>
          <p:cNvSpPr>
            <a:spLocks noGrp="1"/>
          </p:cNvSpPr>
          <p:nvPr>
            <p:ph type="body" sz="quarter" idx="17" hasCustomPrompt="1"/>
            <p:custDataLst>
              <p:tags r:id="rId4"/>
            </p:custDataLst>
          </p:nvPr>
        </p:nvSpPr>
        <p:spPr>
          <a:xfrm>
            <a:off x="6543675" y="1706245"/>
            <a:ext cx="4251960" cy="401320"/>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4" name="文本占位符 8"/>
          <p:cNvSpPr>
            <a:spLocks noGrp="1"/>
          </p:cNvSpPr>
          <p:nvPr>
            <p:ph type="body" sz="quarter" idx="19" hasCustomPrompt="1"/>
            <p:custDataLst>
              <p:tags r:id="rId5"/>
            </p:custDataLst>
          </p:nvPr>
        </p:nvSpPr>
        <p:spPr>
          <a:xfrm>
            <a:off x="6543675" y="3155315"/>
            <a:ext cx="4217035" cy="401320"/>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5" name="文本占位符 8"/>
          <p:cNvSpPr>
            <a:spLocks noGrp="1"/>
          </p:cNvSpPr>
          <p:nvPr>
            <p:ph type="body" sz="quarter" idx="21" hasCustomPrompt="1"/>
            <p:custDataLst>
              <p:tags r:id="rId6"/>
            </p:custDataLst>
          </p:nvPr>
        </p:nvSpPr>
        <p:spPr>
          <a:xfrm>
            <a:off x="6543675" y="4666615"/>
            <a:ext cx="4217035" cy="401320"/>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dirty="0"/>
          </a:p>
        </p:txBody>
      </p:sp>
      <p:sp>
        <p:nvSpPr>
          <p:cNvPr id="76" name="文本占位符 2"/>
          <p:cNvSpPr>
            <a:spLocks noGrp="1"/>
          </p:cNvSpPr>
          <p:nvPr>
            <p:ph type="body" sz="quarter" idx="23" hasCustomPrompt="1"/>
            <p:custDataLst>
              <p:tags r:id="rId7"/>
            </p:custDataLst>
          </p:nvPr>
        </p:nvSpPr>
        <p:spPr>
          <a:xfrm>
            <a:off x="1264920" y="2109470"/>
            <a:ext cx="4243070"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77" name="文本占位符 2"/>
          <p:cNvSpPr>
            <a:spLocks noGrp="1"/>
          </p:cNvSpPr>
          <p:nvPr>
            <p:ph type="body" sz="quarter" idx="24" hasCustomPrompt="1"/>
            <p:custDataLst>
              <p:tags r:id="rId8"/>
            </p:custDataLst>
          </p:nvPr>
        </p:nvSpPr>
        <p:spPr>
          <a:xfrm>
            <a:off x="1264920" y="3563620"/>
            <a:ext cx="4243070"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78" name="文本占位符 2"/>
          <p:cNvSpPr>
            <a:spLocks noGrp="1"/>
          </p:cNvSpPr>
          <p:nvPr>
            <p:ph type="body" sz="quarter" idx="25" hasCustomPrompt="1"/>
            <p:custDataLst>
              <p:tags r:id="rId9"/>
            </p:custDataLst>
          </p:nvPr>
        </p:nvSpPr>
        <p:spPr>
          <a:xfrm>
            <a:off x="1264920" y="5073650"/>
            <a:ext cx="4243070"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79" name="文本占位符 2"/>
          <p:cNvSpPr>
            <a:spLocks noGrp="1"/>
          </p:cNvSpPr>
          <p:nvPr>
            <p:ph type="body" sz="quarter" idx="26" hasCustomPrompt="1"/>
            <p:custDataLst>
              <p:tags r:id="rId10"/>
            </p:custDataLst>
          </p:nvPr>
        </p:nvSpPr>
        <p:spPr>
          <a:xfrm>
            <a:off x="6543675" y="2109470"/>
            <a:ext cx="4217035"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80" name="文本占位符 2"/>
          <p:cNvSpPr>
            <a:spLocks noGrp="1"/>
          </p:cNvSpPr>
          <p:nvPr>
            <p:ph type="body" sz="quarter" idx="27" hasCustomPrompt="1"/>
            <p:custDataLst>
              <p:tags r:id="rId11"/>
            </p:custDataLst>
          </p:nvPr>
        </p:nvSpPr>
        <p:spPr>
          <a:xfrm>
            <a:off x="6543675" y="3563620"/>
            <a:ext cx="4217035"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
        <p:nvSpPr>
          <p:cNvPr id="81" name="文本占位符 2"/>
          <p:cNvSpPr>
            <a:spLocks noGrp="1"/>
          </p:cNvSpPr>
          <p:nvPr>
            <p:ph type="body" sz="quarter" idx="28" hasCustomPrompt="1"/>
            <p:custDataLst>
              <p:tags r:id="rId12"/>
            </p:custDataLst>
          </p:nvPr>
        </p:nvSpPr>
        <p:spPr>
          <a:xfrm>
            <a:off x="6543675" y="5073650"/>
            <a:ext cx="4217035" cy="859790"/>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此处编辑正文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arn(outVertical)">
                                      <p:cBhvr>
                                        <p:cTn id="7" dur="500"/>
                                        <p:tgtEl>
                                          <p:spTgt spid="61"/>
                                        </p:tgtEl>
                                      </p:cBhvr>
                                    </p:animEffect>
                                  </p:childTnLst>
                                </p:cTn>
                              </p:par>
                              <p:par>
                                <p:cTn id="8" presetID="16" presetClass="entr" presetSubtype="37"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barn(outVertical)">
                                      <p:cBhvr>
                                        <p:cTn id="10" dur="500"/>
                                        <p:tgtEl>
                                          <p:spTgt spid="64"/>
                                        </p:tgtEl>
                                      </p:cBhvr>
                                    </p:animEffect>
                                  </p:childTnLst>
                                </p:cTn>
                              </p:par>
                              <p:par>
                                <p:cTn id="11" presetID="16" presetClass="entr" presetSubtype="37"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barn(outVertical)">
                                      <p:cBhvr>
                                        <p:cTn id="1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版式11">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sz="2800">
                <a:solidFill>
                  <a:srgbClr val="9A0000"/>
                </a:solidFill>
              </a:defRPr>
            </a:lvl1pPr>
          </a:lstStyle>
          <a:p>
            <a:r>
              <a:rPr kumimoji="1" lang="zh-CN" altLang="en-US" dirty="0">
                <a:sym typeface="+mn-ea"/>
              </a:rPr>
              <a:t>此处编辑页面大标题</a:t>
            </a:r>
            <a:endParaRPr kumimoji="1" lang="zh-CN" altLang="en-US" dirty="0"/>
          </a:p>
        </p:txBody>
      </p:sp>
      <p:grpSp>
        <p:nvGrpSpPr>
          <p:cNvPr id="3" name="组合 2"/>
          <p:cNvGrpSpPr/>
          <p:nvPr userDrawn="1"/>
        </p:nvGrpSpPr>
        <p:grpSpPr>
          <a:xfrm>
            <a:off x="4826203" y="2347592"/>
            <a:ext cx="2480831" cy="2503287"/>
            <a:chOff x="4825728" y="2461357"/>
            <a:chExt cx="2480587" cy="2503287"/>
          </a:xfrm>
        </p:grpSpPr>
        <p:grpSp>
          <p:nvGrpSpPr>
            <p:cNvPr id="4" name="组合 3"/>
            <p:cNvGrpSpPr/>
            <p:nvPr/>
          </p:nvGrpSpPr>
          <p:grpSpPr>
            <a:xfrm>
              <a:off x="4825728" y="2461357"/>
              <a:ext cx="2480587" cy="2503287"/>
              <a:chOff x="4825728" y="2461357"/>
              <a:chExt cx="2480587" cy="2503287"/>
            </a:xfrm>
          </p:grpSpPr>
          <p:sp>
            <p:nvSpPr>
              <p:cNvPr id="9" name="矩形 8"/>
              <p:cNvSpPr/>
              <p:nvPr/>
            </p:nvSpPr>
            <p:spPr>
              <a:xfrm rot="2700000">
                <a:off x="5630833" y="3218009"/>
                <a:ext cx="934671" cy="934671"/>
              </a:xfrm>
              <a:prstGeom prst="rect">
                <a:avLst/>
              </a:prstGeom>
              <a:solidFill>
                <a:schemeClr val="tx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0" name="泪滴形 11"/>
              <p:cNvSpPr/>
              <p:nvPr/>
            </p:nvSpPr>
            <p:spPr>
              <a:xfrm rot="10800000">
                <a:off x="5210926" y="374810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1" name="泪滴形 12"/>
              <p:cNvSpPr/>
              <p:nvPr/>
            </p:nvSpPr>
            <p:spPr>
              <a:xfrm rot="16200000">
                <a:off x="5210926" y="2858065"/>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2" name="泪滴形 13"/>
              <p:cNvSpPr/>
              <p:nvPr/>
            </p:nvSpPr>
            <p:spPr>
              <a:xfrm>
                <a:off x="6101286" y="2865512"/>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3" name="泪滴形 14"/>
              <p:cNvSpPr/>
              <p:nvPr/>
            </p:nvSpPr>
            <p:spPr>
              <a:xfrm rot="5400000">
                <a:off x="6101286" y="3744683"/>
                <a:ext cx="819832" cy="819832"/>
              </a:xfrm>
              <a:prstGeom prst="teardrop">
                <a:avLst/>
              </a:prstGeom>
              <a:solidFill>
                <a:schemeClr val="bg1"/>
              </a:solid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4" name="矩形 13"/>
              <p:cNvSpPr/>
              <p:nvPr/>
            </p:nvSpPr>
            <p:spPr>
              <a:xfrm>
                <a:off x="6575477" y="3666118"/>
                <a:ext cx="324079" cy="147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5" name="矩形 14"/>
              <p:cNvSpPr/>
              <p:nvPr/>
            </p:nvSpPr>
            <p:spPr>
              <a:xfrm>
                <a:off x="5275218" y="3669373"/>
                <a:ext cx="324079" cy="71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6" name="矩形 15"/>
              <p:cNvSpPr/>
              <p:nvPr/>
            </p:nvSpPr>
            <p:spPr>
              <a:xfrm rot="5400000">
                <a:off x="5923390" y="3000596"/>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7" name="矩形 16"/>
              <p:cNvSpPr/>
              <p:nvPr/>
            </p:nvSpPr>
            <p:spPr>
              <a:xfrm rot="5400000">
                <a:off x="5903190" y="4240387"/>
                <a:ext cx="324079" cy="109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8" name="泪滴形 19"/>
              <p:cNvSpPr/>
              <p:nvPr/>
            </p:nvSpPr>
            <p:spPr>
              <a:xfrm rot="16200000">
                <a:off x="4825728" y="2484522"/>
                <a:ext cx="1189144" cy="1189144"/>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19" name="泪滴形 21"/>
              <p:cNvSpPr/>
              <p:nvPr/>
            </p:nvSpPr>
            <p:spPr>
              <a:xfrm rot="10800000">
                <a:off x="4825728" y="3775500"/>
                <a:ext cx="1189144" cy="1189144"/>
              </a:xfrm>
              <a:prstGeom prst="teardrop">
                <a:avLst/>
              </a:prstGeom>
              <a:solidFill>
                <a:schemeClr val="tx1">
                  <a:lumMod val="75000"/>
                  <a:lumOff val="25000"/>
                </a:schemeClr>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泪滴形 23"/>
              <p:cNvSpPr/>
              <p:nvPr/>
            </p:nvSpPr>
            <p:spPr>
              <a:xfrm>
                <a:off x="6117171" y="2461357"/>
                <a:ext cx="1189144" cy="1189144"/>
              </a:xfrm>
              <a:prstGeom prst="teardrop">
                <a:avLst/>
              </a:prstGeom>
              <a:solidFill>
                <a:schemeClr val="tx1">
                  <a:lumMod val="75000"/>
                  <a:lumOff val="25000"/>
                </a:schemeClr>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latin typeface="字魂181号-飞驰标题体" panose="00000500000000000000" pitchFamily="2" charset="-122"/>
                  <a:ea typeface="字魂181号-飞驰标题体" panose="00000500000000000000" pitchFamily="2" charset="-122"/>
                </a:endParaRPr>
              </a:p>
            </p:txBody>
          </p:sp>
          <p:sp>
            <p:nvSpPr>
              <p:cNvPr id="21" name="泪滴形 25"/>
              <p:cNvSpPr/>
              <p:nvPr/>
            </p:nvSpPr>
            <p:spPr>
              <a:xfrm rot="5400000">
                <a:off x="6117171" y="3775500"/>
                <a:ext cx="1189144" cy="1189144"/>
              </a:xfrm>
              <a:prstGeom prst="teardrop">
                <a:avLst/>
              </a:prstGeom>
              <a:solidFill>
                <a:srgbClr val="990000"/>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 name="efficiency_158344"/>
            <p:cNvSpPr>
              <a:spLocks noChangeAspect="1"/>
            </p:cNvSpPr>
            <p:nvPr/>
          </p:nvSpPr>
          <p:spPr bwMode="auto">
            <a:xfrm>
              <a:off x="5203779" y="2846026"/>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sp>
          <p:nvSpPr>
            <p:cNvPr id="6" name="efficiency_158344"/>
            <p:cNvSpPr>
              <a:spLocks noChangeAspect="1"/>
            </p:cNvSpPr>
            <p:nvPr/>
          </p:nvSpPr>
          <p:spPr bwMode="auto">
            <a:xfrm>
              <a:off x="5194358" y="4161453"/>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sp>
          <p:nvSpPr>
            <p:cNvPr id="7" name="efficiency_158344"/>
            <p:cNvSpPr>
              <a:spLocks noChangeAspect="1"/>
            </p:cNvSpPr>
            <p:nvPr/>
          </p:nvSpPr>
          <p:spPr bwMode="auto">
            <a:xfrm>
              <a:off x="6488131" y="2846026"/>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sp>
          <p:nvSpPr>
            <p:cNvPr id="8" name="efficiency_158344"/>
            <p:cNvSpPr>
              <a:spLocks noChangeAspect="1"/>
            </p:cNvSpPr>
            <p:nvPr/>
          </p:nvSpPr>
          <p:spPr bwMode="auto">
            <a:xfrm>
              <a:off x="6478710" y="4161453"/>
              <a:ext cx="466953" cy="466134"/>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grpSp>
      <p:sp>
        <p:nvSpPr>
          <p:cNvPr id="22" name="文本占位符 21"/>
          <p:cNvSpPr>
            <a:spLocks noGrp="1"/>
          </p:cNvSpPr>
          <p:nvPr>
            <p:ph type="body" sz="quarter" idx="12" hasCustomPrompt="1"/>
          </p:nvPr>
        </p:nvSpPr>
        <p:spPr>
          <a:xfrm>
            <a:off x="707460" y="1696085"/>
            <a:ext cx="3874516"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6" name="文本占位符 21"/>
          <p:cNvSpPr>
            <a:spLocks noGrp="1"/>
          </p:cNvSpPr>
          <p:nvPr>
            <p:ph type="body" sz="quarter" idx="14" hasCustomPrompt="1"/>
          </p:nvPr>
        </p:nvSpPr>
        <p:spPr>
          <a:xfrm>
            <a:off x="704919" y="4278630"/>
            <a:ext cx="3877057"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9" name="文本占位符 21"/>
          <p:cNvSpPr>
            <a:spLocks noGrp="1"/>
          </p:cNvSpPr>
          <p:nvPr>
            <p:ph type="body" sz="quarter" idx="16" hasCustomPrompt="1"/>
          </p:nvPr>
        </p:nvSpPr>
        <p:spPr>
          <a:xfrm>
            <a:off x="7535017" y="1696085"/>
            <a:ext cx="3885313"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2" name="文本占位符 21"/>
          <p:cNvSpPr>
            <a:spLocks noGrp="1"/>
          </p:cNvSpPr>
          <p:nvPr>
            <p:ph type="body" sz="quarter" idx="18" hasCustomPrompt="1"/>
          </p:nvPr>
        </p:nvSpPr>
        <p:spPr>
          <a:xfrm>
            <a:off x="7535017" y="4288790"/>
            <a:ext cx="3886583"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 name="文本占位符 16"/>
          <p:cNvSpPr>
            <a:spLocks noGrp="1"/>
          </p:cNvSpPr>
          <p:nvPr>
            <p:ph type="body" sz="quarter" idx="20" hasCustomPrompt="1"/>
          </p:nvPr>
        </p:nvSpPr>
        <p:spPr>
          <a:xfrm>
            <a:off x="703263" y="2144971"/>
            <a:ext cx="3878262" cy="1096962"/>
          </a:xfrm>
          <a:prstGeom prst="rect">
            <a:avLst/>
          </a:prstGeom>
        </p:spPr>
        <p:txBody>
          <a:bodyPr anchor="t"/>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4" name="文本占位符 16"/>
          <p:cNvSpPr>
            <a:spLocks noGrp="1"/>
          </p:cNvSpPr>
          <p:nvPr>
            <p:ph type="body" sz="quarter" idx="21" hasCustomPrompt="1"/>
          </p:nvPr>
        </p:nvSpPr>
        <p:spPr>
          <a:xfrm>
            <a:off x="7533647" y="2151108"/>
            <a:ext cx="3878262" cy="1096962"/>
          </a:xfrm>
          <a:prstGeom prst="rect">
            <a:avLst/>
          </a:prstGeom>
        </p:spPr>
        <p:txBody>
          <a:bodyPr anchor="t"/>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5" name="文本占位符 16"/>
          <p:cNvSpPr>
            <a:spLocks noGrp="1"/>
          </p:cNvSpPr>
          <p:nvPr>
            <p:ph type="body" sz="quarter" idx="22" hasCustomPrompt="1"/>
          </p:nvPr>
        </p:nvSpPr>
        <p:spPr>
          <a:xfrm>
            <a:off x="7533647" y="4756097"/>
            <a:ext cx="3878262" cy="1096962"/>
          </a:xfrm>
          <a:prstGeom prst="rect">
            <a:avLst/>
          </a:prstGeom>
        </p:spPr>
        <p:txBody>
          <a:bodyPr anchor="t"/>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
        <p:nvSpPr>
          <p:cNvPr id="28" name="文本占位符 16"/>
          <p:cNvSpPr>
            <a:spLocks noGrp="1"/>
          </p:cNvSpPr>
          <p:nvPr>
            <p:ph type="body" sz="quarter" idx="23" hasCustomPrompt="1"/>
          </p:nvPr>
        </p:nvSpPr>
        <p:spPr>
          <a:xfrm>
            <a:off x="703263" y="4728612"/>
            <a:ext cx="3878262" cy="1096962"/>
          </a:xfrm>
          <a:prstGeom prst="rect">
            <a:avLst/>
          </a:prstGeom>
        </p:spPr>
        <p:txBody>
          <a:bodyPr anchor="t"/>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51319" y="355282"/>
            <a:ext cx="6854747" cy="460375"/>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2026/1/29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grpSp>
        <p:nvGrpSpPr>
          <p:cNvPr id="6" name="组合 5"/>
          <p:cNvGrpSpPr/>
          <p:nvPr userDrawn="1"/>
        </p:nvGrpSpPr>
        <p:grpSpPr>
          <a:xfrm>
            <a:off x="5527073" y="1559462"/>
            <a:ext cx="1012897" cy="1012797"/>
            <a:chOff x="5526529" y="1991262"/>
            <a:chExt cx="1012797" cy="1012797"/>
          </a:xfrm>
        </p:grpSpPr>
        <p:sp>
          <p:nvSpPr>
            <p:cNvPr id="7" name="íṧ1îḋê"/>
            <p:cNvSpPr/>
            <p:nvPr>
              <p:custDataLst>
                <p:tags r:id="rId23"/>
              </p:custDataLst>
            </p:nvPr>
          </p:nvSpPr>
          <p:spPr>
            <a:xfrm>
              <a:off x="5526529" y="1991262"/>
              <a:ext cx="1012797" cy="1012797"/>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字魂58号-创中黑" panose="00000500000000000000" pitchFamily="2" charset="-122"/>
                <a:ea typeface="字魂58号-创中黑" panose="00000500000000000000" pitchFamily="2" charset="-122"/>
                <a:cs typeface="+mn-ea"/>
                <a:sym typeface="+mn-lt"/>
              </a:endParaRPr>
            </a:p>
          </p:txBody>
        </p:sp>
        <p:sp>
          <p:nvSpPr>
            <p:cNvPr id="8" name="efficiency_158344"/>
            <p:cNvSpPr>
              <a:spLocks noChangeAspect="1"/>
            </p:cNvSpPr>
            <p:nvPr>
              <p:custDataLst>
                <p:tags r:id="rId24"/>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grpSp>
      <p:sp>
        <p:nvSpPr>
          <p:cNvPr id="9" name="矩形 8"/>
          <p:cNvSpPr/>
          <p:nvPr userDrawn="1">
            <p:custDataLst>
              <p:tags r:id="rId1"/>
            </p:custDataLst>
          </p:nvPr>
        </p:nvSpPr>
        <p:spPr>
          <a:xfrm>
            <a:off x="772119" y="1304642"/>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mj-ea"/>
                <a:ea typeface="+mj-ea"/>
                <a:cs typeface="Arial" panose="020B0604020202020204" pitchFamily="34" charset="0"/>
              </a:rPr>
              <a:t>01</a:t>
            </a:r>
          </a:p>
        </p:txBody>
      </p:sp>
      <p:sp>
        <p:nvSpPr>
          <p:cNvPr id="10" name="矩形 9"/>
          <p:cNvSpPr/>
          <p:nvPr userDrawn="1">
            <p:custDataLst>
              <p:tags r:id="rId2"/>
            </p:custDataLst>
          </p:nvPr>
        </p:nvSpPr>
        <p:spPr>
          <a:xfrm>
            <a:off x="749588" y="2746256"/>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mj-ea"/>
                <a:ea typeface="+mj-ea"/>
                <a:cs typeface="Arial" panose="020B0604020202020204" pitchFamily="34" charset="0"/>
              </a:rPr>
              <a:t>02</a:t>
            </a:r>
          </a:p>
        </p:txBody>
      </p:sp>
      <p:sp>
        <p:nvSpPr>
          <p:cNvPr id="11" name="矩形 10"/>
          <p:cNvSpPr/>
          <p:nvPr userDrawn="1">
            <p:custDataLst>
              <p:tags r:id="rId3"/>
            </p:custDataLst>
          </p:nvPr>
        </p:nvSpPr>
        <p:spPr>
          <a:xfrm>
            <a:off x="764298" y="427229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mj-ea"/>
                <a:ea typeface="+mj-ea"/>
                <a:cs typeface="Arial" panose="020B0604020202020204" pitchFamily="34" charset="0"/>
              </a:rPr>
              <a:t>03</a:t>
            </a:r>
          </a:p>
        </p:txBody>
      </p:sp>
      <p:sp>
        <p:nvSpPr>
          <p:cNvPr id="12" name="矩形 11"/>
          <p:cNvSpPr/>
          <p:nvPr userDrawn="1">
            <p:custDataLst>
              <p:tags r:id="rId4"/>
            </p:custDataLst>
          </p:nvPr>
        </p:nvSpPr>
        <p:spPr>
          <a:xfrm>
            <a:off x="10250067" y="1317342"/>
            <a:ext cx="1232434" cy="1337945"/>
          </a:xfrm>
          <a:prstGeom prst="rect">
            <a:avLst/>
          </a:prstGeom>
        </p:spPr>
        <p:txBody>
          <a:bodyPr wrap="square">
            <a:spAutoFit/>
          </a:bodyPr>
          <a:lstStyle/>
          <a:p>
            <a:pPr>
              <a:lnSpc>
                <a:spcPct val="150000"/>
              </a:lnSpc>
            </a:pPr>
            <a:r>
              <a:rPr lang="en-US" altLang="zh-CN" sz="5400" b="1" spc="400" dirty="0">
                <a:solidFill>
                  <a:srgbClr val="990000">
                    <a:alpha val="61000"/>
                  </a:srgbClr>
                </a:solidFill>
                <a:latin typeface="+mj-ea"/>
                <a:ea typeface="+mj-ea"/>
                <a:cs typeface="Arial" panose="020B0604020202020204" pitchFamily="34" charset="0"/>
              </a:rPr>
              <a:t>04</a:t>
            </a:r>
          </a:p>
        </p:txBody>
      </p:sp>
      <p:sp>
        <p:nvSpPr>
          <p:cNvPr id="13" name="矩形 12"/>
          <p:cNvSpPr/>
          <p:nvPr userDrawn="1">
            <p:custDataLst>
              <p:tags r:id="rId5"/>
            </p:custDataLst>
          </p:nvPr>
        </p:nvSpPr>
        <p:spPr>
          <a:xfrm>
            <a:off x="10246157" y="2746256"/>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mj-ea"/>
                <a:ea typeface="+mj-ea"/>
                <a:cs typeface="Arial" panose="020B0604020202020204" pitchFamily="34" charset="0"/>
              </a:rPr>
              <a:t>05</a:t>
            </a:r>
          </a:p>
        </p:txBody>
      </p:sp>
      <p:sp>
        <p:nvSpPr>
          <p:cNvPr id="14" name="矩形 13"/>
          <p:cNvSpPr/>
          <p:nvPr userDrawn="1">
            <p:custDataLst>
              <p:tags r:id="rId6"/>
            </p:custDataLst>
          </p:nvPr>
        </p:nvSpPr>
        <p:spPr>
          <a:xfrm>
            <a:off x="10242246" y="4272291"/>
            <a:ext cx="1175873" cy="1337945"/>
          </a:xfrm>
          <a:prstGeom prst="rect">
            <a:avLst/>
          </a:prstGeom>
        </p:spPr>
        <p:txBody>
          <a:bodyPr wrap="square">
            <a:spAutoFit/>
          </a:bodyPr>
          <a:lstStyle/>
          <a:p>
            <a:pPr>
              <a:lnSpc>
                <a:spcPct val="150000"/>
              </a:lnSpc>
            </a:pPr>
            <a:r>
              <a:rPr lang="en-US" altLang="zh-CN" sz="5400" b="1" dirty="0">
                <a:solidFill>
                  <a:srgbClr val="990000">
                    <a:alpha val="61000"/>
                  </a:srgbClr>
                </a:solidFill>
                <a:latin typeface="+mj-ea"/>
                <a:ea typeface="+mj-ea"/>
                <a:cs typeface="Arial" panose="020B0604020202020204" pitchFamily="34" charset="0"/>
              </a:rPr>
              <a:t>06</a:t>
            </a:r>
          </a:p>
        </p:txBody>
      </p:sp>
      <p:grpSp>
        <p:nvGrpSpPr>
          <p:cNvPr id="15" name="组合 14"/>
          <p:cNvGrpSpPr/>
          <p:nvPr userDrawn="1"/>
        </p:nvGrpSpPr>
        <p:grpSpPr>
          <a:xfrm>
            <a:off x="5527072" y="3052426"/>
            <a:ext cx="1012897" cy="1012797"/>
            <a:chOff x="5526529" y="1991262"/>
            <a:chExt cx="1012797" cy="1012797"/>
          </a:xfrm>
        </p:grpSpPr>
        <p:sp>
          <p:nvSpPr>
            <p:cNvPr id="16" name="íṧ1îḋê"/>
            <p:cNvSpPr/>
            <p:nvPr>
              <p:custDataLst>
                <p:tags r:id="rId21"/>
              </p:custDataLst>
            </p:nvPr>
          </p:nvSpPr>
          <p:spPr>
            <a:xfrm>
              <a:off x="5526529" y="1991262"/>
              <a:ext cx="1012797" cy="1012797"/>
            </a:xfrm>
            <a:prstGeom prst="ellipse">
              <a:avLst/>
            </a:pr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字魂58号-创中黑" panose="00000500000000000000" pitchFamily="2" charset="-122"/>
                <a:ea typeface="字魂58号-创中黑" panose="00000500000000000000" pitchFamily="2" charset="-122"/>
                <a:cs typeface="+mn-ea"/>
                <a:sym typeface="+mn-lt"/>
              </a:endParaRPr>
            </a:p>
          </p:txBody>
        </p:sp>
        <p:sp>
          <p:nvSpPr>
            <p:cNvPr id="17" name="efficiency_158344"/>
            <p:cNvSpPr>
              <a:spLocks noChangeAspect="1"/>
            </p:cNvSpPr>
            <p:nvPr>
              <p:custDataLst>
                <p:tags r:id="rId22"/>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grpSp>
      <p:grpSp>
        <p:nvGrpSpPr>
          <p:cNvPr id="18" name="组合 17"/>
          <p:cNvGrpSpPr/>
          <p:nvPr userDrawn="1"/>
        </p:nvGrpSpPr>
        <p:grpSpPr>
          <a:xfrm>
            <a:off x="5527071" y="4545390"/>
            <a:ext cx="1012897" cy="1012797"/>
            <a:chOff x="5526529" y="1991262"/>
            <a:chExt cx="1012797" cy="1012797"/>
          </a:xfrm>
        </p:grpSpPr>
        <p:sp>
          <p:nvSpPr>
            <p:cNvPr id="19" name="íṧ1îḋê"/>
            <p:cNvSpPr/>
            <p:nvPr>
              <p:custDataLst>
                <p:tags r:id="rId19"/>
              </p:custDataLst>
            </p:nvPr>
          </p:nvSpPr>
          <p:spPr>
            <a:xfrm>
              <a:off x="5526529" y="1991262"/>
              <a:ext cx="1012797" cy="1012797"/>
            </a:xfrm>
            <a:prstGeom prst="ellipse">
              <a:avLst/>
            </a:prstGeom>
            <a:solidFill>
              <a:srgbClr val="99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lnSpc>
                  <a:spcPct val="150000"/>
                </a:lnSpc>
              </a:pPr>
              <a:endParaRPr dirty="0">
                <a:latin typeface="字魂58号-创中黑" panose="00000500000000000000" pitchFamily="2" charset="-122"/>
                <a:ea typeface="字魂58号-创中黑" panose="00000500000000000000" pitchFamily="2" charset="-122"/>
                <a:cs typeface="+mn-ea"/>
                <a:sym typeface="+mn-lt"/>
              </a:endParaRPr>
            </a:p>
          </p:txBody>
        </p:sp>
        <p:sp>
          <p:nvSpPr>
            <p:cNvPr id="20" name="efficiency_158344"/>
            <p:cNvSpPr>
              <a:spLocks noChangeAspect="1"/>
            </p:cNvSpPr>
            <p:nvPr>
              <p:custDataLst>
                <p:tags r:id="rId20"/>
              </p:custDataLst>
            </p:nvPr>
          </p:nvSpPr>
          <p:spPr bwMode="auto">
            <a:xfrm>
              <a:off x="5790269" y="2246810"/>
              <a:ext cx="502583" cy="501702"/>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a:bodyPr>
            <a:lstStyle/>
            <a:p>
              <a:pPr>
                <a:lnSpc>
                  <a:spcPct val="150000"/>
                </a:lnSpc>
              </a:pPr>
              <a:endParaRPr lang="zh-CN" altLang="en-US" dirty="0">
                <a:latin typeface="字魂58号-创中黑" panose="00000500000000000000" pitchFamily="2" charset="-122"/>
                <a:ea typeface="字魂58号-创中黑" panose="00000500000000000000" pitchFamily="2" charset="-122"/>
              </a:endParaRPr>
            </a:p>
          </p:txBody>
        </p:sp>
      </p:grpSp>
      <p:sp>
        <p:nvSpPr>
          <p:cNvPr id="21" name="文本占位符 8"/>
          <p:cNvSpPr>
            <a:spLocks noGrp="1"/>
          </p:cNvSpPr>
          <p:nvPr>
            <p:ph type="body" sz="quarter" idx="13" hasCustomPrompt="1"/>
            <p:custDataLst>
              <p:tags r:id="rId7"/>
            </p:custDataLst>
          </p:nvPr>
        </p:nvSpPr>
        <p:spPr>
          <a:xfrm>
            <a:off x="1754043" y="1702013"/>
            <a:ext cx="3772906"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2" name="文本占位符 8"/>
          <p:cNvSpPr>
            <a:spLocks noGrp="1"/>
          </p:cNvSpPr>
          <p:nvPr>
            <p:ph type="body" sz="quarter" idx="14" hasCustomPrompt="1"/>
            <p:custDataLst>
              <p:tags r:id="rId8"/>
            </p:custDataLst>
          </p:nvPr>
        </p:nvSpPr>
        <p:spPr>
          <a:xfrm>
            <a:off x="1754043" y="3157220"/>
            <a:ext cx="3773542"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3" name="文本占位符 8"/>
          <p:cNvSpPr>
            <a:spLocks noGrp="1"/>
          </p:cNvSpPr>
          <p:nvPr>
            <p:ph type="body" sz="quarter" idx="15" hasCustomPrompt="1"/>
            <p:custDataLst>
              <p:tags r:id="rId9"/>
            </p:custDataLst>
          </p:nvPr>
        </p:nvSpPr>
        <p:spPr>
          <a:xfrm>
            <a:off x="1754043" y="4662805"/>
            <a:ext cx="3768461" cy="401320"/>
          </a:xfrm>
          <a:prstGeom prst="rect">
            <a:avLst/>
          </a:prstGeom>
        </p:spPr>
        <p:txBody>
          <a:bodyPr/>
          <a:lstStyle>
            <a:lvl1pPr marL="0" indent="0">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5" name="文本占位符 8"/>
          <p:cNvSpPr>
            <a:spLocks noGrp="1"/>
          </p:cNvSpPr>
          <p:nvPr>
            <p:ph type="body" sz="quarter" idx="17" hasCustomPrompt="1"/>
            <p:custDataLst>
              <p:tags r:id="rId10"/>
            </p:custDataLst>
          </p:nvPr>
        </p:nvSpPr>
        <p:spPr>
          <a:xfrm>
            <a:off x="6570469" y="1706042"/>
            <a:ext cx="3776368" cy="401567"/>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7" name="文本占位符 8"/>
          <p:cNvSpPr>
            <a:spLocks noGrp="1"/>
          </p:cNvSpPr>
          <p:nvPr>
            <p:ph type="body" sz="quarter" idx="19" hasCustomPrompt="1"/>
            <p:custDataLst>
              <p:tags r:id="rId11"/>
            </p:custDataLst>
          </p:nvPr>
        </p:nvSpPr>
        <p:spPr>
          <a:xfrm>
            <a:off x="6570469" y="3155315"/>
            <a:ext cx="3744964" cy="401320"/>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30" name="文本占位符 8"/>
          <p:cNvSpPr>
            <a:spLocks noGrp="1"/>
          </p:cNvSpPr>
          <p:nvPr>
            <p:ph type="body" sz="quarter" idx="21" hasCustomPrompt="1"/>
            <p:custDataLst>
              <p:tags r:id="rId12"/>
            </p:custDataLst>
          </p:nvPr>
        </p:nvSpPr>
        <p:spPr>
          <a:xfrm>
            <a:off x="6570469" y="4666615"/>
            <a:ext cx="3744964" cy="401320"/>
          </a:xfrm>
          <a:prstGeom prst="rect">
            <a:avLst/>
          </a:prstGeom>
        </p:spPr>
        <p:txBody>
          <a:bodyPr/>
          <a:lstStyle>
            <a:lvl1pPr marL="0" indent="0" algn="r">
              <a:buNone/>
              <a:defRPr kumimoji="1" lang="zh-CN" altLang="en-US" sz="2400" b="0" i="0" u="none" strike="noStrike" kern="1200" cap="none" spc="0" normalizeH="0" baseline="0" noProof="1" dirty="0">
                <a:solidFill>
                  <a:schemeClr val="tx1"/>
                </a:solidFill>
                <a:latin typeface="+mj-ea"/>
                <a:ea typeface="+mj-ea"/>
                <a:cs typeface="+mn-cs"/>
                <a:sym typeface="+mn-ea"/>
              </a:defRPr>
            </a:lvl1pPr>
          </a:lstStyle>
          <a:p>
            <a:pPr lvl="0"/>
            <a:r>
              <a:rPr kumimoji="1" lang="zh-CN" altLang="en-US" dirty="0">
                <a:sym typeface="+mn-ea"/>
              </a:rPr>
              <a:t>此处为小标题</a:t>
            </a:r>
            <a:endParaRPr kumimoji="1" lang="zh-CN" altLang="en-US" dirty="0"/>
          </a:p>
        </p:txBody>
      </p:sp>
      <p:sp>
        <p:nvSpPr>
          <p:cNvPr id="24" name="文本占位符 2"/>
          <p:cNvSpPr>
            <a:spLocks noGrp="1"/>
          </p:cNvSpPr>
          <p:nvPr>
            <p:ph type="body" sz="quarter" idx="23" hasCustomPrompt="1"/>
            <p:custDataLst>
              <p:tags r:id="rId13"/>
            </p:custDataLst>
          </p:nvPr>
        </p:nvSpPr>
        <p:spPr>
          <a:xfrm>
            <a:off x="1754043" y="2109470"/>
            <a:ext cx="3768461"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
        <p:nvSpPr>
          <p:cNvPr id="26" name="文本占位符 2"/>
          <p:cNvSpPr>
            <a:spLocks noGrp="1"/>
          </p:cNvSpPr>
          <p:nvPr>
            <p:ph type="body" sz="quarter" idx="24" hasCustomPrompt="1"/>
            <p:custDataLst>
              <p:tags r:id="rId14"/>
            </p:custDataLst>
          </p:nvPr>
        </p:nvSpPr>
        <p:spPr>
          <a:xfrm>
            <a:off x="1754043" y="3563919"/>
            <a:ext cx="3768461"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
        <p:nvSpPr>
          <p:cNvPr id="28" name="文本占位符 2"/>
          <p:cNvSpPr>
            <a:spLocks noGrp="1"/>
          </p:cNvSpPr>
          <p:nvPr>
            <p:ph type="body" sz="quarter" idx="25" hasCustomPrompt="1"/>
            <p:custDataLst>
              <p:tags r:id="rId15"/>
            </p:custDataLst>
          </p:nvPr>
        </p:nvSpPr>
        <p:spPr>
          <a:xfrm>
            <a:off x="1754043" y="5073599"/>
            <a:ext cx="3768461"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
        <p:nvSpPr>
          <p:cNvPr id="31" name="文本占位符 2"/>
          <p:cNvSpPr>
            <a:spLocks noGrp="1"/>
          </p:cNvSpPr>
          <p:nvPr>
            <p:ph type="body" sz="quarter" idx="26" hasCustomPrompt="1"/>
            <p:custDataLst>
              <p:tags r:id="rId16"/>
            </p:custDataLst>
          </p:nvPr>
        </p:nvSpPr>
        <p:spPr>
          <a:xfrm>
            <a:off x="6570469" y="2109470"/>
            <a:ext cx="3744964"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
        <p:nvSpPr>
          <p:cNvPr id="33" name="文本占位符 2"/>
          <p:cNvSpPr>
            <a:spLocks noGrp="1"/>
          </p:cNvSpPr>
          <p:nvPr>
            <p:ph type="body" sz="quarter" idx="27" hasCustomPrompt="1"/>
            <p:custDataLst>
              <p:tags r:id="rId17"/>
            </p:custDataLst>
          </p:nvPr>
        </p:nvSpPr>
        <p:spPr>
          <a:xfrm>
            <a:off x="6570469" y="3563918"/>
            <a:ext cx="3744964"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
        <p:nvSpPr>
          <p:cNvPr id="34" name="文本占位符 2"/>
          <p:cNvSpPr>
            <a:spLocks noGrp="1"/>
          </p:cNvSpPr>
          <p:nvPr>
            <p:ph type="body" sz="quarter" idx="28" hasCustomPrompt="1"/>
            <p:custDataLst>
              <p:tags r:id="rId18"/>
            </p:custDataLst>
          </p:nvPr>
        </p:nvSpPr>
        <p:spPr>
          <a:xfrm>
            <a:off x="6570469" y="5073598"/>
            <a:ext cx="3744964" cy="859660"/>
          </a:xfrm>
          <a:prstGeom prst="rect">
            <a:avLst/>
          </a:prstGeom>
        </p:spPr>
        <p:txBody>
          <a:bodyPr/>
          <a:lstStyle>
            <a:lvl1pPr marL="0" indent="0">
              <a:lnSpc>
                <a:spcPct val="125000"/>
              </a:lnSpc>
              <a:buNone/>
              <a:defRPr sz="1600">
                <a:solidFill>
                  <a:schemeClr val="tx1">
                    <a:lumMod val="50000"/>
                    <a:lumOff val="50000"/>
                  </a:schemeClr>
                </a:solidFill>
              </a:defRPr>
            </a:lvl1pPr>
          </a:lstStyle>
          <a:p>
            <a:pPr lvl="0"/>
            <a:r>
              <a:rPr kumimoji="1" lang="zh-CN" altLang="en-US" dirty="0"/>
              <a:t>此处编辑正文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par>
                                <p:cTn id="8" presetID="16" presetClass="entr" presetSubtype="37"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outVertical)">
                                      <p:cBhvr>
                                        <p:cTn id="10" dur="500"/>
                                        <p:tgtEl>
                                          <p:spTgt spid="15"/>
                                        </p:tgtEl>
                                      </p:cBhvr>
                                    </p:animEffect>
                                  </p:childTnLst>
                                </p:cTn>
                              </p:par>
                              <p:par>
                                <p:cTn id="11" presetID="16" presetClass="entr" presetSubtype="37"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outVertical)">
                                      <p:cBhvr>
                                        <p:cTn id="13" dur="500"/>
                                        <p:tgtEl>
                                          <p:spTgt spid="18"/>
                                        </p:tgtEl>
                                      </p:cBhvr>
                                    </p:animEffect>
                                  </p:childTnLst>
                                </p:cTn>
                              </p:par>
                              <p:par>
                                <p:cTn id="14" presetID="2" presetClass="entr" presetSubtype="4" fill="hold" grpId="0" nodeType="withEffect">
                                  <p:stCondLst>
                                    <p:cond delay="20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20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2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20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2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20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43064" y="349895"/>
            <a:ext cx="6854747" cy="460375"/>
          </a:xfr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2026/1/29</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t>‹#›</a:t>
            </a:fld>
            <a:endParaRPr lang="zh-CN" altLang="en-US"/>
          </a:p>
        </p:txBody>
      </p:sp>
      <p:sp>
        <p:nvSpPr>
          <p:cNvPr id="6" name="圆: 空心 9"/>
          <p:cNvSpPr/>
          <p:nvPr userDrawn="1">
            <p:custDataLst>
              <p:tags r:id="rId1"/>
            </p:custDataLst>
          </p:nvPr>
        </p:nvSpPr>
        <p:spPr>
          <a:xfrm>
            <a:off x="4696982" y="2153840"/>
            <a:ext cx="2646821" cy="2646560"/>
          </a:xfrm>
          <a:prstGeom prst="donut">
            <a:avLst>
              <a:gd name="adj" fmla="val 20194"/>
            </a:avLst>
          </a:prstGeom>
          <a:solidFill>
            <a:schemeClr val="bg2">
              <a:lumMod val="9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grpSp>
        <p:nvGrpSpPr>
          <p:cNvPr id="7" name="组合 6"/>
          <p:cNvGrpSpPr/>
          <p:nvPr userDrawn="1"/>
        </p:nvGrpSpPr>
        <p:grpSpPr>
          <a:xfrm>
            <a:off x="4834162" y="3449688"/>
            <a:ext cx="1102039" cy="1445390"/>
            <a:chOff x="4976816" y="4086709"/>
            <a:chExt cx="1101930" cy="1445390"/>
          </a:xfrm>
        </p:grpSpPr>
        <p:sp>
          <p:nvSpPr>
            <p:cNvPr id="8" name="箭头: V 形 3"/>
            <p:cNvSpPr/>
            <p:nvPr>
              <p:custDataLst>
                <p:tags r:id="rId17"/>
              </p:custDataLst>
            </p:nvPr>
          </p:nvSpPr>
          <p:spPr>
            <a:xfrm rot="15399425">
              <a:off x="4805086" y="4258439"/>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9" name="analysis_295050"/>
            <p:cNvSpPr>
              <a:spLocks noChangeAspect="1"/>
            </p:cNvSpPr>
            <p:nvPr>
              <p:custDataLst>
                <p:tags r:id="rId18"/>
              </p:custDataLst>
            </p:nvPr>
          </p:nvSpPr>
          <p:spPr bwMode="auto">
            <a:xfrm>
              <a:off x="5244462" y="4781762"/>
              <a:ext cx="357191" cy="229928"/>
            </a:xfrm>
            <a:custGeom>
              <a:avLst/>
              <a:gdLst>
                <a:gd name="connsiteX0" fmla="*/ 143953 w 607639"/>
                <a:gd name="connsiteY0" fmla="*/ 239428 h 391144"/>
                <a:gd name="connsiteX1" fmla="*/ 223838 w 607639"/>
                <a:gd name="connsiteY1" fmla="*/ 239428 h 391144"/>
                <a:gd name="connsiteX2" fmla="*/ 239851 w 607639"/>
                <a:gd name="connsiteY2" fmla="*/ 239428 h 391144"/>
                <a:gd name="connsiteX3" fmla="*/ 239851 w 607639"/>
                <a:gd name="connsiteY3" fmla="*/ 287271 h 391144"/>
                <a:gd name="connsiteX4" fmla="*/ 223838 w 607639"/>
                <a:gd name="connsiteY4" fmla="*/ 287271 h 391144"/>
                <a:gd name="connsiteX5" fmla="*/ 143953 w 607639"/>
                <a:gd name="connsiteY5" fmla="*/ 287271 h 391144"/>
                <a:gd name="connsiteX6" fmla="*/ 143953 w 607639"/>
                <a:gd name="connsiteY6" fmla="*/ 167593 h 391144"/>
                <a:gd name="connsiteX7" fmla="*/ 239851 w 607639"/>
                <a:gd name="connsiteY7" fmla="*/ 167593 h 391144"/>
                <a:gd name="connsiteX8" fmla="*/ 239851 w 607639"/>
                <a:gd name="connsiteY8" fmla="*/ 215507 h 391144"/>
                <a:gd name="connsiteX9" fmla="*/ 143953 w 607639"/>
                <a:gd name="connsiteY9" fmla="*/ 215507 h 391144"/>
                <a:gd name="connsiteX10" fmla="*/ 415772 w 607639"/>
                <a:gd name="connsiteY10" fmla="*/ 143601 h 391144"/>
                <a:gd name="connsiteX11" fmla="*/ 463686 w 607639"/>
                <a:gd name="connsiteY11" fmla="*/ 143601 h 391144"/>
                <a:gd name="connsiteX12" fmla="*/ 463686 w 607639"/>
                <a:gd name="connsiteY12" fmla="*/ 287272 h 391144"/>
                <a:gd name="connsiteX13" fmla="*/ 415772 w 607639"/>
                <a:gd name="connsiteY13" fmla="*/ 287272 h 391144"/>
                <a:gd name="connsiteX14" fmla="*/ 287836 w 607639"/>
                <a:gd name="connsiteY14" fmla="*/ 143601 h 391144"/>
                <a:gd name="connsiteX15" fmla="*/ 335820 w 607639"/>
                <a:gd name="connsiteY15" fmla="*/ 143601 h 391144"/>
                <a:gd name="connsiteX16" fmla="*/ 335820 w 607639"/>
                <a:gd name="connsiteY16" fmla="*/ 287272 h 391144"/>
                <a:gd name="connsiteX17" fmla="*/ 287836 w 607639"/>
                <a:gd name="connsiteY17" fmla="*/ 287272 h 391144"/>
                <a:gd name="connsiteX18" fmla="*/ 351769 w 607639"/>
                <a:gd name="connsiteY18" fmla="*/ 95757 h 391144"/>
                <a:gd name="connsiteX19" fmla="*/ 399683 w 607639"/>
                <a:gd name="connsiteY19" fmla="*/ 95757 h 391144"/>
                <a:gd name="connsiteX20" fmla="*/ 399683 w 607639"/>
                <a:gd name="connsiteY20" fmla="*/ 287271 h 391144"/>
                <a:gd name="connsiteX21" fmla="*/ 351769 w 607639"/>
                <a:gd name="connsiteY21" fmla="*/ 287271 h 391144"/>
                <a:gd name="connsiteX22" fmla="*/ 95948 w 607639"/>
                <a:gd name="connsiteY22" fmla="*/ 47904 h 391144"/>
                <a:gd name="connsiteX23" fmla="*/ 95948 w 607639"/>
                <a:gd name="connsiteY23" fmla="*/ 343240 h 391144"/>
                <a:gd name="connsiteX24" fmla="*/ 511691 w 607639"/>
                <a:gd name="connsiteY24" fmla="*/ 343240 h 391144"/>
                <a:gd name="connsiteX25" fmla="*/ 511691 w 607639"/>
                <a:gd name="connsiteY25" fmla="*/ 47904 h 391144"/>
                <a:gd name="connsiteX26" fmla="*/ 47974 w 607639"/>
                <a:gd name="connsiteY26" fmla="*/ 0 h 391144"/>
                <a:gd name="connsiteX27" fmla="*/ 559665 w 607639"/>
                <a:gd name="connsiteY27" fmla="*/ 0 h 391144"/>
                <a:gd name="connsiteX28" fmla="*/ 559665 w 607639"/>
                <a:gd name="connsiteY28" fmla="*/ 343240 h 391144"/>
                <a:gd name="connsiteX29" fmla="*/ 607639 w 607639"/>
                <a:gd name="connsiteY29" fmla="*/ 343240 h 391144"/>
                <a:gd name="connsiteX30" fmla="*/ 607639 w 607639"/>
                <a:gd name="connsiteY30" fmla="*/ 391144 h 391144"/>
                <a:gd name="connsiteX31" fmla="*/ 0 w 607639"/>
                <a:gd name="connsiteY31" fmla="*/ 391144 h 391144"/>
                <a:gd name="connsiteX32" fmla="*/ 0 w 607639"/>
                <a:gd name="connsiteY32" fmla="*/ 343240 h 391144"/>
                <a:gd name="connsiteX33" fmla="*/ 47974 w 607639"/>
                <a:gd name="connsiteY33" fmla="*/ 343240 h 39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7639" h="391144">
                  <a:moveTo>
                    <a:pt x="143953" y="239428"/>
                  </a:moveTo>
                  <a:lnTo>
                    <a:pt x="223838" y="239428"/>
                  </a:lnTo>
                  <a:lnTo>
                    <a:pt x="239851" y="239428"/>
                  </a:lnTo>
                  <a:lnTo>
                    <a:pt x="239851" y="287271"/>
                  </a:lnTo>
                  <a:lnTo>
                    <a:pt x="223838" y="287271"/>
                  </a:lnTo>
                  <a:lnTo>
                    <a:pt x="143953" y="287271"/>
                  </a:lnTo>
                  <a:close/>
                  <a:moveTo>
                    <a:pt x="143953" y="167593"/>
                  </a:moveTo>
                  <a:lnTo>
                    <a:pt x="239851" y="167593"/>
                  </a:lnTo>
                  <a:lnTo>
                    <a:pt x="239851" y="215507"/>
                  </a:lnTo>
                  <a:lnTo>
                    <a:pt x="143953" y="215507"/>
                  </a:lnTo>
                  <a:close/>
                  <a:moveTo>
                    <a:pt x="415772" y="143601"/>
                  </a:moveTo>
                  <a:lnTo>
                    <a:pt x="463686" y="143601"/>
                  </a:lnTo>
                  <a:lnTo>
                    <a:pt x="463686" y="287272"/>
                  </a:lnTo>
                  <a:lnTo>
                    <a:pt x="415772" y="287272"/>
                  </a:lnTo>
                  <a:close/>
                  <a:moveTo>
                    <a:pt x="287836" y="143601"/>
                  </a:moveTo>
                  <a:lnTo>
                    <a:pt x="335820" y="143601"/>
                  </a:lnTo>
                  <a:lnTo>
                    <a:pt x="335820" y="287272"/>
                  </a:lnTo>
                  <a:lnTo>
                    <a:pt x="287836" y="287272"/>
                  </a:lnTo>
                  <a:close/>
                  <a:moveTo>
                    <a:pt x="351769" y="95757"/>
                  </a:moveTo>
                  <a:lnTo>
                    <a:pt x="399683" y="95757"/>
                  </a:lnTo>
                  <a:lnTo>
                    <a:pt x="399683" y="287271"/>
                  </a:lnTo>
                  <a:lnTo>
                    <a:pt x="351769" y="287271"/>
                  </a:lnTo>
                  <a:close/>
                  <a:moveTo>
                    <a:pt x="95948" y="47904"/>
                  </a:moveTo>
                  <a:lnTo>
                    <a:pt x="95948" y="343240"/>
                  </a:lnTo>
                  <a:lnTo>
                    <a:pt x="511691" y="343240"/>
                  </a:lnTo>
                  <a:lnTo>
                    <a:pt x="511691" y="47904"/>
                  </a:lnTo>
                  <a:close/>
                  <a:moveTo>
                    <a:pt x="47974" y="0"/>
                  </a:moveTo>
                  <a:lnTo>
                    <a:pt x="559665" y="0"/>
                  </a:lnTo>
                  <a:lnTo>
                    <a:pt x="559665" y="343240"/>
                  </a:lnTo>
                  <a:lnTo>
                    <a:pt x="607639" y="343240"/>
                  </a:lnTo>
                  <a:lnTo>
                    <a:pt x="607639" y="391144"/>
                  </a:lnTo>
                  <a:lnTo>
                    <a:pt x="0" y="391144"/>
                  </a:lnTo>
                  <a:lnTo>
                    <a:pt x="0" y="343240"/>
                  </a:lnTo>
                  <a:lnTo>
                    <a:pt x="47974" y="343240"/>
                  </a:lnTo>
                  <a:close/>
                </a:path>
              </a:pathLst>
            </a:custGeom>
            <a:solidFill>
              <a:schemeClr val="bg1"/>
            </a:solidFill>
            <a:ln>
              <a:noFill/>
            </a:ln>
          </p:spPr>
          <p:txBody>
            <a:bodyPr>
              <a:normAutofit fontScale="400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0" name="组合 9"/>
          <p:cNvGrpSpPr/>
          <p:nvPr userDrawn="1"/>
        </p:nvGrpSpPr>
        <p:grpSpPr>
          <a:xfrm>
            <a:off x="4602659" y="2298138"/>
            <a:ext cx="1445532" cy="1101930"/>
            <a:chOff x="4758036" y="2947859"/>
            <a:chExt cx="1445390" cy="1101930"/>
          </a:xfrm>
        </p:grpSpPr>
        <p:sp>
          <p:nvSpPr>
            <p:cNvPr id="11" name="箭头: V 形 3"/>
            <p:cNvSpPr/>
            <p:nvPr>
              <p:custDataLst>
                <p:tags r:id="rId15"/>
              </p:custDataLst>
            </p:nvPr>
          </p:nvSpPr>
          <p:spPr>
            <a:xfrm rot="20844493">
              <a:off x="4758036" y="2947859"/>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2" name="efficiency_158344"/>
            <p:cNvSpPr>
              <a:spLocks noChangeAspect="1"/>
            </p:cNvSpPr>
            <p:nvPr>
              <p:custDataLst>
                <p:tags r:id="rId16"/>
              </p:custDataLst>
            </p:nvPr>
          </p:nvSpPr>
          <p:spPr bwMode="auto">
            <a:xfrm>
              <a:off x="5257781" y="3199498"/>
              <a:ext cx="357192" cy="35656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bg1"/>
            </a:solidFill>
            <a:ln>
              <a:noFill/>
            </a:ln>
          </p:spPr>
          <p:txBody>
            <a:bodyPr>
              <a:normAutofit fontScale="75000" lnSpcReduction="20000"/>
            </a:bodyPr>
            <a:lstStyle/>
            <a:p>
              <a:pPr>
                <a:lnSpc>
                  <a:spcPct val="150000"/>
                </a:lnSpc>
              </a:pPr>
              <a:endParaRPr lang="zh-CN" altLang="en-US" dirty="0">
                <a:latin typeface="微软雅黑" panose="020B0503020204020204" charset="-122"/>
                <a:ea typeface="微软雅黑" panose="020B0503020204020204" charset="-122"/>
              </a:endParaRPr>
            </a:p>
          </p:txBody>
        </p:sp>
      </p:grpSp>
      <p:grpSp>
        <p:nvGrpSpPr>
          <p:cNvPr id="13" name="组合 12"/>
          <p:cNvGrpSpPr/>
          <p:nvPr userDrawn="1"/>
        </p:nvGrpSpPr>
        <p:grpSpPr>
          <a:xfrm>
            <a:off x="5962841" y="3575751"/>
            <a:ext cx="1445532" cy="1101930"/>
            <a:chOff x="6105384" y="4212772"/>
            <a:chExt cx="1445390" cy="1101930"/>
          </a:xfrm>
        </p:grpSpPr>
        <p:sp>
          <p:nvSpPr>
            <p:cNvPr id="14" name="箭头: V 形 3"/>
            <p:cNvSpPr/>
            <p:nvPr>
              <p:custDataLst>
                <p:tags r:id="rId13"/>
              </p:custDataLst>
            </p:nvPr>
          </p:nvSpPr>
          <p:spPr>
            <a:xfrm rot="10168624">
              <a:off x="6105384" y="4212772"/>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15" name="iconfont-1191-801509"/>
            <p:cNvSpPr>
              <a:spLocks noChangeAspect="1"/>
            </p:cNvSpPr>
            <p:nvPr>
              <p:custDataLst>
                <p:tags r:id="rId14"/>
              </p:custDataLst>
            </p:nvPr>
          </p:nvSpPr>
          <p:spPr bwMode="auto">
            <a:xfrm rot="2628867">
              <a:off x="6781975" y="4668839"/>
              <a:ext cx="200502" cy="400901"/>
            </a:xfrm>
            <a:custGeom>
              <a:avLst/>
              <a:gdLst>
                <a:gd name="T0" fmla="*/ 541 w 4094"/>
                <a:gd name="T1" fmla="*/ 4469 h 8186"/>
                <a:gd name="T2" fmla="*/ 541 w 4094"/>
                <a:gd name="T3" fmla="*/ 4465 h 8186"/>
                <a:gd name="T4" fmla="*/ 3524 w 4094"/>
                <a:gd name="T5" fmla="*/ 4467 h 8186"/>
                <a:gd name="T6" fmla="*/ 3535 w 4094"/>
                <a:gd name="T7" fmla="*/ 4465 h 8186"/>
                <a:gd name="T8" fmla="*/ 4094 w 4094"/>
                <a:gd name="T9" fmla="*/ 5023 h 8186"/>
                <a:gd name="T10" fmla="*/ 3986 w 4094"/>
                <a:gd name="T11" fmla="*/ 5332 h 8186"/>
                <a:gd name="T12" fmla="*/ 3997 w 4094"/>
                <a:gd name="T13" fmla="*/ 5339 h 8186"/>
                <a:gd name="T14" fmla="*/ 3987 w 4094"/>
                <a:gd name="T15" fmla="*/ 5357 h 8186"/>
                <a:gd name="T16" fmla="*/ 3991 w 4094"/>
                <a:gd name="T17" fmla="*/ 5359 h 8186"/>
                <a:gd name="T18" fmla="*/ 2565 w 4094"/>
                <a:gd name="T19" fmla="*/ 7829 h 8186"/>
                <a:gd name="T20" fmla="*/ 2519 w 4094"/>
                <a:gd name="T21" fmla="*/ 7908 h 8186"/>
                <a:gd name="T22" fmla="*/ 2503 w 4094"/>
                <a:gd name="T23" fmla="*/ 7935 h 8186"/>
                <a:gd name="T24" fmla="*/ 2502 w 4094"/>
                <a:gd name="T25" fmla="*/ 7934 h 8186"/>
                <a:gd name="T26" fmla="*/ 2047 w 4094"/>
                <a:gd name="T27" fmla="*/ 8186 h 8186"/>
                <a:gd name="T28" fmla="*/ 1562 w 4094"/>
                <a:gd name="T29" fmla="*/ 7876 h 8186"/>
                <a:gd name="T30" fmla="*/ 97 w 4094"/>
                <a:gd name="T31" fmla="*/ 5339 h 8186"/>
                <a:gd name="T32" fmla="*/ 109 w 4094"/>
                <a:gd name="T33" fmla="*/ 5331 h 8186"/>
                <a:gd name="T34" fmla="*/ 1 w 4094"/>
                <a:gd name="T35" fmla="*/ 5023 h 8186"/>
                <a:gd name="T36" fmla="*/ 541 w 4094"/>
                <a:gd name="T37" fmla="*/ 4469 h 8186"/>
                <a:gd name="T38" fmla="*/ 541 w 4094"/>
                <a:gd name="T39" fmla="*/ 4469 h 8186"/>
                <a:gd name="T40" fmla="*/ 541 w 4094"/>
                <a:gd name="T41" fmla="*/ 4469 h 8186"/>
                <a:gd name="T42" fmla="*/ 2047 w 4094"/>
                <a:gd name="T43" fmla="*/ 7228 h 8186"/>
                <a:gd name="T44" fmla="*/ 3213 w 4094"/>
                <a:gd name="T45" fmla="*/ 5209 h 8186"/>
                <a:gd name="T46" fmla="*/ 882 w 4094"/>
                <a:gd name="T47" fmla="*/ 5209 h 8186"/>
                <a:gd name="T48" fmla="*/ 2047 w 4094"/>
                <a:gd name="T49" fmla="*/ 7228 h 8186"/>
                <a:gd name="T50" fmla="*/ 3554 w 4094"/>
                <a:gd name="T51" fmla="*/ 3717 h 8186"/>
                <a:gd name="T52" fmla="*/ 3554 w 4094"/>
                <a:gd name="T53" fmla="*/ 3721 h 8186"/>
                <a:gd name="T54" fmla="*/ 579 w 4094"/>
                <a:gd name="T55" fmla="*/ 3721 h 8186"/>
                <a:gd name="T56" fmla="*/ 579 w 4094"/>
                <a:gd name="T57" fmla="*/ 3717 h 8186"/>
                <a:gd name="T58" fmla="*/ 559 w 4094"/>
                <a:gd name="T59" fmla="*/ 3721 h 8186"/>
                <a:gd name="T60" fmla="*/ 0 w 4094"/>
                <a:gd name="T61" fmla="*/ 3163 h 8186"/>
                <a:gd name="T62" fmla="*/ 118 w 4094"/>
                <a:gd name="T63" fmla="*/ 2835 h 8186"/>
                <a:gd name="T64" fmla="*/ 104 w 4094"/>
                <a:gd name="T65" fmla="*/ 2827 h 8186"/>
                <a:gd name="T66" fmla="*/ 1529 w 4094"/>
                <a:gd name="T67" fmla="*/ 357 h 8186"/>
                <a:gd name="T68" fmla="*/ 1576 w 4094"/>
                <a:gd name="T69" fmla="*/ 277 h 8186"/>
                <a:gd name="T70" fmla="*/ 1591 w 4094"/>
                <a:gd name="T71" fmla="*/ 251 h 8186"/>
                <a:gd name="T72" fmla="*/ 1593 w 4094"/>
                <a:gd name="T73" fmla="*/ 252 h 8186"/>
                <a:gd name="T74" fmla="*/ 2047 w 4094"/>
                <a:gd name="T75" fmla="*/ 0 h 8186"/>
                <a:gd name="T76" fmla="*/ 2570 w 4094"/>
                <a:gd name="T77" fmla="*/ 384 h 8186"/>
                <a:gd name="T78" fmla="*/ 3967 w 4094"/>
                <a:gd name="T79" fmla="*/ 2803 h 8186"/>
                <a:gd name="T80" fmla="*/ 3958 w 4094"/>
                <a:gd name="T81" fmla="*/ 2809 h 8186"/>
                <a:gd name="T82" fmla="*/ 4093 w 4094"/>
                <a:gd name="T83" fmla="*/ 3163 h 8186"/>
                <a:gd name="T84" fmla="*/ 3554 w 4094"/>
                <a:gd name="T85" fmla="*/ 3717 h 8186"/>
                <a:gd name="T86" fmla="*/ 3554 w 4094"/>
                <a:gd name="T87" fmla="*/ 3717 h 8186"/>
                <a:gd name="T88" fmla="*/ 3554 w 4094"/>
                <a:gd name="T89" fmla="*/ 3717 h 8186"/>
                <a:gd name="T90" fmla="*/ 3554 w 4094"/>
                <a:gd name="T91" fmla="*/ 3717 h 8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94" h="8186">
                  <a:moveTo>
                    <a:pt x="541" y="4469"/>
                  </a:moveTo>
                  <a:lnTo>
                    <a:pt x="541" y="4465"/>
                  </a:lnTo>
                  <a:lnTo>
                    <a:pt x="3524" y="4467"/>
                  </a:lnTo>
                  <a:cubicBezTo>
                    <a:pt x="3528" y="4466"/>
                    <a:pt x="3531" y="4465"/>
                    <a:pt x="3535" y="4465"/>
                  </a:cubicBezTo>
                  <a:cubicBezTo>
                    <a:pt x="3844" y="4465"/>
                    <a:pt x="4094" y="4715"/>
                    <a:pt x="4094" y="5023"/>
                  </a:cubicBezTo>
                  <a:cubicBezTo>
                    <a:pt x="4094" y="5141"/>
                    <a:pt x="4049" y="5243"/>
                    <a:pt x="3986" y="5332"/>
                  </a:cubicBezTo>
                  <a:lnTo>
                    <a:pt x="3997" y="5339"/>
                  </a:lnTo>
                  <a:lnTo>
                    <a:pt x="3987" y="5357"/>
                  </a:lnTo>
                  <a:lnTo>
                    <a:pt x="3991" y="5359"/>
                  </a:lnTo>
                  <a:lnTo>
                    <a:pt x="2565" y="7829"/>
                  </a:lnTo>
                  <a:cubicBezTo>
                    <a:pt x="2553" y="7858"/>
                    <a:pt x="2535" y="7882"/>
                    <a:pt x="2519" y="7908"/>
                  </a:cubicBezTo>
                  <a:lnTo>
                    <a:pt x="2503" y="7935"/>
                  </a:lnTo>
                  <a:lnTo>
                    <a:pt x="2502" y="7934"/>
                  </a:lnTo>
                  <a:cubicBezTo>
                    <a:pt x="2401" y="8082"/>
                    <a:pt x="2240" y="8186"/>
                    <a:pt x="2047" y="8186"/>
                  </a:cubicBezTo>
                  <a:cubicBezTo>
                    <a:pt x="1831" y="8186"/>
                    <a:pt x="1653" y="8057"/>
                    <a:pt x="1562" y="7876"/>
                  </a:cubicBezTo>
                  <a:lnTo>
                    <a:pt x="97" y="5339"/>
                  </a:lnTo>
                  <a:lnTo>
                    <a:pt x="109" y="5331"/>
                  </a:lnTo>
                  <a:cubicBezTo>
                    <a:pt x="46" y="5243"/>
                    <a:pt x="1" y="5141"/>
                    <a:pt x="1" y="5023"/>
                  </a:cubicBezTo>
                  <a:cubicBezTo>
                    <a:pt x="0" y="4721"/>
                    <a:pt x="241" y="4479"/>
                    <a:pt x="541" y="4469"/>
                  </a:cubicBezTo>
                  <a:lnTo>
                    <a:pt x="541" y="4469"/>
                  </a:lnTo>
                  <a:lnTo>
                    <a:pt x="541" y="4469"/>
                  </a:lnTo>
                  <a:close/>
                  <a:moveTo>
                    <a:pt x="2047" y="7228"/>
                  </a:moveTo>
                  <a:lnTo>
                    <a:pt x="3213" y="5209"/>
                  </a:lnTo>
                  <a:lnTo>
                    <a:pt x="882" y="5209"/>
                  </a:lnTo>
                  <a:lnTo>
                    <a:pt x="2047" y="7228"/>
                  </a:lnTo>
                  <a:close/>
                  <a:moveTo>
                    <a:pt x="3554" y="3717"/>
                  </a:moveTo>
                  <a:lnTo>
                    <a:pt x="3554" y="3721"/>
                  </a:lnTo>
                  <a:lnTo>
                    <a:pt x="579" y="3721"/>
                  </a:lnTo>
                  <a:lnTo>
                    <a:pt x="579" y="3717"/>
                  </a:lnTo>
                  <a:cubicBezTo>
                    <a:pt x="572" y="3717"/>
                    <a:pt x="566" y="3721"/>
                    <a:pt x="559" y="3721"/>
                  </a:cubicBezTo>
                  <a:cubicBezTo>
                    <a:pt x="250" y="3721"/>
                    <a:pt x="0" y="3471"/>
                    <a:pt x="0" y="3163"/>
                  </a:cubicBezTo>
                  <a:cubicBezTo>
                    <a:pt x="0" y="3038"/>
                    <a:pt x="49" y="2928"/>
                    <a:pt x="118" y="2835"/>
                  </a:cubicBezTo>
                  <a:lnTo>
                    <a:pt x="104" y="2827"/>
                  </a:lnTo>
                  <a:lnTo>
                    <a:pt x="1529" y="357"/>
                  </a:lnTo>
                  <a:cubicBezTo>
                    <a:pt x="1541" y="328"/>
                    <a:pt x="1560" y="304"/>
                    <a:pt x="1576" y="277"/>
                  </a:cubicBezTo>
                  <a:lnTo>
                    <a:pt x="1591" y="251"/>
                  </a:lnTo>
                  <a:lnTo>
                    <a:pt x="1593" y="252"/>
                  </a:lnTo>
                  <a:cubicBezTo>
                    <a:pt x="1693" y="103"/>
                    <a:pt x="1854" y="0"/>
                    <a:pt x="2047" y="0"/>
                  </a:cubicBezTo>
                  <a:cubicBezTo>
                    <a:pt x="2293" y="0"/>
                    <a:pt x="2496" y="162"/>
                    <a:pt x="2570" y="384"/>
                  </a:cubicBezTo>
                  <a:lnTo>
                    <a:pt x="3967" y="2803"/>
                  </a:lnTo>
                  <a:lnTo>
                    <a:pt x="3958" y="2809"/>
                  </a:lnTo>
                  <a:cubicBezTo>
                    <a:pt x="4039" y="2906"/>
                    <a:pt x="4093" y="3026"/>
                    <a:pt x="4093" y="3163"/>
                  </a:cubicBezTo>
                  <a:cubicBezTo>
                    <a:pt x="4094" y="3465"/>
                    <a:pt x="3853" y="3707"/>
                    <a:pt x="3554" y="3717"/>
                  </a:cubicBezTo>
                  <a:lnTo>
                    <a:pt x="3554" y="3717"/>
                  </a:lnTo>
                  <a:lnTo>
                    <a:pt x="3554" y="3717"/>
                  </a:lnTo>
                  <a:close/>
                  <a:moveTo>
                    <a:pt x="3554" y="3717"/>
                  </a:moveTo>
                  <a:close/>
                </a:path>
              </a:pathLst>
            </a:custGeom>
            <a:solidFill>
              <a:schemeClr val="bg1"/>
            </a:solidFill>
            <a:ln>
              <a:noFill/>
            </a:ln>
          </p:spPr>
        </p:sp>
      </p:grpSp>
      <p:grpSp>
        <p:nvGrpSpPr>
          <p:cNvPr id="16" name="组合 15"/>
          <p:cNvGrpSpPr/>
          <p:nvPr userDrawn="1"/>
        </p:nvGrpSpPr>
        <p:grpSpPr>
          <a:xfrm>
            <a:off x="6134588" y="2087991"/>
            <a:ext cx="1102039" cy="1445390"/>
            <a:chOff x="6277114" y="2725012"/>
            <a:chExt cx="1101930" cy="1445390"/>
          </a:xfrm>
        </p:grpSpPr>
        <p:sp>
          <p:nvSpPr>
            <p:cNvPr id="17" name="箭头: V 形 3"/>
            <p:cNvSpPr/>
            <p:nvPr>
              <p:custDataLst>
                <p:tags r:id="rId11"/>
              </p:custDataLst>
            </p:nvPr>
          </p:nvSpPr>
          <p:spPr>
            <a:xfrm rot="4788010">
              <a:off x="6105384" y="2896742"/>
              <a:ext cx="1445390" cy="1101930"/>
            </a:xfrm>
            <a:custGeom>
              <a:avLst/>
              <a:gdLst>
                <a:gd name="connsiteX0" fmla="*/ 0 w 1796757"/>
                <a:gd name="connsiteY0" fmla="*/ 0 h 529372"/>
                <a:gd name="connsiteX1" fmla="*/ 1532071 w 1796757"/>
                <a:gd name="connsiteY1" fmla="*/ 0 h 529372"/>
                <a:gd name="connsiteX2" fmla="*/ 1796757 w 1796757"/>
                <a:gd name="connsiteY2" fmla="*/ 264686 h 529372"/>
                <a:gd name="connsiteX3" fmla="*/ 1532071 w 1796757"/>
                <a:gd name="connsiteY3" fmla="*/ 529372 h 529372"/>
                <a:gd name="connsiteX4" fmla="*/ 0 w 1796757"/>
                <a:gd name="connsiteY4" fmla="*/ 529372 h 529372"/>
                <a:gd name="connsiteX5" fmla="*/ 264686 w 1796757"/>
                <a:gd name="connsiteY5" fmla="*/ 264686 h 529372"/>
                <a:gd name="connsiteX6" fmla="*/ 0 w 1796757"/>
                <a:gd name="connsiteY6" fmla="*/ 0 h 529372"/>
                <a:gd name="connsiteX0-1" fmla="*/ 364067 w 1796757"/>
                <a:gd name="connsiteY0-2" fmla="*/ 905934 h 905934"/>
                <a:gd name="connsiteX1-3" fmla="*/ 1532071 w 1796757"/>
                <a:gd name="connsiteY1-4" fmla="*/ 0 h 905934"/>
                <a:gd name="connsiteX2-5" fmla="*/ 1796757 w 1796757"/>
                <a:gd name="connsiteY2-6" fmla="*/ 264686 h 905934"/>
                <a:gd name="connsiteX3-7" fmla="*/ 1532071 w 1796757"/>
                <a:gd name="connsiteY3-8" fmla="*/ 529372 h 905934"/>
                <a:gd name="connsiteX4-9" fmla="*/ 0 w 1796757"/>
                <a:gd name="connsiteY4-10" fmla="*/ 529372 h 905934"/>
                <a:gd name="connsiteX5-11" fmla="*/ 264686 w 1796757"/>
                <a:gd name="connsiteY5-12" fmla="*/ 264686 h 905934"/>
                <a:gd name="connsiteX6-13" fmla="*/ 364067 w 1796757"/>
                <a:gd name="connsiteY6-14" fmla="*/ 905934 h 905934"/>
                <a:gd name="connsiteX0-15" fmla="*/ 99381 w 1532071"/>
                <a:gd name="connsiteY0-16" fmla="*/ 905934 h 1105105"/>
                <a:gd name="connsiteX1-17" fmla="*/ 1267385 w 1532071"/>
                <a:gd name="connsiteY1-18" fmla="*/ 0 h 1105105"/>
                <a:gd name="connsiteX2-19" fmla="*/ 1532071 w 1532071"/>
                <a:gd name="connsiteY2-20" fmla="*/ 264686 h 1105105"/>
                <a:gd name="connsiteX3-21" fmla="*/ 1267385 w 1532071"/>
                <a:gd name="connsiteY3-22" fmla="*/ 529372 h 1105105"/>
                <a:gd name="connsiteX4-23" fmla="*/ 565047 w 1532071"/>
                <a:gd name="connsiteY4-24" fmla="*/ 1105105 h 1105105"/>
                <a:gd name="connsiteX5-25" fmla="*/ 0 w 1532071"/>
                <a:gd name="connsiteY5-26" fmla="*/ 264686 h 1105105"/>
                <a:gd name="connsiteX6-27" fmla="*/ 99381 w 1532071"/>
                <a:gd name="connsiteY6-28" fmla="*/ 905934 h 1105105"/>
                <a:gd name="connsiteX0-29" fmla="*/ 0 w 1432690"/>
                <a:gd name="connsiteY0-30" fmla="*/ 905934 h 1105105"/>
                <a:gd name="connsiteX1-31" fmla="*/ 1168004 w 1432690"/>
                <a:gd name="connsiteY1-32" fmla="*/ 0 h 1105105"/>
                <a:gd name="connsiteX2-33" fmla="*/ 1432690 w 1432690"/>
                <a:gd name="connsiteY2-34" fmla="*/ 264686 h 1105105"/>
                <a:gd name="connsiteX3-35" fmla="*/ 1168004 w 1432690"/>
                <a:gd name="connsiteY3-36" fmla="*/ 529372 h 1105105"/>
                <a:gd name="connsiteX4-37" fmla="*/ 465666 w 1432690"/>
                <a:gd name="connsiteY4-38" fmla="*/ 1105105 h 1105105"/>
                <a:gd name="connsiteX5-39" fmla="*/ 264685 w 1432690"/>
                <a:gd name="connsiteY5-40" fmla="*/ 925086 h 1105105"/>
                <a:gd name="connsiteX6-41" fmla="*/ 0 w 1432690"/>
                <a:gd name="connsiteY6-42" fmla="*/ 905934 h 1105105"/>
                <a:gd name="connsiteX0-43" fmla="*/ 0 w 1432690"/>
                <a:gd name="connsiteY0-44" fmla="*/ 905934 h 1105105"/>
                <a:gd name="connsiteX1-45" fmla="*/ 1168004 w 1432690"/>
                <a:gd name="connsiteY1-46" fmla="*/ 0 h 1105105"/>
                <a:gd name="connsiteX2-47" fmla="*/ 1432690 w 1432690"/>
                <a:gd name="connsiteY2-48" fmla="*/ 264686 h 1105105"/>
                <a:gd name="connsiteX3-49" fmla="*/ 1168004 w 1432690"/>
                <a:gd name="connsiteY3-50" fmla="*/ 529372 h 1105105"/>
                <a:gd name="connsiteX4-51" fmla="*/ 465666 w 1432690"/>
                <a:gd name="connsiteY4-52" fmla="*/ 1105105 h 1105105"/>
                <a:gd name="connsiteX5-53" fmla="*/ 264685 w 1432690"/>
                <a:gd name="connsiteY5-54" fmla="*/ 925086 h 1105105"/>
                <a:gd name="connsiteX6-55" fmla="*/ 0 w 1432690"/>
                <a:gd name="connsiteY6-56" fmla="*/ 905934 h 1105105"/>
                <a:gd name="connsiteX0-57" fmla="*/ 0 w 1432690"/>
                <a:gd name="connsiteY0-58" fmla="*/ 905934 h 1105105"/>
                <a:gd name="connsiteX1-59" fmla="*/ 1168004 w 1432690"/>
                <a:gd name="connsiteY1-60" fmla="*/ 0 h 1105105"/>
                <a:gd name="connsiteX2-61" fmla="*/ 1432690 w 1432690"/>
                <a:gd name="connsiteY2-62" fmla="*/ 264686 h 1105105"/>
                <a:gd name="connsiteX3-63" fmla="*/ 1168004 w 1432690"/>
                <a:gd name="connsiteY3-64" fmla="*/ 529372 h 1105105"/>
                <a:gd name="connsiteX4-65" fmla="*/ 465666 w 1432690"/>
                <a:gd name="connsiteY4-66" fmla="*/ 1105105 h 1105105"/>
                <a:gd name="connsiteX5-67" fmla="*/ 264685 w 1432690"/>
                <a:gd name="connsiteY5-68" fmla="*/ 925086 h 1105105"/>
                <a:gd name="connsiteX6-69" fmla="*/ 0 w 1432690"/>
                <a:gd name="connsiteY6-70" fmla="*/ 905934 h 1105105"/>
                <a:gd name="connsiteX0-71" fmla="*/ 0 w 1432690"/>
                <a:gd name="connsiteY0-72" fmla="*/ 905934 h 1105105"/>
                <a:gd name="connsiteX1-73" fmla="*/ 1168004 w 1432690"/>
                <a:gd name="connsiteY1-74" fmla="*/ 0 h 1105105"/>
                <a:gd name="connsiteX2-75" fmla="*/ 1432690 w 1432690"/>
                <a:gd name="connsiteY2-76" fmla="*/ 264686 h 1105105"/>
                <a:gd name="connsiteX3-77" fmla="*/ 1168004 w 1432690"/>
                <a:gd name="connsiteY3-78" fmla="*/ 529372 h 1105105"/>
                <a:gd name="connsiteX4-79" fmla="*/ 465666 w 1432690"/>
                <a:gd name="connsiteY4-80" fmla="*/ 1105105 h 1105105"/>
                <a:gd name="connsiteX5-81" fmla="*/ 264685 w 1432690"/>
                <a:gd name="connsiteY5-82" fmla="*/ 925086 h 1105105"/>
                <a:gd name="connsiteX6-83" fmla="*/ 0 w 1432690"/>
                <a:gd name="connsiteY6-84" fmla="*/ 905934 h 1105105"/>
                <a:gd name="connsiteX0-85" fmla="*/ 0 w 1432690"/>
                <a:gd name="connsiteY0-86" fmla="*/ 905934 h 1105105"/>
                <a:gd name="connsiteX1-87" fmla="*/ 1168004 w 1432690"/>
                <a:gd name="connsiteY1-88" fmla="*/ 0 h 1105105"/>
                <a:gd name="connsiteX2-89" fmla="*/ 1432690 w 1432690"/>
                <a:gd name="connsiteY2-90" fmla="*/ 264686 h 1105105"/>
                <a:gd name="connsiteX3-91" fmla="*/ 1168004 w 1432690"/>
                <a:gd name="connsiteY3-92" fmla="*/ 529372 h 1105105"/>
                <a:gd name="connsiteX4-93" fmla="*/ 465666 w 1432690"/>
                <a:gd name="connsiteY4-94" fmla="*/ 1105105 h 1105105"/>
                <a:gd name="connsiteX5-95" fmla="*/ 264685 w 1432690"/>
                <a:gd name="connsiteY5-96" fmla="*/ 925086 h 1105105"/>
                <a:gd name="connsiteX6-97" fmla="*/ 0 w 1432690"/>
                <a:gd name="connsiteY6-98" fmla="*/ 905934 h 1105105"/>
                <a:gd name="connsiteX0-99" fmla="*/ 0 w 1432690"/>
                <a:gd name="connsiteY0-100" fmla="*/ 905934 h 1105105"/>
                <a:gd name="connsiteX1-101" fmla="*/ 1168004 w 1432690"/>
                <a:gd name="connsiteY1-102" fmla="*/ 0 h 1105105"/>
                <a:gd name="connsiteX2-103" fmla="*/ 1432690 w 1432690"/>
                <a:gd name="connsiteY2-104" fmla="*/ 264686 h 1105105"/>
                <a:gd name="connsiteX3-105" fmla="*/ 1168004 w 1432690"/>
                <a:gd name="connsiteY3-106" fmla="*/ 529372 h 1105105"/>
                <a:gd name="connsiteX4-107" fmla="*/ 465666 w 1432690"/>
                <a:gd name="connsiteY4-108" fmla="*/ 1105105 h 1105105"/>
                <a:gd name="connsiteX5-109" fmla="*/ 264685 w 1432690"/>
                <a:gd name="connsiteY5-110" fmla="*/ 925086 h 1105105"/>
                <a:gd name="connsiteX6-111" fmla="*/ 0 w 1432690"/>
                <a:gd name="connsiteY6-112" fmla="*/ 905934 h 1105105"/>
                <a:gd name="connsiteX0-113" fmla="*/ 0 w 1432690"/>
                <a:gd name="connsiteY0-114" fmla="*/ 905934 h 1101930"/>
                <a:gd name="connsiteX1-115" fmla="*/ 1168004 w 1432690"/>
                <a:gd name="connsiteY1-116" fmla="*/ 0 h 1101930"/>
                <a:gd name="connsiteX2-117" fmla="*/ 1432690 w 1432690"/>
                <a:gd name="connsiteY2-118" fmla="*/ 264686 h 1101930"/>
                <a:gd name="connsiteX3-119" fmla="*/ 1168004 w 1432690"/>
                <a:gd name="connsiteY3-120" fmla="*/ 529372 h 1101930"/>
                <a:gd name="connsiteX4-121" fmla="*/ 491066 w 1432690"/>
                <a:gd name="connsiteY4-122" fmla="*/ 1101930 h 1101930"/>
                <a:gd name="connsiteX5-123" fmla="*/ 264685 w 1432690"/>
                <a:gd name="connsiteY5-124" fmla="*/ 925086 h 1101930"/>
                <a:gd name="connsiteX6-125" fmla="*/ 0 w 1432690"/>
                <a:gd name="connsiteY6-126" fmla="*/ 905934 h 1101930"/>
                <a:gd name="connsiteX0-127" fmla="*/ 0 w 1432690"/>
                <a:gd name="connsiteY0-128" fmla="*/ 905934 h 1101930"/>
                <a:gd name="connsiteX1-129" fmla="*/ 1168004 w 1432690"/>
                <a:gd name="connsiteY1-130" fmla="*/ 0 h 1101930"/>
                <a:gd name="connsiteX2-131" fmla="*/ 1432690 w 1432690"/>
                <a:gd name="connsiteY2-132" fmla="*/ 264686 h 1101930"/>
                <a:gd name="connsiteX3-133" fmla="*/ 1168004 w 1432690"/>
                <a:gd name="connsiteY3-134" fmla="*/ 529372 h 1101930"/>
                <a:gd name="connsiteX4-135" fmla="*/ 491066 w 1432690"/>
                <a:gd name="connsiteY4-136" fmla="*/ 1101930 h 1101930"/>
                <a:gd name="connsiteX5-137" fmla="*/ 264685 w 1432690"/>
                <a:gd name="connsiteY5-138" fmla="*/ 925086 h 1101930"/>
                <a:gd name="connsiteX6-139" fmla="*/ 0 w 1432690"/>
                <a:gd name="connsiteY6-140" fmla="*/ 905934 h 1101930"/>
                <a:gd name="connsiteX0-141" fmla="*/ 0 w 1432690"/>
                <a:gd name="connsiteY0-142" fmla="*/ 905934 h 1101930"/>
                <a:gd name="connsiteX1-143" fmla="*/ 1168004 w 1432690"/>
                <a:gd name="connsiteY1-144" fmla="*/ 0 h 1101930"/>
                <a:gd name="connsiteX2-145" fmla="*/ 1432690 w 1432690"/>
                <a:gd name="connsiteY2-146" fmla="*/ 264686 h 1101930"/>
                <a:gd name="connsiteX3-147" fmla="*/ 1168004 w 1432690"/>
                <a:gd name="connsiteY3-148" fmla="*/ 529372 h 1101930"/>
                <a:gd name="connsiteX4-149" fmla="*/ 491066 w 1432690"/>
                <a:gd name="connsiteY4-150" fmla="*/ 1101930 h 1101930"/>
                <a:gd name="connsiteX5-151" fmla="*/ 264685 w 1432690"/>
                <a:gd name="connsiteY5-152" fmla="*/ 925086 h 1101930"/>
                <a:gd name="connsiteX6-153" fmla="*/ 0 w 1432690"/>
                <a:gd name="connsiteY6-154" fmla="*/ 905934 h 1101930"/>
                <a:gd name="connsiteX0-155" fmla="*/ 0 w 1432690"/>
                <a:gd name="connsiteY0-156" fmla="*/ 905934 h 1101930"/>
                <a:gd name="connsiteX1-157" fmla="*/ 1168004 w 1432690"/>
                <a:gd name="connsiteY1-158" fmla="*/ 0 h 1101930"/>
                <a:gd name="connsiteX2-159" fmla="*/ 1432690 w 1432690"/>
                <a:gd name="connsiteY2-160" fmla="*/ 264686 h 1101930"/>
                <a:gd name="connsiteX3-161" fmla="*/ 1168004 w 1432690"/>
                <a:gd name="connsiteY3-162" fmla="*/ 529372 h 1101930"/>
                <a:gd name="connsiteX4-163" fmla="*/ 491066 w 1432690"/>
                <a:gd name="connsiteY4-164" fmla="*/ 1101930 h 1101930"/>
                <a:gd name="connsiteX5-165" fmla="*/ 264685 w 1432690"/>
                <a:gd name="connsiteY5-166" fmla="*/ 925086 h 1101930"/>
                <a:gd name="connsiteX6-167" fmla="*/ 0 w 1432690"/>
                <a:gd name="connsiteY6-168" fmla="*/ 905934 h 1101930"/>
                <a:gd name="connsiteX0-169" fmla="*/ 0 w 1432690"/>
                <a:gd name="connsiteY0-170" fmla="*/ 905934 h 1101930"/>
                <a:gd name="connsiteX1-171" fmla="*/ 1168004 w 1432690"/>
                <a:gd name="connsiteY1-172" fmla="*/ 0 h 1101930"/>
                <a:gd name="connsiteX2-173" fmla="*/ 1432690 w 1432690"/>
                <a:gd name="connsiteY2-174" fmla="*/ 264686 h 1101930"/>
                <a:gd name="connsiteX3-175" fmla="*/ 1168004 w 1432690"/>
                <a:gd name="connsiteY3-176" fmla="*/ 529372 h 1101930"/>
                <a:gd name="connsiteX4-177" fmla="*/ 491066 w 1432690"/>
                <a:gd name="connsiteY4-178" fmla="*/ 1101930 h 1101930"/>
                <a:gd name="connsiteX5-179" fmla="*/ 264685 w 1432690"/>
                <a:gd name="connsiteY5-180" fmla="*/ 925086 h 1101930"/>
                <a:gd name="connsiteX6-181" fmla="*/ 0 w 1432690"/>
                <a:gd name="connsiteY6-182" fmla="*/ 905934 h 1101930"/>
                <a:gd name="connsiteX0-183" fmla="*/ 0 w 1432690"/>
                <a:gd name="connsiteY0-184" fmla="*/ 905934 h 1101930"/>
                <a:gd name="connsiteX1-185" fmla="*/ 1168004 w 1432690"/>
                <a:gd name="connsiteY1-186" fmla="*/ 0 h 1101930"/>
                <a:gd name="connsiteX2-187" fmla="*/ 1432690 w 1432690"/>
                <a:gd name="connsiteY2-188" fmla="*/ 264686 h 1101930"/>
                <a:gd name="connsiteX3-189" fmla="*/ 1168004 w 1432690"/>
                <a:gd name="connsiteY3-190" fmla="*/ 529372 h 1101930"/>
                <a:gd name="connsiteX4-191" fmla="*/ 491066 w 1432690"/>
                <a:gd name="connsiteY4-192" fmla="*/ 1101930 h 1101930"/>
                <a:gd name="connsiteX5-193" fmla="*/ 264685 w 1432690"/>
                <a:gd name="connsiteY5-194" fmla="*/ 925086 h 1101930"/>
                <a:gd name="connsiteX6-195" fmla="*/ 0 w 1432690"/>
                <a:gd name="connsiteY6-196" fmla="*/ 905934 h 1101930"/>
                <a:gd name="connsiteX0-197" fmla="*/ 0 w 1432690"/>
                <a:gd name="connsiteY0-198" fmla="*/ 905934 h 1101930"/>
                <a:gd name="connsiteX1-199" fmla="*/ 1168004 w 1432690"/>
                <a:gd name="connsiteY1-200" fmla="*/ 0 h 1101930"/>
                <a:gd name="connsiteX2-201" fmla="*/ 1432690 w 1432690"/>
                <a:gd name="connsiteY2-202" fmla="*/ 264686 h 1101930"/>
                <a:gd name="connsiteX3-203" fmla="*/ 1180704 w 1432690"/>
                <a:gd name="connsiteY3-204" fmla="*/ 529372 h 1101930"/>
                <a:gd name="connsiteX4-205" fmla="*/ 491066 w 1432690"/>
                <a:gd name="connsiteY4-206" fmla="*/ 1101930 h 1101930"/>
                <a:gd name="connsiteX5-207" fmla="*/ 264685 w 1432690"/>
                <a:gd name="connsiteY5-208" fmla="*/ 925086 h 1101930"/>
                <a:gd name="connsiteX6-209" fmla="*/ 0 w 1432690"/>
                <a:gd name="connsiteY6-210" fmla="*/ 905934 h 1101930"/>
                <a:gd name="connsiteX0-211" fmla="*/ 0 w 1432690"/>
                <a:gd name="connsiteY0-212" fmla="*/ 905934 h 1101930"/>
                <a:gd name="connsiteX1-213" fmla="*/ 1168004 w 1432690"/>
                <a:gd name="connsiteY1-214" fmla="*/ 0 h 1101930"/>
                <a:gd name="connsiteX2-215" fmla="*/ 1432690 w 1432690"/>
                <a:gd name="connsiteY2-216" fmla="*/ 264686 h 1101930"/>
                <a:gd name="connsiteX3-217" fmla="*/ 1180704 w 1432690"/>
                <a:gd name="connsiteY3-218" fmla="*/ 535722 h 1101930"/>
                <a:gd name="connsiteX4-219" fmla="*/ 491066 w 1432690"/>
                <a:gd name="connsiteY4-220" fmla="*/ 1101930 h 1101930"/>
                <a:gd name="connsiteX5-221" fmla="*/ 264685 w 1432690"/>
                <a:gd name="connsiteY5-222" fmla="*/ 925086 h 1101930"/>
                <a:gd name="connsiteX6-223" fmla="*/ 0 w 1432690"/>
                <a:gd name="connsiteY6-224" fmla="*/ 905934 h 1101930"/>
                <a:gd name="connsiteX0-225" fmla="*/ 0 w 1432690"/>
                <a:gd name="connsiteY0-226" fmla="*/ 905934 h 1101930"/>
                <a:gd name="connsiteX1-227" fmla="*/ 1168004 w 1432690"/>
                <a:gd name="connsiteY1-228" fmla="*/ 0 h 1101930"/>
                <a:gd name="connsiteX2-229" fmla="*/ 1432690 w 1432690"/>
                <a:gd name="connsiteY2-230" fmla="*/ 264686 h 1101930"/>
                <a:gd name="connsiteX3-231" fmla="*/ 1180704 w 1432690"/>
                <a:gd name="connsiteY3-232" fmla="*/ 535722 h 1101930"/>
                <a:gd name="connsiteX4-233" fmla="*/ 491066 w 1432690"/>
                <a:gd name="connsiteY4-234" fmla="*/ 1101930 h 1101930"/>
                <a:gd name="connsiteX5-235" fmla="*/ 347235 w 1432690"/>
                <a:gd name="connsiteY5-236" fmla="*/ 804436 h 1101930"/>
                <a:gd name="connsiteX6-237" fmla="*/ 0 w 1432690"/>
                <a:gd name="connsiteY6-238" fmla="*/ 905934 h 1101930"/>
                <a:gd name="connsiteX0-239" fmla="*/ 0 w 1451740"/>
                <a:gd name="connsiteY0-240" fmla="*/ 905934 h 1101930"/>
                <a:gd name="connsiteX1-241" fmla="*/ 1168004 w 1451740"/>
                <a:gd name="connsiteY1-242" fmla="*/ 0 h 1101930"/>
                <a:gd name="connsiteX2-243" fmla="*/ 1451740 w 1451740"/>
                <a:gd name="connsiteY2-244" fmla="*/ 302786 h 1101930"/>
                <a:gd name="connsiteX3-245" fmla="*/ 1180704 w 1451740"/>
                <a:gd name="connsiteY3-246" fmla="*/ 535722 h 1101930"/>
                <a:gd name="connsiteX4-247" fmla="*/ 491066 w 1451740"/>
                <a:gd name="connsiteY4-248" fmla="*/ 1101930 h 1101930"/>
                <a:gd name="connsiteX5-249" fmla="*/ 347235 w 1451740"/>
                <a:gd name="connsiteY5-250" fmla="*/ 804436 h 1101930"/>
                <a:gd name="connsiteX6-251" fmla="*/ 0 w 1451740"/>
                <a:gd name="connsiteY6-252" fmla="*/ 905934 h 1101930"/>
                <a:gd name="connsiteX0-253" fmla="*/ 0 w 1445390"/>
                <a:gd name="connsiteY0-254" fmla="*/ 905934 h 1101930"/>
                <a:gd name="connsiteX1-255" fmla="*/ 1168004 w 1445390"/>
                <a:gd name="connsiteY1-256" fmla="*/ 0 h 1101930"/>
                <a:gd name="connsiteX2-257" fmla="*/ 1445390 w 1445390"/>
                <a:gd name="connsiteY2-258" fmla="*/ 267861 h 1101930"/>
                <a:gd name="connsiteX3-259" fmla="*/ 1180704 w 1445390"/>
                <a:gd name="connsiteY3-260" fmla="*/ 535722 h 1101930"/>
                <a:gd name="connsiteX4-261" fmla="*/ 491066 w 1445390"/>
                <a:gd name="connsiteY4-262" fmla="*/ 1101930 h 1101930"/>
                <a:gd name="connsiteX5-263" fmla="*/ 347235 w 1445390"/>
                <a:gd name="connsiteY5-264" fmla="*/ 804436 h 1101930"/>
                <a:gd name="connsiteX6-265" fmla="*/ 0 w 1445390"/>
                <a:gd name="connsiteY6-266" fmla="*/ 905934 h 1101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445390" h="1101930">
                  <a:moveTo>
                    <a:pt x="0" y="905934"/>
                  </a:moveTo>
                  <a:cubicBezTo>
                    <a:pt x="208360" y="273756"/>
                    <a:pt x="791369" y="16228"/>
                    <a:pt x="1168004" y="0"/>
                  </a:cubicBezTo>
                  <a:lnTo>
                    <a:pt x="1445390" y="267861"/>
                  </a:lnTo>
                  <a:lnTo>
                    <a:pt x="1180704" y="535722"/>
                  </a:lnTo>
                  <a:cubicBezTo>
                    <a:pt x="961408" y="564650"/>
                    <a:pt x="624637" y="672952"/>
                    <a:pt x="491066" y="1101930"/>
                  </a:cubicBezTo>
                  <a:lnTo>
                    <a:pt x="347235" y="804436"/>
                  </a:lnTo>
                  <a:lnTo>
                    <a:pt x="0" y="90593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18" name="iconfont-1187-868307"/>
            <p:cNvSpPr>
              <a:spLocks noChangeAspect="1"/>
            </p:cNvSpPr>
            <p:nvPr>
              <p:custDataLst>
                <p:tags r:id="rId12"/>
              </p:custDataLst>
            </p:nvPr>
          </p:nvSpPr>
          <p:spPr bwMode="auto">
            <a:xfrm>
              <a:off x="6839537" y="3259441"/>
              <a:ext cx="288040" cy="281972"/>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chemeClr val="bg1"/>
            </a:solidFill>
            <a:ln>
              <a:noFill/>
            </a:ln>
          </p:spPr>
        </p:sp>
      </p:grpSp>
      <p:sp>
        <p:nvSpPr>
          <p:cNvPr id="22" name="文本占位符 21"/>
          <p:cNvSpPr>
            <a:spLocks noGrp="1"/>
          </p:cNvSpPr>
          <p:nvPr>
            <p:ph type="body" sz="quarter" idx="13" hasCustomPrompt="1"/>
            <p:custDataLst>
              <p:tags r:id="rId2"/>
            </p:custDataLst>
          </p:nvPr>
        </p:nvSpPr>
        <p:spPr>
          <a:xfrm>
            <a:off x="713175" y="3894455"/>
            <a:ext cx="3868166"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6" name="文本占位符 21"/>
          <p:cNvSpPr>
            <a:spLocks noGrp="1"/>
          </p:cNvSpPr>
          <p:nvPr>
            <p:ph type="body" sz="quarter" idx="14" hasCustomPrompt="1"/>
            <p:custDataLst>
              <p:tags r:id="rId3"/>
            </p:custDataLst>
          </p:nvPr>
        </p:nvSpPr>
        <p:spPr>
          <a:xfrm>
            <a:off x="703649" y="1696085"/>
            <a:ext cx="3878327" cy="419100"/>
          </a:xfrm>
          <a:prstGeom prst="rect">
            <a:avLst/>
          </a:prstGeom>
        </p:spPr>
        <p:txBody>
          <a:bodyPr>
            <a:normAutofit/>
          </a:bodyPr>
          <a:lstStyle>
            <a:lvl1pPr marL="0" indent="0" algn="r">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t>此处编辑小标题</a:t>
            </a:r>
          </a:p>
        </p:txBody>
      </p:sp>
      <p:sp>
        <p:nvSpPr>
          <p:cNvPr id="29" name="文本占位符 21"/>
          <p:cNvSpPr>
            <a:spLocks noGrp="1"/>
          </p:cNvSpPr>
          <p:nvPr>
            <p:ph type="body" sz="quarter" idx="15" hasCustomPrompt="1"/>
            <p:custDataLst>
              <p:tags r:id="rId4"/>
            </p:custDataLst>
          </p:nvPr>
        </p:nvSpPr>
        <p:spPr>
          <a:xfrm>
            <a:off x="7484847" y="1696085"/>
            <a:ext cx="3868166"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33" name="文本占位符 21"/>
          <p:cNvSpPr>
            <a:spLocks noGrp="1"/>
          </p:cNvSpPr>
          <p:nvPr>
            <p:ph type="body" sz="quarter" idx="16" hasCustomPrompt="1"/>
            <p:custDataLst>
              <p:tags r:id="rId5"/>
            </p:custDataLst>
          </p:nvPr>
        </p:nvSpPr>
        <p:spPr>
          <a:xfrm>
            <a:off x="7484847" y="3751580"/>
            <a:ext cx="3868166" cy="419100"/>
          </a:xfrm>
          <a:prstGeom prst="rect">
            <a:avLst/>
          </a:prstGeom>
        </p:spPr>
        <p:txBody>
          <a:bodyPr>
            <a:normAutofit/>
          </a:bodyPr>
          <a:lstStyle>
            <a:lvl1pPr marL="0" indent="0" algn="l">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9" name="文本框 18"/>
          <p:cNvSpPr txBox="1"/>
          <p:nvPr userDrawn="1">
            <p:custDataLst>
              <p:tags r:id="rId6"/>
            </p:custDataLst>
          </p:nvPr>
        </p:nvSpPr>
        <p:spPr>
          <a:xfrm>
            <a:off x="1245793" y="2669557"/>
            <a:ext cx="184731" cy="369332"/>
          </a:xfrm>
          <a:prstGeom prst="rect">
            <a:avLst/>
          </a:prstGeom>
          <a:noFill/>
        </p:spPr>
        <p:txBody>
          <a:bodyPr wrap="none" rtlCol="0">
            <a:spAutoFit/>
          </a:bodyPr>
          <a:lstStyle/>
          <a:p>
            <a:endParaRPr kumimoji="1" lang="zh-CN" altLang="en-US" dirty="0">
              <a:latin typeface="微软雅黑" panose="020B0503020204020204" charset="-122"/>
              <a:ea typeface="微软雅黑" panose="020B0503020204020204" charset="-122"/>
            </a:endParaRPr>
          </a:p>
        </p:txBody>
      </p:sp>
      <p:sp>
        <p:nvSpPr>
          <p:cNvPr id="20" name="文本占位符 19"/>
          <p:cNvSpPr>
            <a:spLocks noGrp="1"/>
          </p:cNvSpPr>
          <p:nvPr>
            <p:ph type="body" sz="quarter" idx="17" hasCustomPrompt="1"/>
            <p:custDataLst>
              <p:tags r:id="rId7"/>
            </p:custDataLst>
          </p:nvPr>
        </p:nvSpPr>
        <p:spPr>
          <a:xfrm>
            <a:off x="703263" y="2135188"/>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1" name="文本占位符 16"/>
          <p:cNvSpPr>
            <a:spLocks noGrp="1"/>
          </p:cNvSpPr>
          <p:nvPr>
            <p:ph type="body" sz="quarter" idx="18" hasCustomPrompt="1"/>
            <p:custDataLst>
              <p:tags r:id="rId8"/>
            </p:custDataLst>
          </p:nvPr>
        </p:nvSpPr>
        <p:spPr>
          <a:xfrm>
            <a:off x="703263" y="4333324"/>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3" name="文本占位符 16"/>
          <p:cNvSpPr>
            <a:spLocks noGrp="1"/>
          </p:cNvSpPr>
          <p:nvPr>
            <p:ph type="body" sz="quarter" idx="19" hasCustomPrompt="1"/>
            <p:custDataLst>
              <p:tags r:id="rId9"/>
            </p:custDataLst>
          </p:nvPr>
        </p:nvSpPr>
        <p:spPr>
          <a:xfrm>
            <a:off x="7490688" y="2141538"/>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6"/>
          <p:cNvSpPr>
            <a:spLocks noGrp="1"/>
          </p:cNvSpPr>
          <p:nvPr>
            <p:ph type="body" sz="quarter" idx="20" hasCustomPrompt="1"/>
            <p:custDataLst>
              <p:tags r:id="rId10"/>
            </p:custDataLst>
          </p:nvPr>
        </p:nvSpPr>
        <p:spPr>
          <a:xfrm>
            <a:off x="7490688" y="4189822"/>
            <a:ext cx="3878262" cy="1096962"/>
          </a:xfrm>
          <a:prstGeom prst="rect">
            <a:avLst/>
          </a:prstGeom>
        </p:spPr>
        <p:txBody>
          <a:bodyPr anchor="t"/>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Tree>
    <p:extLst>
      <p:ext uri="{BB962C8B-B14F-4D97-AF65-F5344CB8AC3E}">
        <p14:creationId xmlns:p14="http://schemas.microsoft.com/office/powerpoint/2010/main" val="155931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1" fill="hold"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par>
                                <p:cTn id="11" presetID="22" presetClass="entr" presetSubtype="1" fill="hold" nodeType="withEffect">
                                  <p:stCondLst>
                                    <p:cond delay="20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par>
                                <p:cTn id="14" presetID="22" presetClass="entr" presetSubtype="4" fill="hold"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nodeType="with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3_版式4">
    <p:spTree>
      <p:nvGrpSpPr>
        <p:cNvPr id="1" name=""/>
        <p:cNvGrpSpPr/>
        <p:nvPr/>
      </p:nvGrpSpPr>
      <p:grpSpPr>
        <a:xfrm>
          <a:off x="0" y="0"/>
          <a:ext cx="0" cy="0"/>
          <a:chOff x="0" y="0"/>
          <a:chExt cx="0" cy="0"/>
        </a:xfrm>
      </p:grpSpPr>
      <p:grpSp>
        <p:nvGrpSpPr>
          <p:cNvPr id="3" name="组合 2"/>
          <p:cNvGrpSpPr/>
          <p:nvPr userDrawn="1"/>
        </p:nvGrpSpPr>
        <p:grpSpPr>
          <a:xfrm>
            <a:off x="1752080" y="3136362"/>
            <a:ext cx="8702109" cy="1318200"/>
            <a:chOff x="571455" y="3171417"/>
            <a:chExt cx="10950956" cy="1659020"/>
          </a:xfrm>
        </p:grpSpPr>
        <p:sp>
          <p:nvSpPr>
            <p:cNvPr id="8" name="椭圆 7"/>
            <p:cNvSpPr/>
            <p:nvPr/>
          </p:nvSpPr>
          <p:spPr>
            <a:xfrm>
              <a:off x="571455" y="3171418"/>
              <a:ext cx="1659019"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椭圆 8"/>
            <p:cNvSpPr/>
            <p:nvPr/>
          </p:nvSpPr>
          <p:spPr>
            <a:xfrm>
              <a:off x="3668854"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0" name="椭圆 9"/>
            <p:cNvSpPr/>
            <p:nvPr/>
          </p:nvSpPr>
          <p:spPr>
            <a:xfrm>
              <a:off x="6766167" y="3171418"/>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1" name="椭圆 10"/>
            <p:cNvSpPr/>
            <p:nvPr/>
          </p:nvSpPr>
          <p:spPr>
            <a:xfrm>
              <a:off x="9863479" y="3171417"/>
              <a:ext cx="1658932" cy="1659019"/>
            </a:xfrm>
            <a:prstGeom prst="ellipse">
              <a:avLst/>
            </a:prstGeom>
            <a:solidFill>
              <a:schemeClr val="bg2">
                <a:lumMod val="9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2" name="efficiency_158344"/>
            <p:cNvSpPr>
              <a:spLocks noChangeAspect="1"/>
            </p:cNvSpPr>
            <p:nvPr/>
          </p:nvSpPr>
          <p:spPr bwMode="auto">
            <a:xfrm>
              <a:off x="1100962"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3" name="efficiency_158344"/>
            <p:cNvSpPr>
              <a:spLocks noChangeAspect="1"/>
            </p:cNvSpPr>
            <p:nvPr/>
          </p:nvSpPr>
          <p:spPr bwMode="auto">
            <a:xfrm>
              <a:off x="4182131" y="3667491"/>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4" name="efficiency_158344"/>
            <p:cNvSpPr>
              <a:spLocks noChangeAspect="1"/>
            </p:cNvSpPr>
            <p:nvPr/>
          </p:nvSpPr>
          <p:spPr bwMode="auto">
            <a:xfrm>
              <a:off x="7307719" y="3667712"/>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sp>
          <p:nvSpPr>
            <p:cNvPr id="15" name="efficiency_158344"/>
            <p:cNvSpPr>
              <a:spLocks noChangeAspect="1"/>
            </p:cNvSpPr>
            <p:nvPr/>
          </p:nvSpPr>
          <p:spPr bwMode="auto">
            <a:xfrm>
              <a:off x="10399698" y="3712580"/>
              <a:ext cx="587683" cy="586653"/>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rgbClr val="990000"/>
            </a:solidFill>
            <a:ln>
              <a:noFill/>
            </a:ln>
          </p:spPr>
          <p:txBody>
            <a:bodyPr>
              <a:normAutofit/>
            </a:bodyPr>
            <a:lstStyle/>
            <a:p>
              <a:pPr>
                <a:lnSpc>
                  <a:spcPct val="150000"/>
                </a:lnSpc>
              </a:pPr>
              <a:endParaRPr lang="zh-CN" altLang="en-US" dirty="0">
                <a:latin typeface="微软雅黑" panose="020B0503020204020204" charset="-122"/>
                <a:ea typeface="微软雅黑" panose="020B0503020204020204" charset="-122"/>
              </a:endParaRPr>
            </a:p>
          </p:txBody>
        </p:sp>
      </p:grpSp>
      <p:sp>
        <p:nvSpPr>
          <p:cNvPr id="19" name="文本占位符 18"/>
          <p:cNvSpPr>
            <a:spLocks noGrp="1"/>
          </p:cNvSpPr>
          <p:nvPr>
            <p:ph type="body" sz="quarter" idx="10" hasCustomPrompt="1"/>
          </p:nvPr>
        </p:nvSpPr>
        <p:spPr>
          <a:xfrm>
            <a:off x="1147630" y="459401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2" name="文本占位符 18"/>
          <p:cNvSpPr>
            <a:spLocks noGrp="1"/>
          </p:cNvSpPr>
          <p:nvPr>
            <p:ph type="body" sz="quarter" idx="12" hasCustomPrompt="1"/>
          </p:nvPr>
        </p:nvSpPr>
        <p:spPr>
          <a:xfrm>
            <a:off x="6071230" y="4594017"/>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5" name="文本占位符 18"/>
          <p:cNvSpPr>
            <a:spLocks noGrp="1"/>
          </p:cNvSpPr>
          <p:nvPr>
            <p:ph type="body" sz="quarter" idx="14" hasCustomPrompt="1"/>
          </p:nvPr>
        </p:nvSpPr>
        <p:spPr>
          <a:xfrm>
            <a:off x="3605175" y="2541070"/>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27" name="文本占位符 18"/>
          <p:cNvSpPr>
            <a:spLocks noGrp="1"/>
          </p:cNvSpPr>
          <p:nvPr>
            <p:ph type="body" sz="quarter" idx="16" hasCustomPrompt="1"/>
          </p:nvPr>
        </p:nvSpPr>
        <p:spPr>
          <a:xfrm>
            <a:off x="8519357" y="2550904"/>
            <a:ext cx="2526960" cy="460376"/>
          </a:xfrm>
          <a:prstGeom prst="rect">
            <a:avLst/>
          </a:prstGeom>
        </p:spPr>
        <p:txBody>
          <a:bodyPr anchor="ctr">
            <a:noAutofit/>
          </a:bodyPr>
          <a:lstStyle>
            <a:lvl1pPr marL="0" indent="0" algn="ctr">
              <a:buNone/>
              <a:defRPr kumimoji="1" lang="zh-CN" altLang="en-US" sz="2000" b="1"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此处编辑小标题</a:t>
            </a:r>
            <a:endParaRPr kumimoji="1" lang="zh-CN" altLang="en-US" dirty="0"/>
          </a:p>
        </p:txBody>
      </p:sp>
      <p:sp>
        <p:nvSpPr>
          <p:cNvPr id="16" name="文本占位符 15"/>
          <p:cNvSpPr>
            <a:spLocks noGrp="1"/>
          </p:cNvSpPr>
          <p:nvPr>
            <p:ph type="body" sz="quarter" idx="18" hasCustomPrompt="1"/>
          </p:nvPr>
        </p:nvSpPr>
        <p:spPr>
          <a:xfrm>
            <a:off x="3124921" y="1205865"/>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18" name="文本占位符 15"/>
          <p:cNvSpPr>
            <a:spLocks noGrp="1"/>
          </p:cNvSpPr>
          <p:nvPr>
            <p:ph type="body" sz="quarter" idx="19" hasCustomPrompt="1"/>
          </p:nvPr>
        </p:nvSpPr>
        <p:spPr>
          <a:xfrm>
            <a:off x="8042937" y="1205865"/>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0" name="文本占位符 15"/>
          <p:cNvSpPr>
            <a:spLocks noGrp="1"/>
          </p:cNvSpPr>
          <p:nvPr>
            <p:ph type="body" sz="quarter" idx="20" hasCustomPrompt="1"/>
          </p:nvPr>
        </p:nvSpPr>
        <p:spPr>
          <a:xfrm>
            <a:off x="5594810" y="5117736"/>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4" name="文本占位符 15"/>
          <p:cNvSpPr>
            <a:spLocks noGrp="1"/>
          </p:cNvSpPr>
          <p:nvPr>
            <p:ph type="body" sz="quarter" idx="21" hasCustomPrompt="1"/>
          </p:nvPr>
        </p:nvSpPr>
        <p:spPr>
          <a:xfrm>
            <a:off x="671210" y="5117736"/>
            <a:ext cx="3479800" cy="1279525"/>
          </a:xfrm>
          <a:prstGeom prst="rect">
            <a:avLst/>
          </a:prstGeom>
        </p:spPr>
        <p:txBody>
          <a:bodyPr/>
          <a:lstStyle>
            <a:lvl1pPr marL="0" indent="0">
              <a:lnSpc>
                <a:spcPct val="125000"/>
              </a:lnSpc>
              <a:buNone/>
              <a:defRPr sz="1400" b="0" i="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 name="标题 39"/>
          <p:cNvSpPr>
            <a:spLocks noGrp="1"/>
          </p:cNvSpPr>
          <p:nvPr>
            <p:ph type="title" hasCustomPrompt="1"/>
          </p:nvPr>
        </p:nvSpPr>
        <p:spPr>
          <a:xfrm>
            <a:off x="551319" y="354647"/>
            <a:ext cx="6854747" cy="460375"/>
          </a:xfrm>
          <a:prstGeom prst="rect">
            <a:avLst/>
          </a:prstGeom>
        </p:spPr>
        <p:txBody>
          <a:bodyPr>
            <a:normAutofit/>
          </a:bodyPr>
          <a:lstStyle>
            <a:lvl1pPr>
              <a:defRPr sz="2800" b="1" i="0">
                <a:solidFill>
                  <a:srgbClr val="9A0000"/>
                </a:solidFill>
                <a:latin typeface="微软雅黑" panose="020B0503020204020204" charset="-122"/>
                <a:ea typeface="微软雅黑" panose="020B0503020204020204" charset="-122"/>
              </a:defRPr>
            </a:lvl1pPr>
          </a:lstStyle>
          <a:p>
            <a:r>
              <a:rPr kumimoji="1" lang="zh-CN" altLang="en-US" dirty="0">
                <a:sym typeface="+mn-ea"/>
              </a:rPr>
              <a:t>此处编辑页面大标题</a:t>
            </a:r>
            <a:endParaRPr kumimoji="1" lang="zh-CN" altLang="en-US" dirty="0"/>
          </a:p>
        </p:txBody>
      </p:sp>
      <p:cxnSp>
        <p:nvCxnSpPr>
          <p:cNvPr id="4" name="直接连接符 3"/>
          <p:cNvCxnSpPr/>
          <p:nvPr userDrawn="1"/>
        </p:nvCxnSpPr>
        <p:spPr>
          <a:xfrm flipV="1">
            <a:off x="7320280" y="444563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custDataLst>
              <p:tags r:id="rId1"/>
            </p:custDataLst>
          </p:nvPr>
        </p:nvCxnSpPr>
        <p:spPr>
          <a:xfrm flipV="1">
            <a:off x="4854575" y="29965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custDataLst>
              <p:tags r:id="rId2"/>
            </p:custDataLst>
          </p:nvPr>
        </p:nvCxnSpPr>
        <p:spPr>
          <a:xfrm flipV="1">
            <a:off x="2406015" y="446341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custDataLst>
              <p:tags r:id="rId3"/>
            </p:custDataLst>
          </p:nvPr>
        </p:nvCxnSpPr>
        <p:spPr>
          <a:xfrm flipV="1">
            <a:off x="9784715" y="2996565"/>
            <a:ext cx="0" cy="139700"/>
          </a:xfrm>
          <a:prstGeom prst="line">
            <a:avLst/>
          </a:prstGeom>
          <a:ln w="19050">
            <a:solidFill>
              <a:srgbClr val="99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45815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4_版式8">
    <p:spTree>
      <p:nvGrpSpPr>
        <p:cNvPr id="1" name=""/>
        <p:cNvGrpSpPr/>
        <p:nvPr/>
      </p:nvGrpSpPr>
      <p:grpSpPr>
        <a:xfrm>
          <a:off x="0" y="0"/>
          <a:ext cx="0" cy="0"/>
          <a:chOff x="0" y="0"/>
          <a:chExt cx="0" cy="0"/>
        </a:xfrm>
      </p:grpSpPr>
      <p:sp>
        <p:nvSpPr>
          <p:cNvPr id="40" name="标题 39"/>
          <p:cNvSpPr>
            <a:spLocks noGrp="1"/>
          </p:cNvSpPr>
          <p:nvPr>
            <p:ph type="title" hasCustomPrompt="1"/>
          </p:nvPr>
        </p:nvSpPr>
        <p:spPr>
          <a:xfrm>
            <a:off x="551319" y="354647"/>
            <a:ext cx="6854747" cy="460375"/>
          </a:xfrm>
          <a:prstGeom prst="rect">
            <a:avLst/>
          </a:prstGeom>
        </p:spPr>
        <p:txBody>
          <a:bodyPr>
            <a:normAutofit/>
          </a:bodyPr>
          <a:lstStyle>
            <a:lvl1pPr>
              <a:defRPr kumimoji="1" lang="zh-CN" altLang="en-US" sz="2800" b="0"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dirty="0">
                <a:sym typeface="+mn-ea"/>
              </a:rPr>
              <a:t>此处编辑页面大标题</a:t>
            </a:r>
            <a:endParaRPr kumimoji="1" lang="zh-CN" altLang="en-US" dirty="0"/>
          </a:p>
        </p:txBody>
      </p:sp>
      <p:sp>
        <p:nvSpPr>
          <p:cNvPr id="3" name="矩形 2"/>
          <p:cNvSpPr/>
          <p:nvPr userDrawn="1"/>
        </p:nvSpPr>
        <p:spPr>
          <a:xfrm>
            <a:off x="7725536" y="4540885"/>
            <a:ext cx="1217415" cy="1217295"/>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4" name="文本框 3"/>
          <p:cNvSpPr txBox="1"/>
          <p:nvPr userDrawn="1"/>
        </p:nvSpPr>
        <p:spPr>
          <a:xfrm>
            <a:off x="8058478" y="4701110"/>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05</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5" name="矩形 4"/>
          <p:cNvSpPr/>
          <p:nvPr userDrawn="1"/>
        </p:nvSpPr>
        <p:spPr>
          <a:xfrm>
            <a:off x="7725536" y="1590675"/>
            <a:ext cx="1217415" cy="1217295"/>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6" name="文本框 5"/>
          <p:cNvSpPr txBox="1"/>
          <p:nvPr userDrawn="1"/>
        </p:nvSpPr>
        <p:spPr>
          <a:xfrm>
            <a:off x="8044507" y="175153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01</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7" name="矩形 6"/>
          <p:cNvSpPr/>
          <p:nvPr userDrawn="1"/>
        </p:nvSpPr>
        <p:spPr>
          <a:xfrm>
            <a:off x="9289695" y="1590675"/>
            <a:ext cx="1217415" cy="1217295"/>
          </a:xfrm>
          <a:prstGeom prst="rect">
            <a:avLst/>
          </a:prstGeom>
          <a:solidFill>
            <a:srgbClr val="990000"/>
          </a:solidFill>
          <a:ln>
            <a:solidFill>
              <a:srgbClr val="C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8" name="文本框 7"/>
          <p:cNvSpPr txBox="1"/>
          <p:nvPr userDrawn="1"/>
        </p:nvSpPr>
        <p:spPr>
          <a:xfrm>
            <a:off x="9616916" y="175153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02</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9" name="矩形 8"/>
          <p:cNvSpPr/>
          <p:nvPr userDrawn="1"/>
        </p:nvSpPr>
        <p:spPr>
          <a:xfrm>
            <a:off x="7725536" y="3084830"/>
            <a:ext cx="1217415" cy="1217295"/>
          </a:xfrm>
          <a:prstGeom prst="rect">
            <a:avLst/>
          </a:prstGeom>
          <a:solidFill>
            <a:srgbClr val="990000"/>
          </a:solidFill>
          <a:ln>
            <a:solidFill>
              <a:srgbClr val="C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0" name="文本框 9"/>
          <p:cNvSpPr txBox="1"/>
          <p:nvPr userDrawn="1"/>
        </p:nvSpPr>
        <p:spPr>
          <a:xfrm>
            <a:off x="8058478" y="324505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03</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1" name="矩形 10"/>
          <p:cNvSpPr/>
          <p:nvPr userDrawn="1"/>
        </p:nvSpPr>
        <p:spPr>
          <a:xfrm>
            <a:off x="9289695" y="3084830"/>
            <a:ext cx="1217415" cy="1217295"/>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2" name="文本框 11"/>
          <p:cNvSpPr txBox="1"/>
          <p:nvPr userDrawn="1"/>
        </p:nvSpPr>
        <p:spPr>
          <a:xfrm>
            <a:off x="9616916" y="3245055"/>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04</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3" name="矩形 12"/>
          <p:cNvSpPr/>
          <p:nvPr userDrawn="1"/>
        </p:nvSpPr>
        <p:spPr>
          <a:xfrm>
            <a:off x="9289695" y="4540885"/>
            <a:ext cx="1217415" cy="1217295"/>
          </a:xfrm>
          <a:prstGeom prst="rect">
            <a:avLst/>
          </a:prstGeom>
          <a:solidFill>
            <a:srgbClr val="990000"/>
          </a:solidFill>
          <a:ln>
            <a:solidFill>
              <a:srgbClr val="C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字魂105号-简雅黑" panose="00000500000000000000" pitchFamily="2" charset="-122"/>
              <a:ea typeface="字魂105号-简雅黑" panose="00000500000000000000" pitchFamily="2" charset="-122"/>
              <a:cs typeface="字魂105号-简雅黑" panose="00000500000000000000" pitchFamily="2" charset="-122"/>
            </a:endParaRPr>
          </a:p>
        </p:txBody>
      </p:sp>
      <p:sp>
        <p:nvSpPr>
          <p:cNvPr id="14" name="文本框 13"/>
          <p:cNvSpPr txBox="1"/>
          <p:nvPr userDrawn="1"/>
        </p:nvSpPr>
        <p:spPr>
          <a:xfrm>
            <a:off x="9616916" y="4701110"/>
            <a:ext cx="562976" cy="461665"/>
          </a:xfrm>
          <a:prstGeom prst="rect">
            <a:avLst/>
          </a:prstGeom>
          <a:noFill/>
        </p:spPr>
        <p:txBody>
          <a:bodyPr wrap="none" rtlCol="0">
            <a:spAutoFit/>
          </a:bodyPr>
          <a:lstStyle/>
          <a:p>
            <a:pPr algn="ctr"/>
            <a:r>
              <a:rPr lang="en-US" altLang="zh-CN" sz="2400" b="1" dirty="0">
                <a:solidFill>
                  <a:schemeClr val="bg1"/>
                </a:solidFill>
                <a:latin typeface="微软雅黑" panose="020B0503020204020204" charset="-122"/>
                <a:ea typeface="微软雅黑" panose="020B0503020204020204" charset="-122"/>
                <a:cs typeface="字魂105号-简雅黑" panose="00000500000000000000" pitchFamily="2" charset="-122"/>
              </a:rPr>
              <a:t>06</a:t>
            </a:r>
            <a:endParaRPr lang="zh-CN" altLang="en-US" sz="2400" b="1" dirty="0">
              <a:solidFill>
                <a:schemeClr val="bg1"/>
              </a:solidFill>
              <a:latin typeface="微软雅黑" panose="020B0503020204020204" charset="-122"/>
              <a:ea typeface="微软雅黑" panose="020B0503020204020204" charset="-122"/>
              <a:cs typeface="字魂105号-简雅黑" panose="00000500000000000000" pitchFamily="2" charset="-122"/>
            </a:endParaRPr>
          </a:p>
        </p:txBody>
      </p:sp>
      <p:sp>
        <p:nvSpPr>
          <p:cNvPr id="16" name="矩形 15"/>
          <p:cNvSpPr/>
          <p:nvPr/>
        </p:nvSpPr>
        <p:spPr>
          <a:xfrm>
            <a:off x="1353463" y="1590894"/>
            <a:ext cx="5325086" cy="1660306"/>
          </a:xfrm>
          <a:prstGeom prst="rect">
            <a:avLst/>
          </a:prstGeom>
          <a:solidFill>
            <a:schemeClr val="bg2">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p:cNvSpPr>
            <a:spLocks noGrp="1"/>
          </p:cNvSpPr>
          <p:nvPr>
            <p:ph type="body" sz="quarter" idx="11" hasCustomPrompt="1"/>
          </p:nvPr>
        </p:nvSpPr>
        <p:spPr>
          <a:xfrm>
            <a:off x="1472512" y="1720850"/>
            <a:ext cx="5087848" cy="429895"/>
          </a:xfrm>
          <a:prstGeom prst="rect">
            <a:avLst/>
          </a:prstGeom>
        </p:spPr>
        <p:txBody>
          <a:bodyPr/>
          <a:lstStyle>
            <a:lvl1pPr marL="0" indent="0">
              <a:lnSpc>
                <a:spcPct val="100000"/>
              </a:lnSpc>
              <a:buNone/>
              <a:defRPr kumimoji="1"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mn-cs"/>
                <a:sym typeface="+mn-ea"/>
              </a:defRPr>
            </a:lvl1pPr>
          </a:lstStyle>
          <a:p>
            <a:pPr lvl="0"/>
            <a:r>
              <a:rPr kumimoji="1" lang="zh-CN" altLang="en-US" dirty="0">
                <a:sym typeface="+mn-ea"/>
              </a:rPr>
              <a:t>此处为小标题</a:t>
            </a:r>
            <a:endParaRPr kumimoji="1" lang="zh-CN" altLang="en-US"/>
          </a:p>
        </p:txBody>
      </p:sp>
      <p:sp>
        <p:nvSpPr>
          <p:cNvPr id="27" name="文本占位符 25"/>
          <p:cNvSpPr>
            <a:spLocks noGrp="1"/>
          </p:cNvSpPr>
          <p:nvPr>
            <p:ph type="body" sz="quarter" idx="13" hasCustomPrompt="1"/>
          </p:nvPr>
        </p:nvSpPr>
        <p:spPr>
          <a:xfrm>
            <a:off x="7803871" y="2317352"/>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dirty="0"/>
              <a:t>编辑要点</a:t>
            </a:r>
          </a:p>
        </p:txBody>
      </p:sp>
      <p:sp>
        <p:nvSpPr>
          <p:cNvPr id="29" name="文本占位符 25"/>
          <p:cNvSpPr>
            <a:spLocks noGrp="1"/>
          </p:cNvSpPr>
          <p:nvPr>
            <p:ph type="body" sz="quarter" idx="14" hasCustomPrompt="1"/>
          </p:nvPr>
        </p:nvSpPr>
        <p:spPr>
          <a:xfrm>
            <a:off x="7803871" y="3794459"/>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0" name="文本占位符 25"/>
          <p:cNvSpPr>
            <a:spLocks noGrp="1"/>
          </p:cNvSpPr>
          <p:nvPr>
            <p:ph type="body" sz="quarter" idx="15" hasCustomPrompt="1"/>
          </p:nvPr>
        </p:nvSpPr>
        <p:spPr>
          <a:xfrm>
            <a:off x="7803871" y="5231373"/>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32" name="文本占位符 25"/>
          <p:cNvSpPr>
            <a:spLocks noGrp="1"/>
          </p:cNvSpPr>
          <p:nvPr>
            <p:ph type="body" sz="quarter" idx="16" hasCustomPrompt="1"/>
          </p:nvPr>
        </p:nvSpPr>
        <p:spPr>
          <a:xfrm>
            <a:off x="9369881" y="2317352"/>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dirty="0">
                <a:sym typeface="+mn-ea"/>
              </a:rPr>
              <a:t>编辑要点</a:t>
            </a:r>
            <a:endParaRPr kumimoji="1" lang="zh-CN" altLang="en-US" dirty="0"/>
          </a:p>
        </p:txBody>
      </p:sp>
      <p:sp>
        <p:nvSpPr>
          <p:cNvPr id="33" name="文本占位符 25"/>
          <p:cNvSpPr>
            <a:spLocks noGrp="1"/>
          </p:cNvSpPr>
          <p:nvPr>
            <p:ph type="body" sz="quarter" idx="17" hasCustomPrompt="1"/>
          </p:nvPr>
        </p:nvSpPr>
        <p:spPr>
          <a:xfrm>
            <a:off x="9369881" y="3794459"/>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dirty="0">
                <a:sym typeface="+mn-ea"/>
              </a:rPr>
              <a:t>编辑要点</a:t>
            </a:r>
            <a:endParaRPr kumimoji="1" lang="zh-CN" altLang="en-US" dirty="0"/>
          </a:p>
        </p:txBody>
      </p:sp>
      <p:sp>
        <p:nvSpPr>
          <p:cNvPr id="34" name="文本占位符 25"/>
          <p:cNvSpPr>
            <a:spLocks noGrp="1"/>
          </p:cNvSpPr>
          <p:nvPr>
            <p:ph type="body" sz="quarter" idx="18" hasCustomPrompt="1"/>
          </p:nvPr>
        </p:nvSpPr>
        <p:spPr>
          <a:xfrm>
            <a:off x="9376018" y="5231373"/>
            <a:ext cx="1056520" cy="336481"/>
          </a:xfrm>
          <a:prstGeom prst="rect">
            <a:avLst/>
          </a:prstGeom>
        </p:spPr>
        <p:txBody>
          <a:bodyPr anchor="ctr"/>
          <a:lstStyle>
            <a:lvl1pPr marL="0" indent="0" algn="ctr">
              <a:lnSpc>
                <a:spcPct val="100000"/>
              </a:lnSpc>
              <a:buNone/>
              <a:defRPr sz="1600">
                <a:solidFill>
                  <a:schemeClr val="bg1"/>
                </a:solidFill>
                <a:latin typeface="微软雅黑" panose="020B0503020204020204" charset="-122"/>
                <a:ea typeface="微软雅黑" panose="020B0503020204020204" charset="-122"/>
              </a:defRPr>
            </a:lvl1pPr>
          </a:lstStyle>
          <a:p>
            <a:pPr lvl="0"/>
            <a:r>
              <a:rPr kumimoji="1" lang="zh-CN" altLang="en-US">
                <a:sym typeface="+mn-ea"/>
              </a:rPr>
              <a:t>编辑要点</a:t>
            </a:r>
            <a:endParaRPr kumimoji="1" lang="zh-CN" altLang="en-US"/>
          </a:p>
        </p:txBody>
      </p:sp>
      <p:sp>
        <p:nvSpPr>
          <p:cNvPr id="2" name="文本占位符 2"/>
          <p:cNvSpPr>
            <a:spLocks noGrp="1"/>
          </p:cNvSpPr>
          <p:nvPr>
            <p:ph type="body" sz="quarter" idx="20" hasCustomPrompt="1"/>
          </p:nvPr>
        </p:nvSpPr>
        <p:spPr>
          <a:xfrm>
            <a:off x="1472513" y="2162476"/>
            <a:ext cx="5087847" cy="866584"/>
          </a:xfrm>
          <a:prstGeom prst="rect">
            <a:avLst/>
          </a:prstGeom>
        </p:spPr>
        <p:txBody>
          <a:bodyPr/>
          <a:lstStyle>
            <a:lvl1pPr marL="0" indent="0">
              <a:lnSpc>
                <a:spcPct val="125000"/>
              </a:lnSpc>
              <a:buNone/>
              <a:defRPr sz="1600">
                <a:solidFill>
                  <a:schemeClr val="tx1">
                    <a:lumMod val="50000"/>
                    <a:lumOff val="50000"/>
                  </a:schemeClr>
                </a:solidFill>
                <a:latin typeface="微软雅黑" panose="020B0503020204020204" charset="-122"/>
                <a:ea typeface="微软雅黑" panose="020B0503020204020204" charset="-122"/>
              </a:defRPr>
            </a:lvl1pPr>
          </a:lstStyle>
          <a:p>
            <a:pPr lvl="0"/>
            <a:r>
              <a:rPr kumimoji="1" lang="zh-CN" altLang="en-US" dirty="0"/>
              <a:t>此处编辑正文</a:t>
            </a:r>
          </a:p>
        </p:txBody>
      </p:sp>
      <p:sp>
        <p:nvSpPr>
          <p:cNvPr id="25" name="内容占位符 5"/>
          <p:cNvSpPr>
            <a:spLocks noGrp="1"/>
          </p:cNvSpPr>
          <p:nvPr>
            <p:ph sz="quarter" idx="10" hasCustomPrompt="1"/>
          </p:nvPr>
        </p:nvSpPr>
        <p:spPr>
          <a:xfrm>
            <a:off x="1353463" y="3564294"/>
            <a:ext cx="5325086" cy="2193886"/>
          </a:xfrm>
          <a:prstGeom prst="rect">
            <a:avLst/>
          </a:prstGeom>
        </p:spPr>
        <p:txBody>
          <a:bodyPr/>
          <a:lstStyle>
            <a:lvl1pPr marL="285750" indent="-285750">
              <a:buFont typeface="Arial" panose="020B0604020202020204" pitchFamily="34" charset="0"/>
              <a:buChar char="•"/>
              <a:defRPr sz="1600">
                <a:latin typeface="微软雅黑" panose="020B0503020204020204" charset="-122"/>
                <a:ea typeface="微软雅黑" panose="020B0503020204020204" charset="-122"/>
              </a:defRPr>
            </a:lvl1pPr>
          </a:lstStyle>
          <a:p>
            <a:pPr lvl="0"/>
            <a:r>
              <a:rPr kumimoji="1" lang="zh-CN" altLang="en-US" dirty="0"/>
              <a:t>此处插入内容元素</a:t>
            </a:r>
          </a:p>
        </p:txBody>
      </p:sp>
    </p:spTree>
    <p:extLst>
      <p:ext uri="{BB962C8B-B14F-4D97-AF65-F5344CB8AC3E}">
        <p14:creationId xmlns:p14="http://schemas.microsoft.com/office/powerpoint/2010/main" val="166658131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标题版式">
    <p:spTree>
      <p:nvGrpSpPr>
        <p:cNvPr id="1" name=""/>
        <p:cNvGrpSpPr/>
        <p:nvPr/>
      </p:nvGrpSpPr>
      <p:grpSpPr>
        <a:xfrm>
          <a:off x="0" y="0"/>
          <a:ext cx="0" cy="0"/>
          <a:chOff x="0" y="0"/>
          <a:chExt cx="0" cy="0"/>
        </a:xfrm>
      </p:grpSpPr>
      <p:sp>
        <p:nvSpPr>
          <p:cNvPr id="7" name="任意多边形: 形状 42"/>
          <p:cNvSpPr/>
          <p:nvPr userDrawn="1"/>
        </p:nvSpPr>
        <p:spPr>
          <a:xfrm rot="5400000" flipH="1">
            <a:off x="3582971" y="-3849070"/>
            <a:ext cx="5027257" cy="12191999"/>
          </a:xfrm>
          <a:custGeom>
            <a:avLst/>
            <a:gdLst>
              <a:gd name="connsiteX0" fmla="*/ 5027257 w 5027257"/>
              <a:gd name="connsiteY0" fmla="*/ 12191999 h 12191999"/>
              <a:gd name="connsiteX1" fmla="*/ 5027257 w 5027257"/>
              <a:gd name="connsiteY1" fmla="*/ 0 h 12191999"/>
              <a:gd name="connsiteX2" fmla="*/ 4511075 w 5027257"/>
              <a:gd name="connsiteY2" fmla="*/ 0 h 12191999"/>
              <a:gd name="connsiteX3" fmla="*/ 4241214 w 5027257"/>
              <a:gd name="connsiteY3" fmla="*/ 196524 h 12191999"/>
              <a:gd name="connsiteX4" fmla="*/ 56144 w 5027257"/>
              <a:gd name="connsiteY4" fmla="*/ 11399306 h 12191999"/>
              <a:gd name="connsiteX5" fmla="*/ 0 w 5027257"/>
              <a:gd name="connsiteY5" fmla="*/ 12191999 h 1219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7257" h="12191999">
                <a:moveTo>
                  <a:pt x="5027257" y="12191999"/>
                </a:moveTo>
                <a:lnTo>
                  <a:pt x="5027257" y="0"/>
                </a:lnTo>
                <a:lnTo>
                  <a:pt x="4511075" y="0"/>
                </a:lnTo>
                <a:lnTo>
                  <a:pt x="4241214" y="196524"/>
                </a:lnTo>
                <a:cubicBezTo>
                  <a:pt x="1608050" y="2259002"/>
                  <a:pt x="390325" y="7438527"/>
                  <a:pt x="56144" y="11399306"/>
                </a:cubicBezTo>
                <a:lnTo>
                  <a:pt x="0" y="12191999"/>
                </a:lnTo>
                <a:close/>
              </a:path>
            </a:pathLst>
          </a:custGeom>
          <a:blipFill dpi="0" rotWithShape="0">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直角三角形 3"/>
          <p:cNvSpPr/>
          <p:nvPr userDrawn="1"/>
        </p:nvSpPr>
        <p:spPr>
          <a:xfrm rot="16200000">
            <a:off x="7879897" y="-718578"/>
            <a:ext cx="3299783" cy="5341904"/>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 name="connsiteX0-609" fmla="*/ 3184015 w 4678999"/>
              <a:gd name="connsiteY0-610" fmla="*/ 2493311 h 2494196"/>
              <a:gd name="connsiteX1-611" fmla="*/ 0 w 4678999"/>
              <a:gd name="connsiteY1-612" fmla="*/ 0 h 2494196"/>
              <a:gd name="connsiteX2-613" fmla="*/ 4678999 w 4678999"/>
              <a:gd name="connsiteY2-614" fmla="*/ 2494196 h 2494196"/>
              <a:gd name="connsiteX3-615" fmla="*/ 3184015 w 4678999"/>
              <a:gd name="connsiteY3-616" fmla="*/ 2493311 h 2494196"/>
              <a:gd name="connsiteX0-617" fmla="*/ 3184015 w 4678999"/>
              <a:gd name="connsiteY0-618" fmla="*/ 2493311 h 2494196"/>
              <a:gd name="connsiteX1-619" fmla="*/ 0 w 4678999"/>
              <a:gd name="connsiteY1-620" fmla="*/ 0 h 2494196"/>
              <a:gd name="connsiteX2-621" fmla="*/ 4678999 w 4678999"/>
              <a:gd name="connsiteY2-622" fmla="*/ 2494196 h 2494196"/>
              <a:gd name="connsiteX3-623" fmla="*/ 3184015 w 4678999"/>
              <a:gd name="connsiteY3-624" fmla="*/ 2493311 h 2494196"/>
              <a:gd name="connsiteX0-625" fmla="*/ 3184015 w 4678999"/>
              <a:gd name="connsiteY0-626" fmla="*/ 2493311 h 2494196"/>
              <a:gd name="connsiteX1-627" fmla="*/ 0 w 4678999"/>
              <a:gd name="connsiteY1-628" fmla="*/ 0 h 2494196"/>
              <a:gd name="connsiteX2-629" fmla="*/ 4678999 w 4678999"/>
              <a:gd name="connsiteY2-630" fmla="*/ 2494196 h 2494196"/>
              <a:gd name="connsiteX3-631" fmla="*/ 3184015 w 4678999"/>
              <a:gd name="connsiteY3-632" fmla="*/ 2493311 h 2494196"/>
              <a:gd name="connsiteX0-633" fmla="*/ 3184015 w 4678999"/>
              <a:gd name="connsiteY0-634" fmla="*/ 2493311 h 2494196"/>
              <a:gd name="connsiteX1-635" fmla="*/ 0 w 4678999"/>
              <a:gd name="connsiteY1-636" fmla="*/ 0 h 2494196"/>
              <a:gd name="connsiteX2-637" fmla="*/ 4678999 w 4678999"/>
              <a:gd name="connsiteY2-638" fmla="*/ 2494196 h 2494196"/>
              <a:gd name="connsiteX3-639" fmla="*/ 3184015 w 4678999"/>
              <a:gd name="connsiteY3-640" fmla="*/ 2493311 h 2494196"/>
              <a:gd name="connsiteX0-641" fmla="*/ 3184015 w 4678999"/>
              <a:gd name="connsiteY0-642" fmla="*/ 2493311 h 2494196"/>
              <a:gd name="connsiteX1-643" fmla="*/ 0 w 4678999"/>
              <a:gd name="connsiteY1-644" fmla="*/ 0 h 2494196"/>
              <a:gd name="connsiteX2-645" fmla="*/ 4678999 w 4678999"/>
              <a:gd name="connsiteY2-646" fmla="*/ 2494196 h 2494196"/>
              <a:gd name="connsiteX3-647" fmla="*/ 3184015 w 4678999"/>
              <a:gd name="connsiteY3-648" fmla="*/ 2493311 h 2494196"/>
              <a:gd name="connsiteX0-649" fmla="*/ 3184015 w 4678999"/>
              <a:gd name="connsiteY0-650" fmla="*/ 2493311 h 2494196"/>
              <a:gd name="connsiteX1-651" fmla="*/ 0 w 4678999"/>
              <a:gd name="connsiteY1-652" fmla="*/ 0 h 2494196"/>
              <a:gd name="connsiteX2-653" fmla="*/ 4678999 w 4678999"/>
              <a:gd name="connsiteY2-654" fmla="*/ 2494196 h 2494196"/>
              <a:gd name="connsiteX3-655" fmla="*/ 3184015 w 4678999"/>
              <a:gd name="connsiteY3-656" fmla="*/ 2493311 h 2494196"/>
              <a:gd name="connsiteX0-657" fmla="*/ 3184015 w 4678999"/>
              <a:gd name="connsiteY0-658" fmla="*/ 2493311 h 2494196"/>
              <a:gd name="connsiteX1-659" fmla="*/ 0 w 4678999"/>
              <a:gd name="connsiteY1-660" fmla="*/ 0 h 2494196"/>
              <a:gd name="connsiteX2-661" fmla="*/ 4678999 w 4678999"/>
              <a:gd name="connsiteY2-662" fmla="*/ 2494196 h 2494196"/>
              <a:gd name="connsiteX3-663" fmla="*/ 3184015 w 4678999"/>
              <a:gd name="connsiteY3-664" fmla="*/ 2493311 h 2494196"/>
              <a:gd name="connsiteX0-665" fmla="*/ 3184015 w 4678999"/>
              <a:gd name="connsiteY0-666" fmla="*/ 2493311 h 2494196"/>
              <a:gd name="connsiteX1-667" fmla="*/ 0 w 4678999"/>
              <a:gd name="connsiteY1-668" fmla="*/ 0 h 2494196"/>
              <a:gd name="connsiteX2-669" fmla="*/ 4678999 w 4678999"/>
              <a:gd name="connsiteY2-670" fmla="*/ 2494196 h 2494196"/>
              <a:gd name="connsiteX3-671" fmla="*/ 3184015 w 4678999"/>
              <a:gd name="connsiteY3-672" fmla="*/ 2493311 h 2494196"/>
              <a:gd name="connsiteX0-673" fmla="*/ 3184015 w 4678999"/>
              <a:gd name="connsiteY0-674" fmla="*/ 2493311 h 2494196"/>
              <a:gd name="connsiteX1-675" fmla="*/ 0 w 4678999"/>
              <a:gd name="connsiteY1-676" fmla="*/ 0 h 2494196"/>
              <a:gd name="connsiteX2-677" fmla="*/ 4678999 w 4678999"/>
              <a:gd name="connsiteY2-678" fmla="*/ 2494196 h 2494196"/>
              <a:gd name="connsiteX3-679" fmla="*/ 3184015 w 4678999"/>
              <a:gd name="connsiteY3-680" fmla="*/ 2493311 h 2494196"/>
              <a:gd name="connsiteX0-681" fmla="*/ 3184015 w 4678999"/>
              <a:gd name="connsiteY0-682" fmla="*/ 2493311 h 2494196"/>
              <a:gd name="connsiteX1-683" fmla="*/ 0 w 4678999"/>
              <a:gd name="connsiteY1-684" fmla="*/ 0 h 2494196"/>
              <a:gd name="connsiteX2-685" fmla="*/ 4678999 w 4678999"/>
              <a:gd name="connsiteY2-686" fmla="*/ 2494196 h 2494196"/>
              <a:gd name="connsiteX3-687" fmla="*/ 3184015 w 4678999"/>
              <a:gd name="connsiteY3-688" fmla="*/ 2493311 h 2494196"/>
              <a:gd name="connsiteX0-689" fmla="*/ 3184015 w 4678999"/>
              <a:gd name="connsiteY0-690" fmla="*/ 2493311 h 2494196"/>
              <a:gd name="connsiteX1-691" fmla="*/ 0 w 4678999"/>
              <a:gd name="connsiteY1-692" fmla="*/ 0 h 2494196"/>
              <a:gd name="connsiteX2-693" fmla="*/ 4678999 w 4678999"/>
              <a:gd name="connsiteY2-694" fmla="*/ 2494196 h 2494196"/>
              <a:gd name="connsiteX3-695" fmla="*/ 3184015 w 4678999"/>
              <a:gd name="connsiteY3-696" fmla="*/ 2493311 h 2494196"/>
              <a:gd name="connsiteX0-697" fmla="*/ 3184015 w 4678999"/>
              <a:gd name="connsiteY0-698" fmla="*/ 2493311 h 2494196"/>
              <a:gd name="connsiteX1-699" fmla="*/ 0 w 4678999"/>
              <a:gd name="connsiteY1-700" fmla="*/ 0 h 2494196"/>
              <a:gd name="connsiteX2-701" fmla="*/ 4678999 w 4678999"/>
              <a:gd name="connsiteY2-702" fmla="*/ 2494196 h 2494196"/>
              <a:gd name="connsiteX3-703" fmla="*/ 3184015 w 4678999"/>
              <a:gd name="connsiteY3-704" fmla="*/ 2493311 h 2494196"/>
              <a:gd name="connsiteX0-705" fmla="*/ 3184015 w 4678999"/>
              <a:gd name="connsiteY0-706" fmla="*/ 2493311 h 2494196"/>
              <a:gd name="connsiteX1-707" fmla="*/ 0 w 4678999"/>
              <a:gd name="connsiteY1-708" fmla="*/ 0 h 2494196"/>
              <a:gd name="connsiteX2-709" fmla="*/ 4678999 w 4678999"/>
              <a:gd name="connsiteY2-710" fmla="*/ 2494196 h 2494196"/>
              <a:gd name="connsiteX3-711" fmla="*/ 3184015 w 4678999"/>
              <a:gd name="connsiteY3-712" fmla="*/ 2493311 h 2494196"/>
              <a:gd name="connsiteX0-713" fmla="*/ 3184015 w 4678999"/>
              <a:gd name="connsiteY0-714" fmla="*/ 2493311 h 2494196"/>
              <a:gd name="connsiteX1-715" fmla="*/ 0 w 4678999"/>
              <a:gd name="connsiteY1-716" fmla="*/ 0 h 2494196"/>
              <a:gd name="connsiteX2-717" fmla="*/ 4678999 w 4678999"/>
              <a:gd name="connsiteY2-718" fmla="*/ 2494196 h 2494196"/>
              <a:gd name="connsiteX3-719" fmla="*/ 3184015 w 4678999"/>
              <a:gd name="connsiteY3-720" fmla="*/ 2493311 h 2494196"/>
              <a:gd name="connsiteX0-721" fmla="*/ 3184015 w 4678999"/>
              <a:gd name="connsiteY0-722" fmla="*/ 2493311 h 2494196"/>
              <a:gd name="connsiteX1-723" fmla="*/ 0 w 4678999"/>
              <a:gd name="connsiteY1-724" fmla="*/ 0 h 2494196"/>
              <a:gd name="connsiteX2-725" fmla="*/ 4678999 w 4678999"/>
              <a:gd name="connsiteY2-726" fmla="*/ 2494196 h 2494196"/>
              <a:gd name="connsiteX3-727" fmla="*/ 3184015 w 4678999"/>
              <a:gd name="connsiteY3-728" fmla="*/ 2493311 h 2494196"/>
              <a:gd name="connsiteX0-729" fmla="*/ 1854748 w 3349732"/>
              <a:gd name="connsiteY0-730" fmla="*/ 3986107 h 3986992"/>
              <a:gd name="connsiteX1-731" fmla="*/ 0 w 3349732"/>
              <a:gd name="connsiteY1-732" fmla="*/ 0 h 3986992"/>
              <a:gd name="connsiteX2-733" fmla="*/ 3349732 w 3349732"/>
              <a:gd name="connsiteY2-734" fmla="*/ 3986992 h 3986992"/>
              <a:gd name="connsiteX3-735" fmla="*/ 1854748 w 3349732"/>
              <a:gd name="connsiteY3-736" fmla="*/ 3986107 h 3986992"/>
              <a:gd name="connsiteX0-737" fmla="*/ 1854748 w 3349732"/>
              <a:gd name="connsiteY0-738" fmla="*/ 3986107 h 3986992"/>
              <a:gd name="connsiteX1-739" fmla="*/ 0 w 3349732"/>
              <a:gd name="connsiteY1-740" fmla="*/ 0 h 3986992"/>
              <a:gd name="connsiteX2-741" fmla="*/ 3349732 w 3349732"/>
              <a:gd name="connsiteY2-742" fmla="*/ 3986992 h 3986992"/>
              <a:gd name="connsiteX3-743" fmla="*/ 1854748 w 3349732"/>
              <a:gd name="connsiteY3-744" fmla="*/ 3986107 h 3986992"/>
              <a:gd name="connsiteX0-745" fmla="*/ 1854748 w 3349732"/>
              <a:gd name="connsiteY0-746" fmla="*/ 3986107 h 3986992"/>
              <a:gd name="connsiteX1-747" fmla="*/ 0 w 3349732"/>
              <a:gd name="connsiteY1-748" fmla="*/ 0 h 3986992"/>
              <a:gd name="connsiteX2-749" fmla="*/ 3349732 w 3349732"/>
              <a:gd name="connsiteY2-750" fmla="*/ 3986992 h 3986992"/>
              <a:gd name="connsiteX3-751" fmla="*/ 1854748 w 3349732"/>
              <a:gd name="connsiteY3-752" fmla="*/ 3986107 h 3986992"/>
              <a:gd name="connsiteX0-753" fmla="*/ 1812415 w 3307399"/>
              <a:gd name="connsiteY0-754" fmla="*/ 4018004 h 4018889"/>
              <a:gd name="connsiteX1-755" fmla="*/ 0 w 3307399"/>
              <a:gd name="connsiteY1-756" fmla="*/ 0 h 4018889"/>
              <a:gd name="connsiteX2-757" fmla="*/ 3307399 w 3307399"/>
              <a:gd name="connsiteY2-758" fmla="*/ 4018889 h 4018889"/>
              <a:gd name="connsiteX3-759" fmla="*/ 1812415 w 3307399"/>
              <a:gd name="connsiteY3-760" fmla="*/ 4018004 h 4018889"/>
              <a:gd name="connsiteX0-761" fmla="*/ 1812415 w 3307399"/>
              <a:gd name="connsiteY0-762" fmla="*/ 4018004 h 4018889"/>
              <a:gd name="connsiteX1-763" fmla="*/ 0 w 3307399"/>
              <a:gd name="connsiteY1-764" fmla="*/ 0 h 4018889"/>
              <a:gd name="connsiteX2-765" fmla="*/ 3307399 w 3307399"/>
              <a:gd name="connsiteY2-766" fmla="*/ 4018889 h 4018889"/>
              <a:gd name="connsiteX3-767" fmla="*/ 1812415 w 3307399"/>
              <a:gd name="connsiteY3-768" fmla="*/ 4018004 h 4018889"/>
              <a:gd name="connsiteX0-769" fmla="*/ 1812415 w 3307399"/>
              <a:gd name="connsiteY0-770" fmla="*/ 4018004 h 4018889"/>
              <a:gd name="connsiteX1-771" fmla="*/ 0 w 3307399"/>
              <a:gd name="connsiteY1-772" fmla="*/ 0 h 4018889"/>
              <a:gd name="connsiteX2-773" fmla="*/ 3307399 w 3307399"/>
              <a:gd name="connsiteY2-774" fmla="*/ 4018889 h 4018889"/>
              <a:gd name="connsiteX3-775" fmla="*/ 1812415 w 3307399"/>
              <a:gd name="connsiteY3-776" fmla="*/ 4018004 h 4018889"/>
              <a:gd name="connsiteX0-777" fmla="*/ 1812415 w 3307399"/>
              <a:gd name="connsiteY0-778" fmla="*/ 4018004 h 4018889"/>
              <a:gd name="connsiteX1-779" fmla="*/ 0 w 3307399"/>
              <a:gd name="connsiteY1-780" fmla="*/ 0 h 4018889"/>
              <a:gd name="connsiteX2-781" fmla="*/ 3307399 w 3307399"/>
              <a:gd name="connsiteY2-782" fmla="*/ 4018889 h 4018889"/>
              <a:gd name="connsiteX3-783" fmla="*/ 1812415 w 3307399"/>
              <a:gd name="connsiteY3-784" fmla="*/ 4018004 h 4018889"/>
              <a:gd name="connsiteX0-785" fmla="*/ 2345815 w 3307399"/>
              <a:gd name="connsiteY0-786" fmla="*/ 4030763 h 4030763"/>
              <a:gd name="connsiteX1-787" fmla="*/ 0 w 3307399"/>
              <a:gd name="connsiteY1-788" fmla="*/ 0 h 4030763"/>
              <a:gd name="connsiteX2-789" fmla="*/ 3307399 w 3307399"/>
              <a:gd name="connsiteY2-790" fmla="*/ 4018889 h 4030763"/>
              <a:gd name="connsiteX3-791" fmla="*/ 2345815 w 3307399"/>
              <a:gd name="connsiteY3-792" fmla="*/ 4030763 h 4030763"/>
              <a:gd name="connsiteX0-793" fmla="*/ 2345815 w 3307399"/>
              <a:gd name="connsiteY0-794" fmla="*/ 4030763 h 4030763"/>
              <a:gd name="connsiteX1-795" fmla="*/ 0 w 3307399"/>
              <a:gd name="connsiteY1-796" fmla="*/ 0 h 4030763"/>
              <a:gd name="connsiteX2-797" fmla="*/ 3307399 w 3307399"/>
              <a:gd name="connsiteY2-798" fmla="*/ 4018889 h 4030763"/>
              <a:gd name="connsiteX3-799" fmla="*/ 2345815 w 3307399"/>
              <a:gd name="connsiteY3-800" fmla="*/ 4030763 h 4030763"/>
              <a:gd name="connsiteX0-801" fmla="*/ 2345815 w 3307399"/>
              <a:gd name="connsiteY0-802" fmla="*/ 4030763 h 4030763"/>
              <a:gd name="connsiteX1-803" fmla="*/ 0 w 3307399"/>
              <a:gd name="connsiteY1-804" fmla="*/ 0 h 4030763"/>
              <a:gd name="connsiteX2-805" fmla="*/ 3307399 w 3307399"/>
              <a:gd name="connsiteY2-806" fmla="*/ 4018889 h 4030763"/>
              <a:gd name="connsiteX3-807" fmla="*/ 2345815 w 3307399"/>
              <a:gd name="connsiteY3-808" fmla="*/ 4030763 h 4030763"/>
              <a:gd name="connsiteX0-809" fmla="*/ 2345815 w 3307399"/>
              <a:gd name="connsiteY0-810" fmla="*/ 4030763 h 4030763"/>
              <a:gd name="connsiteX1-811" fmla="*/ 0 w 3307399"/>
              <a:gd name="connsiteY1-812" fmla="*/ 0 h 4030763"/>
              <a:gd name="connsiteX2-813" fmla="*/ 3307399 w 3307399"/>
              <a:gd name="connsiteY2-814" fmla="*/ 4018889 h 4030763"/>
              <a:gd name="connsiteX3-815" fmla="*/ 2345815 w 3307399"/>
              <a:gd name="connsiteY3-816" fmla="*/ 4030763 h 4030763"/>
              <a:gd name="connsiteX0-817" fmla="*/ 2345815 w 3307399"/>
              <a:gd name="connsiteY0-818" fmla="*/ 4030763 h 4030763"/>
              <a:gd name="connsiteX1-819" fmla="*/ 0 w 3307399"/>
              <a:gd name="connsiteY1-820" fmla="*/ 0 h 4030763"/>
              <a:gd name="connsiteX2-821" fmla="*/ 3307399 w 3307399"/>
              <a:gd name="connsiteY2-822" fmla="*/ 4018889 h 4030763"/>
              <a:gd name="connsiteX3-823" fmla="*/ 2345815 w 3307399"/>
              <a:gd name="connsiteY3-824" fmla="*/ 4030763 h 4030763"/>
              <a:gd name="connsiteX0-825" fmla="*/ 2345815 w 3307399"/>
              <a:gd name="connsiteY0-826" fmla="*/ 4030763 h 4030763"/>
              <a:gd name="connsiteX1-827" fmla="*/ 0 w 3307399"/>
              <a:gd name="connsiteY1-828" fmla="*/ 0 h 4030763"/>
              <a:gd name="connsiteX2-829" fmla="*/ 3307399 w 3307399"/>
              <a:gd name="connsiteY2-830" fmla="*/ 4018889 h 4030763"/>
              <a:gd name="connsiteX3-831" fmla="*/ 2345815 w 3307399"/>
              <a:gd name="connsiteY3-832" fmla="*/ 4030763 h 4030763"/>
              <a:gd name="connsiteX0-1-1" fmla="*/ 2345815 w 3299781"/>
              <a:gd name="connsiteY0-2-2" fmla="*/ 4030763 h 4031563"/>
              <a:gd name="connsiteX1-3-3" fmla="*/ 0 w 3299781"/>
              <a:gd name="connsiteY1-4-4" fmla="*/ 0 h 4031563"/>
              <a:gd name="connsiteX2-5-5" fmla="*/ 3299781 w 3299781"/>
              <a:gd name="connsiteY2-6-6" fmla="*/ 4030374 h 4031563"/>
              <a:gd name="connsiteX3-7-7" fmla="*/ 2345815 w 3299781"/>
              <a:gd name="connsiteY3-8-8" fmla="*/ 4030763 h 4031563"/>
              <a:gd name="connsiteX0-9-9" fmla="*/ 2345815 w 3299783"/>
              <a:gd name="connsiteY0-10-10" fmla="*/ 4030763 h 4030763"/>
              <a:gd name="connsiteX1-11-11" fmla="*/ 0 w 3299783"/>
              <a:gd name="connsiteY1-12-12" fmla="*/ 0 h 4030763"/>
              <a:gd name="connsiteX2-13-13" fmla="*/ 3299783 w 3299783"/>
              <a:gd name="connsiteY2-14-14" fmla="*/ 4024634 h 4030763"/>
              <a:gd name="connsiteX3-15-15" fmla="*/ 2345815 w 3299783"/>
              <a:gd name="connsiteY3-16-16" fmla="*/ 4030763 h 4030763"/>
              <a:gd name="connsiteX0-17-17" fmla="*/ 2330577 w 3299783"/>
              <a:gd name="connsiteY0-18-18" fmla="*/ 4025023 h 4025023"/>
              <a:gd name="connsiteX1-19-19" fmla="*/ 0 w 3299783"/>
              <a:gd name="connsiteY1-20-20" fmla="*/ 0 h 4025023"/>
              <a:gd name="connsiteX2-21-21" fmla="*/ 3299783 w 3299783"/>
              <a:gd name="connsiteY2-22-22" fmla="*/ 4024634 h 4025023"/>
              <a:gd name="connsiteX3-23-23" fmla="*/ 2330577 w 3299783"/>
              <a:gd name="connsiteY3-24-24" fmla="*/ 4025023 h 4025023"/>
            </a:gdLst>
            <a:ahLst/>
            <a:cxnLst>
              <a:cxn ang="0">
                <a:pos x="connsiteX0-1-1" y="connsiteY0-2-2"/>
              </a:cxn>
              <a:cxn ang="0">
                <a:pos x="connsiteX1-3-3" y="connsiteY1-4-4"/>
              </a:cxn>
              <a:cxn ang="0">
                <a:pos x="connsiteX2-5-5" y="connsiteY2-6-6"/>
              </a:cxn>
              <a:cxn ang="0">
                <a:pos x="connsiteX3-7-7" y="connsiteY3-8-8"/>
              </a:cxn>
            </a:cxnLst>
            <a:rect l="l" t="t" r="r" b="b"/>
            <a:pathLst>
              <a:path w="3299783" h="4025023">
                <a:moveTo>
                  <a:pt x="2330577" y="4025023"/>
                </a:moveTo>
                <a:cubicBezTo>
                  <a:pt x="1343292" y="3390930"/>
                  <a:pt x="231831" y="1249262"/>
                  <a:pt x="0" y="0"/>
                </a:cubicBezTo>
                <a:cubicBezTo>
                  <a:pt x="225117" y="691972"/>
                  <a:pt x="1380971" y="3049306"/>
                  <a:pt x="3299783" y="4024634"/>
                </a:cubicBezTo>
                <a:lnTo>
                  <a:pt x="2330577" y="4025023"/>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43"/>
          <p:cNvSpPr/>
          <p:nvPr userDrawn="1"/>
        </p:nvSpPr>
        <p:spPr>
          <a:xfrm rot="5400000" flipH="1">
            <a:off x="3590092" y="-3848186"/>
            <a:ext cx="5027257" cy="12209280"/>
          </a:xfrm>
          <a:custGeom>
            <a:avLst/>
            <a:gdLst>
              <a:gd name="connsiteX0" fmla="*/ 5027257 w 5027257"/>
              <a:gd name="connsiteY0" fmla="*/ 12191999 h 12191999"/>
              <a:gd name="connsiteX1" fmla="*/ 5027257 w 5027257"/>
              <a:gd name="connsiteY1" fmla="*/ 0 h 12191999"/>
              <a:gd name="connsiteX2" fmla="*/ 4511075 w 5027257"/>
              <a:gd name="connsiteY2" fmla="*/ 0 h 12191999"/>
              <a:gd name="connsiteX3" fmla="*/ 4241214 w 5027257"/>
              <a:gd name="connsiteY3" fmla="*/ 196524 h 12191999"/>
              <a:gd name="connsiteX4" fmla="*/ 56144 w 5027257"/>
              <a:gd name="connsiteY4" fmla="*/ 11399306 h 12191999"/>
              <a:gd name="connsiteX5" fmla="*/ 0 w 5027257"/>
              <a:gd name="connsiteY5" fmla="*/ 12191999 h 1219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7257" h="12191999">
                <a:moveTo>
                  <a:pt x="5027257" y="12191999"/>
                </a:moveTo>
                <a:lnTo>
                  <a:pt x="5027257" y="0"/>
                </a:lnTo>
                <a:lnTo>
                  <a:pt x="4511075" y="0"/>
                </a:lnTo>
                <a:lnTo>
                  <a:pt x="4241214" y="196524"/>
                </a:lnTo>
                <a:cubicBezTo>
                  <a:pt x="1608050" y="2259002"/>
                  <a:pt x="390325" y="7438527"/>
                  <a:pt x="56144" y="11399306"/>
                </a:cubicBezTo>
                <a:lnTo>
                  <a:pt x="0" y="12191999"/>
                </a:lnTo>
                <a:close/>
              </a:path>
            </a:pathLst>
          </a:custGeom>
          <a:gradFill flip="none" rotWithShape="0">
            <a:gsLst>
              <a:gs pos="42000">
                <a:srgbClr val="44546A">
                  <a:alpha val="30000"/>
                </a:srgbClr>
              </a:gs>
              <a:gs pos="0">
                <a:schemeClr val="tx2"/>
              </a:gs>
              <a:gs pos="100000">
                <a:schemeClr val="tx2">
                  <a:alpha val="1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直角三角形 3"/>
          <p:cNvSpPr/>
          <p:nvPr userDrawn="1"/>
        </p:nvSpPr>
        <p:spPr>
          <a:xfrm rot="16200000" flipV="1">
            <a:off x="3137535" y="-111125"/>
            <a:ext cx="1659255" cy="7936230"/>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0 w 2926224"/>
              <a:gd name="connsiteY0-306" fmla="*/ 3941667 h 3941667"/>
              <a:gd name="connsiteX1-307" fmla="*/ 2926224 w 2926224"/>
              <a:gd name="connsiteY1-308" fmla="*/ 0 h 3941667"/>
              <a:gd name="connsiteX2-309" fmla="*/ 994815 w 2926224"/>
              <a:gd name="connsiteY2-310" fmla="*/ 3922617 h 3941667"/>
              <a:gd name="connsiteX3-311" fmla="*/ 0 w 2926224"/>
              <a:gd name="connsiteY3-312" fmla="*/ 3941667 h 3941667"/>
              <a:gd name="connsiteX0-313" fmla="*/ 0 w 2926224"/>
              <a:gd name="connsiteY0-314" fmla="*/ 3941667 h 3941667"/>
              <a:gd name="connsiteX1-315" fmla="*/ 2926224 w 2926224"/>
              <a:gd name="connsiteY1-316" fmla="*/ 0 h 3941667"/>
              <a:gd name="connsiteX2-317" fmla="*/ 994815 w 2926224"/>
              <a:gd name="connsiteY2-318" fmla="*/ 3922617 h 3941667"/>
              <a:gd name="connsiteX3-319" fmla="*/ 0 w 2926224"/>
              <a:gd name="connsiteY3-320" fmla="*/ 3941667 h 3941667"/>
              <a:gd name="connsiteX0-321" fmla="*/ 0 w 2926224"/>
              <a:gd name="connsiteY0-322" fmla="*/ 3941667 h 3941667"/>
              <a:gd name="connsiteX1-323" fmla="*/ 2926224 w 2926224"/>
              <a:gd name="connsiteY1-324" fmla="*/ 0 h 3941667"/>
              <a:gd name="connsiteX2-325" fmla="*/ 994815 w 2926224"/>
              <a:gd name="connsiteY2-326" fmla="*/ 3922617 h 3941667"/>
              <a:gd name="connsiteX3-327" fmla="*/ 0 w 2926224"/>
              <a:gd name="connsiteY3-328" fmla="*/ 3941667 h 3941667"/>
              <a:gd name="connsiteX0-329" fmla="*/ 0 w 2926224"/>
              <a:gd name="connsiteY0-330" fmla="*/ 3920789 h 3922617"/>
              <a:gd name="connsiteX1-331" fmla="*/ 2926224 w 2926224"/>
              <a:gd name="connsiteY1-332" fmla="*/ 0 h 3922617"/>
              <a:gd name="connsiteX2-333" fmla="*/ 994815 w 2926224"/>
              <a:gd name="connsiteY2-334" fmla="*/ 3922617 h 3922617"/>
              <a:gd name="connsiteX3-335" fmla="*/ 0 w 2926224"/>
              <a:gd name="connsiteY3-336" fmla="*/ 3920789 h 3922617"/>
              <a:gd name="connsiteX0-337" fmla="*/ 0 w 2926224"/>
              <a:gd name="connsiteY0-338" fmla="*/ 3920789 h 3922617"/>
              <a:gd name="connsiteX1-339" fmla="*/ 2926224 w 2926224"/>
              <a:gd name="connsiteY1-340" fmla="*/ 0 h 3922617"/>
              <a:gd name="connsiteX2-341" fmla="*/ 994815 w 2926224"/>
              <a:gd name="connsiteY2-342" fmla="*/ 3922617 h 3922617"/>
              <a:gd name="connsiteX3-343" fmla="*/ 0 w 2926224"/>
              <a:gd name="connsiteY3-344" fmla="*/ 3920789 h 3922617"/>
              <a:gd name="connsiteX0-345" fmla="*/ 0 w 2926224"/>
              <a:gd name="connsiteY0-346" fmla="*/ 3920789 h 3922617"/>
              <a:gd name="connsiteX1-347" fmla="*/ 2926224 w 2926224"/>
              <a:gd name="connsiteY1-348" fmla="*/ 0 h 3922617"/>
              <a:gd name="connsiteX2-349" fmla="*/ 994815 w 2926224"/>
              <a:gd name="connsiteY2-350" fmla="*/ 3922617 h 3922617"/>
              <a:gd name="connsiteX3-351" fmla="*/ 0 w 2926224"/>
              <a:gd name="connsiteY3-352" fmla="*/ 3920789 h 3922617"/>
              <a:gd name="connsiteX0-353" fmla="*/ 0 w 2926224"/>
              <a:gd name="connsiteY0-354" fmla="*/ 3920789 h 3922617"/>
              <a:gd name="connsiteX1-355" fmla="*/ 2926224 w 2926224"/>
              <a:gd name="connsiteY1-356" fmla="*/ 0 h 3922617"/>
              <a:gd name="connsiteX2-357" fmla="*/ 994815 w 2926224"/>
              <a:gd name="connsiteY2-358" fmla="*/ 3922617 h 3922617"/>
              <a:gd name="connsiteX3-359" fmla="*/ 0 w 2926224"/>
              <a:gd name="connsiteY3-360" fmla="*/ 3920789 h 3922617"/>
              <a:gd name="connsiteX0-361" fmla="*/ 0 w 2926224"/>
              <a:gd name="connsiteY0-362" fmla="*/ 3920789 h 3922617"/>
              <a:gd name="connsiteX1-363" fmla="*/ 2926224 w 2926224"/>
              <a:gd name="connsiteY1-364" fmla="*/ 0 h 3922617"/>
              <a:gd name="connsiteX2-365" fmla="*/ 994815 w 2926224"/>
              <a:gd name="connsiteY2-366" fmla="*/ 3922617 h 3922617"/>
              <a:gd name="connsiteX3-367" fmla="*/ 0 w 2926224"/>
              <a:gd name="connsiteY3-368" fmla="*/ 3920789 h 3922617"/>
              <a:gd name="connsiteX0-369" fmla="*/ 0 w 2926224"/>
              <a:gd name="connsiteY0-370" fmla="*/ 3920789 h 3922617"/>
              <a:gd name="connsiteX1-371" fmla="*/ 2926224 w 2926224"/>
              <a:gd name="connsiteY1-372" fmla="*/ 0 h 3922617"/>
              <a:gd name="connsiteX2-373" fmla="*/ 994815 w 2926224"/>
              <a:gd name="connsiteY2-374" fmla="*/ 3922617 h 3922617"/>
              <a:gd name="connsiteX3-375" fmla="*/ 0 w 2926224"/>
              <a:gd name="connsiteY3-376" fmla="*/ 3920789 h 3922617"/>
              <a:gd name="connsiteX0-377" fmla="*/ 0 w 2926224"/>
              <a:gd name="connsiteY0-378" fmla="*/ 3920789 h 3922617"/>
              <a:gd name="connsiteX1-379" fmla="*/ 2926224 w 2926224"/>
              <a:gd name="connsiteY1-380" fmla="*/ 0 h 3922617"/>
              <a:gd name="connsiteX2-381" fmla="*/ 994815 w 2926224"/>
              <a:gd name="connsiteY2-382" fmla="*/ 3922617 h 3922617"/>
              <a:gd name="connsiteX3-383" fmla="*/ 0 w 2926224"/>
              <a:gd name="connsiteY3-384" fmla="*/ 3920789 h 3922617"/>
              <a:gd name="connsiteX0-385" fmla="*/ 0 w 2926224"/>
              <a:gd name="connsiteY0-386" fmla="*/ 3920789 h 3922617"/>
              <a:gd name="connsiteX1-387" fmla="*/ 2926224 w 2926224"/>
              <a:gd name="connsiteY1-388" fmla="*/ 0 h 3922617"/>
              <a:gd name="connsiteX2-389" fmla="*/ 994815 w 2926224"/>
              <a:gd name="connsiteY2-390" fmla="*/ 3922617 h 3922617"/>
              <a:gd name="connsiteX3-391" fmla="*/ 0 w 2926224"/>
              <a:gd name="connsiteY3-392" fmla="*/ 3920789 h 3922617"/>
              <a:gd name="connsiteX0-393" fmla="*/ 0 w 2926224"/>
              <a:gd name="connsiteY0-394" fmla="*/ 3920789 h 3922617"/>
              <a:gd name="connsiteX1-395" fmla="*/ 2926224 w 2926224"/>
              <a:gd name="connsiteY1-396" fmla="*/ 0 h 3922617"/>
              <a:gd name="connsiteX2-397" fmla="*/ 994815 w 2926224"/>
              <a:gd name="connsiteY2-398" fmla="*/ 3922617 h 3922617"/>
              <a:gd name="connsiteX3-399" fmla="*/ 0 w 2926224"/>
              <a:gd name="connsiteY3-400" fmla="*/ 3920789 h 3922617"/>
              <a:gd name="connsiteX0-401" fmla="*/ 0 w 2926224"/>
              <a:gd name="connsiteY0-402" fmla="*/ 3920789 h 3922617"/>
              <a:gd name="connsiteX1-403" fmla="*/ 2926224 w 2926224"/>
              <a:gd name="connsiteY1-404" fmla="*/ 0 h 3922617"/>
              <a:gd name="connsiteX2-405" fmla="*/ 994815 w 2926224"/>
              <a:gd name="connsiteY2-406" fmla="*/ 3922617 h 3922617"/>
              <a:gd name="connsiteX3-407" fmla="*/ 0 w 2926224"/>
              <a:gd name="connsiteY3-408" fmla="*/ 3920789 h 3922617"/>
              <a:gd name="connsiteX0-409" fmla="*/ 0 w 2926224"/>
              <a:gd name="connsiteY0-410" fmla="*/ 3920789 h 3922617"/>
              <a:gd name="connsiteX1-411" fmla="*/ 2926224 w 2926224"/>
              <a:gd name="connsiteY1-412" fmla="*/ 0 h 3922617"/>
              <a:gd name="connsiteX2-413" fmla="*/ 994815 w 2926224"/>
              <a:gd name="connsiteY2-414" fmla="*/ 3922617 h 3922617"/>
              <a:gd name="connsiteX3-415" fmla="*/ 0 w 2926224"/>
              <a:gd name="connsiteY3-416" fmla="*/ 3920789 h 3922617"/>
              <a:gd name="connsiteX0-417" fmla="*/ 0 w 2926224"/>
              <a:gd name="connsiteY0-418" fmla="*/ 3920789 h 3927836"/>
              <a:gd name="connsiteX1-419" fmla="*/ 2926224 w 2926224"/>
              <a:gd name="connsiteY1-420" fmla="*/ 0 h 3927836"/>
              <a:gd name="connsiteX2-421" fmla="*/ 745433 w 2926224"/>
              <a:gd name="connsiteY2-422" fmla="*/ 3927836 h 3927836"/>
              <a:gd name="connsiteX3-423" fmla="*/ 0 w 2926224"/>
              <a:gd name="connsiteY3-424" fmla="*/ 3920789 h 3927836"/>
              <a:gd name="connsiteX0-425" fmla="*/ 0 w 2926224"/>
              <a:gd name="connsiteY0-426" fmla="*/ 3920789 h 3927836"/>
              <a:gd name="connsiteX1-427" fmla="*/ 2926224 w 2926224"/>
              <a:gd name="connsiteY1-428" fmla="*/ 0 h 3927836"/>
              <a:gd name="connsiteX2-429" fmla="*/ 745433 w 2926224"/>
              <a:gd name="connsiteY2-430" fmla="*/ 3927836 h 3927836"/>
              <a:gd name="connsiteX3-431" fmla="*/ 0 w 2926224"/>
              <a:gd name="connsiteY3-432" fmla="*/ 3920789 h 3927836"/>
              <a:gd name="connsiteX0-433" fmla="*/ 0 w 2926224"/>
              <a:gd name="connsiteY0-434" fmla="*/ 3920789 h 3927836"/>
              <a:gd name="connsiteX1-435" fmla="*/ 2926224 w 2926224"/>
              <a:gd name="connsiteY1-436" fmla="*/ 0 h 3927836"/>
              <a:gd name="connsiteX2-437" fmla="*/ 745433 w 2926224"/>
              <a:gd name="connsiteY2-438" fmla="*/ 3927836 h 3927836"/>
              <a:gd name="connsiteX3-439" fmla="*/ 0 w 2926224"/>
              <a:gd name="connsiteY3-440" fmla="*/ 3920789 h 3927836"/>
              <a:gd name="connsiteX0-441" fmla="*/ 0 w 2926224"/>
              <a:gd name="connsiteY0-442" fmla="*/ 3920789 h 3927836"/>
              <a:gd name="connsiteX1-443" fmla="*/ 2926224 w 2926224"/>
              <a:gd name="connsiteY1-444" fmla="*/ 0 h 3927836"/>
              <a:gd name="connsiteX2-445" fmla="*/ 745433 w 2926224"/>
              <a:gd name="connsiteY2-446" fmla="*/ 3927836 h 3927836"/>
              <a:gd name="connsiteX3-447" fmla="*/ 0 w 2926224"/>
              <a:gd name="connsiteY3-448" fmla="*/ 3920789 h 3927836"/>
              <a:gd name="connsiteX0-449" fmla="*/ 0 w 1577714"/>
              <a:gd name="connsiteY0-450" fmla="*/ 5918146 h 5925193"/>
              <a:gd name="connsiteX1-451" fmla="*/ 1577714 w 1577714"/>
              <a:gd name="connsiteY1-452" fmla="*/ 0 h 5925193"/>
              <a:gd name="connsiteX2-453" fmla="*/ 745433 w 1577714"/>
              <a:gd name="connsiteY2-454" fmla="*/ 5925193 h 5925193"/>
              <a:gd name="connsiteX3-455" fmla="*/ 0 w 1577714"/>
              <a:gd name="connsiteY3-456" fmla="*/ 5918146 h 5925193"/>
              <a:gd name="connsiteX0-457" fmla="*/ 0 w 1577714"/>
              <a:gd name="connsiteY0-458" fmla="*/ 5918146 h 5925193"/>
              <a:gd name="connsiteX1-459" fmla="*/ 1577714 w 1577714"/>
              <a:gd name="connsiteY1-460" fmla="*/ 0 h 5925193"/>
              <a:gd name="connsiteX2-461" fmla="*/ 745433 w 1577714"/>
              <a:gd name="connsiteY2-462" fmla="*/ 5925193 h 5925193"/>
              <a:gd name="connsiteX3-463" fmla="*/ 0 w 1577714"/>
              <a:gd name="connsiteY3-464" fmla="*/ 5918146 h 5925193"/>
              <a:gd name="connsiteX0-465" fmla="*/ 0 w 1577714"/>
              <a:gd name="connsiteY0-466" fmla="*/ 5918146 h 5925193"/>
              <a:gd name="connsiteX1-467" fmla="*/ 1577714 w 1577714"/>
              <a:gd name="connsiteY1-468" fmla="*/ 0 h 5925193"/>
              <a:gd name="connsiteX2-469" fmla="*/ 745433 w 1577714"/>
              <a:gd name="connsiteY2-470" fmla="*/ 5925193 h 5925193"/>
              <a:gd name="connsiteX3-471" fmla="*/ 0 w 1577714"/>
              <a:gd name="connsiteY3-472" fmla="*/ 5918146 h 5925193"/>
              <a:gd name="connsiteX0-473" fmla="*/ 0 w 1550005"/>
              <a:gd name="connsiteY0-474" fmla="*/ 5966862 h 5973909"/>
              <a:gd name="connsiteX1-475" fmla="*/ 1550005 w 1550005"/>
              <a:gd name="connsiteY1-476" fmla="*/ 0 h 5973909"/>
              <a:gd name="connsiteX2-477" fmla="*/ 745433 w 1550005"/>
              <a:gd name="connsiteY2-478" fmla="*/ 5973909 h 5973909"/>
              <a:gd name="connsiteX3-479" fmla="*/ 0 w 1550005"/>
              <a:gd name="connsiteY3-480" fmla="*/ 5966862 h 5973909"/>
              <a:gd name="connsiteX0-481" fmla="*/ 0 w 1550005"/>
              <a:gd name="connsiteY0-482" fmla="*/ 5966862 h 5973909"/>
              <a:gd name="connsiteX1-483" fmla="*/ 1550005 w 1550005"/>
              <a:gd name="connsiteY1-484" fmla="*/ 0 h 5973909"/>
              <a:gd name="connsiteX2-485" fmla="*/ 745433 w 1550005"/>
              <a:gd name="connsiteY2-486" fmla="*/ 5973909 h 5973909"/>
              <a:gd name="connsiteX3-487" fmla="*/ 0 w 1550005"/>
              <a:gd name="connsiteY3-488" fmla="*/ 5966862 h 5973909"/>
              <a:gd name="connsiteX0-489" fmla="*/ 0 w 1550005"/>
              <a:gd name="connsiteY0-490" fmla="*/ 5966862 h 5973909"/>
              <a:gd name="connsiteX1-491" fmla="*/ 1550005 w 1550005"/>
              <a:gd name="connsiteY1-492" fmla="*/ 0 h 5973909"/>
              <a:gd name="connsiteX2-493" fmla="*/ 745433 w 1550005"/>
              <a:gd name="connsiteY2-494" fmla="*/ 5973909 h 5973909"/>
              <a:gd name="connsiteX3-495" fmla="*/ 0 w 1550005"/>
              <a:gd name="connsiteY3-496" fmla="*/ 5966862 h 5973909"/>
              <a:gd name="connsiteX0-497" fmla="*/ 0 w 1596187"/>
              <a:gd name="connsiteY0-498" fmla="*/ 5966862 h 5973909"/>
              <a:gd name="connsiteX1-499" fmla="*/ 1596187 w 1596187"/>
              <a:gd name="connsiteY1-500" fmla="*/ 0 h 5973909"/>
              <a:gd name="connsiteX2-501" fmla="*/ 791615 w 1596187"/>
              <a:gd name="connsiteY2-502" fmla="*/ 5973909 h 5973909"/>
              <a:gd name="connsiteX3-503" fmla="*/ 0 w 1596187"/>
              <a:gd name="connsiteY3-504" fmla="*/ 5966862 h 5973909"/>
              <a:gd name="connsiteX0-505" fmla="*/ 0 w 1602537"/>
              <a:gd name="connsiteY0-506" fmla="*/ 5975236 h 5975236"/>
              <a:gd name="connsiteX1-507" fmla="*/ 1602537 w 1602537"/>
              <a:gd name="connsiteY1-508" fmla="*/ 0 h 5975236"/>
              <a:gd name="connsiteX2-509" fmla="*/ 797965 w 1602537"/>
              <a:gd name="connsiteY2-510" fmla="*/ 5973909 h 5975236"/>
              <a:gd name="connsiteX3-511" fmla="*/ 0 w 1602537"/>
              <a:gd name="connsiteY3-512" fmla="*/ 5975236 h 5975236"/>
              <a:gd name="connsiteX0-513" fmla="*/ 0 w 1602537"/>
              <a:gd name="connsiteY0-514" fmla="*/ 5974042 h 5974042"/>
              <a:gd name="connsiteX1-515" fmla="*/ 1602537 w 1602537"/>
              <a:gd name="connsiteY1-516" fmla="*/ 0 h 5974042"/>
              <a:gd name="connsiteX2-517" fmla="*/ 797965 w 1602537"/>
              <a:gd name="connsiteY2-518" fmla="*/ 5973909 h 5974042"/>
              <a:gd name="connsiteX3-519" fmla="*/ 0 w 1602537"/>
              <a:gd name="connsiteY3-520" fmla="*/ 5974042 h 5974042"/>
              <a:gd name="connsiteX0-521" fmla="*/ 0 w 1602537"/>
              <a:gd name="connsiteY0-522" fmla="*/ 5974042 h 5974042"/>
              <a:gd name="connsiteX1-523" fmla="*/ 1602537 w 1602537"/>
              <a:gd name="connsiteY1-524" fmla="*/ 0 h 5974042"/>
              <a:gd name="connsiteX2-525" fmla="*/ 797965 w 1602537"/>
              <a:gd name="connsiteY2-526" fmla="*/ 5973909 h 5974042"/>
              <a:gd name="connsiteX3-527" fmla="*/ 0 w 1602537"/>
              <a:gd name="connsiteY3-528" fmla="*/ 5974042 h 5974042"/>
              <a:gd name="connsiteX0-529" fmla="*/ 0 w 1602537"/>
              <a:gd name="connsiteY0-530" fmla="*/ 5974042 h 5974042"/>
              <a:gd name="connsiteX1-531" fmla="*/ 1602537 w 1602537"/>
              <a:gd name="connsiteY1-532" fmla="*/ 0 h 5974042"/>
              <a:gd name="connsiteX2-533" fmla="*/ 797965 w 1602537"/>
              <a:gd name="connsiteY2-534" fmla="*/ 5973909 h 5974042"/>
              <a:gd name="connsiteX3-535" fmla="*/ 0 w 1602537"/>
              <a:gd name="connsiteY3-536" fmla="*/ 5974042 h 5974042"/>
              <a:gd name="connsiteX0-537" fmla="*/ 0 w 1602537"/>
              <a:gd name="connsiteY0-538" fmla="*/ 5974042 h 5974042"/>
              <a:gd name="connsiteX1-539" fmla="*/ 1602537 w 1602537"/>
              <a:gd name="connsiteY1-540" fmla="*/ 0 h 5974042"/>
              <a:gd name="connsiteX2-541" fmla="*/ 797965 w 1602537"/>
              <a:gd name="connsiteY2-542" fmla="*/ 5973909 h 5974042"/>
              <a:gd name="connsiteX3-543" fmla="*/ 0 w 1602537"/>
              <a:gd name="connsiteY3-544" fmla="*/ 5974042 h 5974042"/>
              <a:gd name="connsiteX0-545" fmla="*/ 0 w 1602537"/>
              <a:gd name="connsiteY0-546" fmla="*/ 5974042 h 5974042"/>
              <a:gd name="connsiteX1-547" fmla="*/ 1602537 w 1602537"/>
              <a:gd name="connsiteY1-548" fmla="*/ 0 h 5974042"/>
              <a:gd name="connsiteX2-549" fmla="*/ 797965 w 1602537"/>
              <a:gd name="connsiteY2-550" fmla="*/ 5973909 h 5974042"/>
              <a:gd name="connsiteX3-551" fmla="*/ 0 w 1602537"/>
              <a:gd name="connsiteY3-552" fmla="*/ 5974042 h 5974042"/>
              <a:gd name="connsiteX0-553" fmla="*/ 0 w 1602537"/>
              <a:gd name="connsiteY0-554" fmla="*/ 5974042 h 5974042"/>
              <a:gd name="connsiteX1-555" fmla="*/ 1602537 w 1602537"/>
              <a:gd name="connsiteY1-556" fmla="*/ 0 h 5974042"/>
              <a:gd name="connsiteX2-557" fmla="*/ 797965 w 1602537"/>
              <a:gd name="connsiteY2-558" fmla="*/ 5973909 h 5974042"/>
              <a:gd name="connsiteX3-559" fmla="*/ 0 w 1602537"/>
              <a:gd name="connsiteY3-560" fmla="*/ 5974042 h 5974042"/>
              <a:gd name="connsiteX0-561" fmla="*/ 0 w 1596187"/>
              <a:gd name="connsiteY0-562" fmla="*/ 5978827 h 5978827"/>
              <a:gd name="connsiteX1-563" fmla="*/ 1596187 w 1596187"/>
              <a:gd name="connsiteY1-564" fmla="*/ 0 h 5978827"/>
              <a:gd name="connsiteX2-565" fmla="*/ 797965 w 1596187"/>
              <a:gd name="connsiteY2-566" fmla="*/ 5978694 h 5978827"/>
              <a:gd name="connsiteX3-567" fmla="*/ 0 w 1596187"/>
              <a:gd name="connsiteY3-568" fmla="*/ 5978827 h 5978827"/>
              <a:gd name="connsiteX0-569" fmla="*/ 0 w 1596187"/>
              <a:gd name="connsiteY0-570" fmla="*/ 5978827 h 5978827"/>
              <a:gd name="connsiteX1-571" fmla="*/ 1596187 w 1596187"/>
              <a:gd name="connsiteY1-572" fmla="*/ 0 h 5978827"/>
              <a:gd name="connsiteX2-573" fmla="*/ 797965 w 1596187"/>
              <a:gd name="connsiteY2-574" fmla="*/ 5978694 h 5978827"/>
              <a:gd name="connsiteX3-575" fmla="*/ 0 w 1596187"/>
              <a:gd name="connsiteY3-576" fmla="*/ 5978827 h 5978827"/>
              <a:gd name="connsiteX0-577" fmla="*/ 0 w 1596187"/>
              <a:gd name="connsiteY0-578" fmla="*/ 5978827 h 5978827"/>
              <a:gd name="connsiteX1-579" fmla="*/ 1596187 w 1596187"/>
              <a:gd name="connsiteY1-580" fmla="*/ 0 h 5978827"/>
              <a:gd name="connsiteX2-581" fmla="*/ 797965 w 1596187"/>
              <a:gd name="connsiteY2-582" fmla="*/ 5978694 h 5978827"/>
              <a:gd name="connsiteX3-583" fmla="*/ 0 w 1596187"/>
              <a:gd name="connsiteY3-584" fmla="*/ 5978827 h 5978827"/>
              <a:gd name="connsiteX0-585" fmla="*/ 0 w 1596187"/>
              <a:gd name="connsiteY0-586" fmla="*/ 5978827 h 5978827"/>
              <a:gd name="connsiteX1-587" fmla="*/ 1596187 w 1596187"/>
              <a:gd name="connsiteY1-588" fmla="*/ 0 h 5978827"/>
              <a:gd name="connsiteX2-589" fmla="*/ 797965 w 1596187"/>
              <a:gd name="connsiteY2-590" fmla="*/ 5978694 h 5978827"/>
              <a:gd name="connsiteX3-591" fmla="*/ 0 w 1596187"/>
              <a:gd name="connsiteY3-592" fmla="*/ 5978827 h 5978827"/>
              <a:gd name="connsiteX0-593" fmla="*/ 0 w 1596187"/>
              <a:gd name="connsiteY0-594" fmla="*/ 5978827 h 5978827"/>
              <a:gd name="connsiteX1-595" fmla="*/ 1596187 w 1596187"/>
              <a:gd name="connsiteY1-596" fmla="*/ 0 h 5978827"/>
              <a:gd name="connsiteX2-597" fmla="*/ 797965 w 1596187"/>
              <a:gd name="connsiteY2-598" fmla="*/ 5978694 h 5978827"/>
              <a:gd name="connsiteX3-599" fmla="*/ 0 w 1596187"/>
              <a:gd name="connsiteY3-600" fmla="*/ 5978827 h 5978827"/>
              <a:gd name="connsiteX0-601" fmla="*/ 0 w 1596187"/>
              <a:gd name="connsiteY0-602" fmla="*/ 5978827 h 5978827"/>
              <a:gd name="connsiteX1-603" fmla="*/ 1596187 w 1596187"/>
              <a:gd name="connsiteY1-604" fmla="*/ 0 h 5978827"/>
              <a:gd name="connsiteX2-605" fmla="*/ 797965 w 1596187"/>
              <a:gd name="connsiteY2-606" fmla="*/ 5978694 h 5978827"/>
              <a:gd name="connsiteX3-607" fmla="*/ 0 w 1596187"/>
              <a:gd name="connsiteY3-608" fmla="*/ 5978827 h 5978827"/>
              <a:gd name="connsiteX0-609" fmla="*/ 0 w 1596187"/>
              <a:gd name="connsiteY0-610" fmla="*/ 5978827 h 5978827"/>
              <a:gd name="connsiteX1-611" fmla="*/ 1596187 w 1596187"/>
              <a:gd name="connsiteY1-612" fmla="*/ 0 h 5978827"/>
              <a:gd name="connsiteX2-613" fmla="*/ 797965 w 1596187"/>
              <a:gd name="connsiteY2-614" fmla="*/ 5978694 h 5978827"/>
              <a:gd name="connsiteX3-615" fmla="*/ 0 w 1596187"/>
              <a:gd name="connsiteY3-616" fmla="*/ 5978827 h 5978827"/>
              <a:gd name="connsiteX0-617" fmla="*/ 0 w 1596187"/>
              <a:gd name="connsiteY0-618" fmla="*/ 5978827 h 5978827"/>
              <a:gd name="connsiteX1-619" fmla="*/ 1596187 w 1596187"/>
              <a:gd name="connsiteY1-620" fmla="*/ 0 h 5978827"/>
              <a:gd name="connsiteX2-621" fmla="*/ 797965 w 1596187"/>
              <a:gd name="connsiteY2-622" fmla="*/ 5978694 h 5978827"/>
              <a:gd name="connsiteX3-623" fmla="*/ 0 w 1596187"/>
              <a:gd name="connsiteY3-624" fmla="*/ 5978827 h 5978827"/>
              <a:gd name="connsiteX0-625" fmla="*/ 0 w 1596187"/>
              <a:gd name="connsiteY0-626" fmla="*/ 5978827 h 5978827"/>
              <a:gd name="connsiteX1-627" fmla="*/ 1596187 w 1596187"/>
              <a:gd name="connsiteY1-628" fmla="*/ 0 h 5978827"/>
              <a:gd name="connsiteX2-629" fmla="*/ 797965 w 1596187"/>
              <a:gd name="connsiteY2-630" fmla="*/ 5978694 h 5978827"/>
              <a:gd name="connsiteX3-631" fmla="*/ 0 w 1596187"/>
              <a:gd name="connsiteY3-632" fmla="*/ 5978827 h 5978827"/>
              <a:gd name="connsiteX0-633" fmla="*/ 0 w 1596187"/>
              <a:gd name="connsiteY0-634" fmla="*/ 5978827 h 5978827"/>
              <a:gd name="connsiteX1-635" fmla="*/ 1596187 w 1596187"/>
              <a:gd name="connsiteY1-636" fmla="*/ 0 h 5978827"/>
              <a:gd name="connsiteX2-637" fmla="*/ 797965 w 1596187"/>
              <a:gd name="connsiteY2-638" fmla="*/ 5978694 h 5978827"/>
              <a:gd name="connsiteX3-639" fmla="*/ 0 w 1596187"/>
              <a:gd name="connsiteY3-640" fmla="*/ 5978827 h 5978827"/>
              <a:gd name="connsiteX0-641" fmla="*/ 0 w 1596187"/>
              <a:gd name="connsiteY0-642" fmla="*/ 5978827 h 5978827"/>
              <a:gd name="connsiteX1-643" fmla="*/ 1596187 w 1596187"/>
              <a:gd name="connsiteY1-644" fmla="*/ 0 h 5978827"/>
              <a:gd name="connsiteX2-645" fmla="*/ 797965 w 1596187"/>
              <a:gd name="connsiteY2-646" fmla="*/ 5978694 h 5978827"/>
              <a:gd name="connsiteX3-647" fmla="*/ 0 w 1596187"/>
              <a:gd name="connsiteY3-648" fmla="*/ 5978827 h 5978827"/>
              <a:gd name="connsiteX0-649" fmla="*/ 0 w 1596187"/>
              <a:gd name="connsiteY0-650" fmla="*/ 5978827 h 5978827"/>
              <a:gd name="connsiteX1-651" fmla="*/ 1596187 w 1596187"/>
              <a:gd name="connsiteY1-652" fmla="*/ 0 h 5978827"/>
              <a:gd name="connsiteX2-653" fmla="*/ 797965 w 1596187"/>
              <a:gd name="connsiteY2-654" fmla="*/ 5978694 h 5978827"/>
              <a:gd name="connsiteX3-655" fmla="*/ 0 w 1596187"/>
              <a:gd name="connsiteY3-656" fmla="*/ 5978827 h 5978827"/>
              <a:gd name="connsiteX0-657" fmla="*/ 0 w 1596187"/>
              <a:gd name="connsiteY0-658" fmla="*/ 5978827 h 5978827"/>
              <a:gd name="connsiteX1-659" fmla="*/ 1596187 w 1596187"/>
              <a:gd name="connsiteY1-660" fmla="*/ 0 h 5978827"/>
              <a:gd name="connsiteX2-661" fmla="*/ 797965 w 1596187"/>
              <a:gd name="connsiteY2-662" fmla="*/ 5978694 h 5978827"/>
              <a:gd name="connsiteX3-663" fmla="*/ 0 w 1596187"/>
              <a:gd name="connsiteY3-664" fmla="*/ 5978827 h 5978827"/>
              <a:gd name="connsiteX0-665" fmla="*/ 0 w 1596187"/>
              <a:gd name="connsiteY0-666" fmla="*/ 5978827 h 5978827"/>
              <a:gd name="connsiteX1-667" fmla="*/ 1596187 w 1596187"/>
              <a:gd name="connsiteY1-668" fmla="*/ 0 h 5978827"/>
              <a:gd name="connsiteX2-669" fmla="*/ 797965 w 1596187"/>
              <a:gd name="connsiteY2-670" fmla="*/ 5978694 h 5978827"/>
              <a:gd name="connsiteX3-671" fmla="*/ 0 w 1596187"/>
              <a:gd name="connsiteY3-672" fmla="*/ 5978827 h 5978827"/>
              <a:gd name="connsiteX0-673" fmla="*/ 0 w 1596187"/>
              <a:gd name="connsiteY0-674" fmla="*/ 5978827 h 5978827"/>
              <a:gd name="connsiteX1-675" fmla="*/ 1596187 w 1596187"/>
              <a:gd name="connsiteY1-676" fmla="*/ 0 h 5978827"/>
              <a:gd name="connsiteX2-677" fmla="*/ 797965 w 1596187"/>
              <a:gd name="connsiteY2-678" fmla="*/ 5978694 h 5978827"/>
              <a:gd name="connsiteX3-679" fmla="*/ 0 w 1596187"/>
              <a:gd name="connsiteY3-680" fmla="*/ 5978827 h 5978827"/>
              <a:gd name="connsiteX0-681" fmla="*/ 0 w 1596187"/>
              <a:gd name="connsiteY0-682" fmla="*/ 5978827 h 5978827"/>
              <a:gd name="connsiteX1-683" fmla="*/ 1596187 w 1596187"/>
              <a:gd name="connsiteY1-684" fmla="*/ 0 h 5978827"/>
              <a:gd name="connsiteX2-685" fmla="*/ 797965 w 1596187"/>
              <a:gd name="connsiteY2-686" fmla="*/ 5978694 h 5978827"/>
              <a:gd name="connsiteX3-687" fmla="*/ 0 w 1596187"/>
              <a:gd name="connsiteY3-688" fmla="*/ 5978827 h 5978827"/>
              <a:gd name="connsiteX0-689" fmla="*/ 0 w 1596187"/>
              <a:gd name="connsiteY0-690" fmla="*/ 5978827 h 5978827"/>
              <a:gd name="connsiteX1-691" fmla="*/ 1596187 w 1596187"/>
              <a:gd name="connsiteY1-692" fmla="*/ 0 h 5978827"/>
              <a:gd name="connsiteX2-693" fmla="*/ 797965 w 1596187"/>
              <a:gd name="connsiteY2-694" fmla="*/ 5978694 h 5978827"/>
              <a:gd name="connsiteX3-695" fmla="*/ 0 w 1596187"/>
              <a:gd name="connsiteY3-696" fmla="*/ 5978827 h 5978827"/>
              <a:gd name="connsiteX0-697" fmla="*/ 0 w 1596187"/>
              <a:gd name="connsiteY0-698" fmla="*/ 5978827 h 5978827"/>
              <a:gd name="connsiteX1-699" fmla="*/ 1596187 w 1596187"/>
              <a:gd name="connsiteY1-700" fmla="*/ 0 h 5978827"/>
              <a:gd name="connsiteX2-701" fmla="*/ 797965 w 1596187"/>
              <a:gd name="connsiteY2-702" fmla="*/ 5978694 h 5978827"/>
              <a:gd name="connsiteX3-703" fmla="*/ 0 w 1596187"/>
              <a:gd name="connsiteY3-704" fmla="*/ 5978827 h 5978827"/>
              <a:gd name="connsiteX0-705" fmla="*/ 0 w 1596187"/>
              <a:gd name="connsiteY0-706" fmla="*/ 5978827 h 5978827"/>
              <a:gd name="connsiteX1-707" fmla="*/ 1596187 w 1596187"/>
              <a:gd name="connsiteY1-708" fmla="*/ 0 h 5978827"/>
              <a:gd name="connsiteX2-709" fmla="*/ 1153565 w 1596187"/>
              <a:gd name="connsiteY2-710" fmla="*/ 5972315 h 5978827"/>
              <a:gd name="connsiteX3-711" fmla="*/ 0 w 1596187"/>
              <a:gd name="connsiteY3-712" fmla="*/ 5978827 h 5978827"/>
              <a:gd name="connsiteX0-713" fmla="*/ 0 w 1596187"/>
              <a:gd name="connsiteY0-714" fmla="*/ 5978827 h 5978827"/>
              <a:gd name="connsiteX1-715" fmla="*/ 1596187 w 1596187"/>
              <a:gd name="connsiteY1-716" fmla="*/ 0 h 5978827"/>
              <a:gd name="connsiteX2-717" fmla="*/ 1153565 w 1596187"/>
              <a:gd name="connsiteY2-718" fmla="*/ 5972315 h 5978827"/>
              <a:gd name="connsiteX3-719" fmla="*/ 0 w 1596187"/>
              <a:gd name="connsiteY3-720" fmla="*/ 5978827 h 5978827"/>
              <a:gd name="connsiteX0-721" fmla="*/ 0 w 1596187"/>
              <a:gd name="connsiteY0-722" fmla="*/ 5978827 h 5979973"/>
              <a:gd name="connsiteX1-723" fmla="*/ 1596187 w 1596187"/>
              <a:gd name="connsiteY1-724" fmla="*/ 0 h 5979973"/>
              <a:gd name="connsiteX2-725" fmla="*/ 1158645 w 1596187"/>
              <a:gd name="connsiteY2-726" fmla="*/ 5979973 h 5979973"/>
              <a:gd name="connsiteX3-727" fmla="*/ 0 w 1596187"/>
              <a:gd name="connsiteY3-728" fmla="*/ 5978827 h 5979973"/>
            </a:gdLst>
            <a:ahLst/>
            <a:cxnLst>
              <a:cxn ang="0">
                <a:pos x="connsiteX0-1" y="connsiteY0-2"/>
              </a:cxn>
              <a:cxn ang="0">
                <a:pos x="connsiteX1-3" y="connsiteY1-4"/>
              </a:cxn>
              <a:cxn ang="0">
                <a:pos x="connsiteX2-5" y="connsiteY2-6"/>
              </a:cxn>
              <a:cxn ang="0">
                <a:pos x="connsiteX3-7" y="connsiteY3-8"/>
              </a:cxn>
            </a:cxnLst>
            <a:rect l="l" t="t" r="r" b="b"/>
            <a:pathLst>
              <a:path w="1596187" h="5979973">
                <a:moveTo>
                  <a:pt x="0" y="5978827"/>
                </a:moveTo>
                <a:cubicBezTo>
                  <a:pt x="264529" y="3149758"/>
                  <a:pt x="1007816" y="1076499"/>
                  <a:pt x="1596187" y="0"/>
                </a:cubicBezTo>
                <a:cubicBezTo>
                  <a:pt x="1012305" y="1536844"/>
                  <a:pt x="516797" y="4584031"/>
                  <a:pt x="1158645" y="5979973"/>
                </a:cubicBezTo>
                <a:lnTo>
                  <a:pt x="0" y="5978827"/>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0" hasCustomPrompt="1"/>
          </p:nvPr>
        </p:nvSpPr>
        <p:spPr>
          <a:xfrm>
            <a:off x="9429750" y="3960495"/>
            <a:ext cx="1333500" cy="726440"/>
          </a:xfrm>
          <a:prstGeom prst="rect">
            <a:avLst/>
          </a:prstGeom>
        </p:spPr>
        <p:txBody>
          <a:bodyPr anchor="ctr"/>
          <a:lstStyle>
            <a:lvl1pPr marL="0" indent="0" algn="r">
              <a:lnSpc>
                <a:spcPct val="100000"/>
              </a:lnSpc>
              <a:buNone/>
              <a:defRPr sz="7000" b="1">
                <a:solidFill>
                  <a:schemeClr val="tx1"/>
                </a:solidFill>
                <a:latin typeface="微软雅黑" panose="020B0503020204020204" pitchFamily="34" charset="-122"/>
                <a:ea typeface="微软雅黑" panose="020B0503020204020204" pitchFamily="34" charset="-122"/>
              </a:defRPr>
            </a:lvl1pPr>
          </a:lstStyle>
          <a:p>
            <a:pPr lvl="0"/>
            <a:r>
              <a:rPr kumimoji="1" lang="en-US" altLang="zh-CN" dirty="0"/>
              <a:t>01</a:t>
            </a:r>
            <a:endParaRPr kumimoji="1" lang="zh-CN" altLang="en-US" dirty="0"/>
          </a:p>
        </p:txBody>
      </p:sp>
      <p:sp>
        <p:nvSpPr>
          <p:cNvPr id="22" name="文本占位符 20"/>
          <p:cNvSpPr>
            <a:spLocks noGrp="1"/>
          </p:cNvSpPr>
          <p:nvPr>
            <p:ph type="body" sz="quarter" idx="11" hasCustomPrompt="1"/>
          </p:nvPr>
        </p:nvSpPr>
        <p:spPr>
          <a:xfrm>
            <a:off x="5882643" y="4936252"/>
            <a:ext cx="4880516" cy="535178"/>
          </a:xfrm>
          <a:prstGeom prst="rect">
            <a:avLst/>
          </a:prstGeom>
        </p:spPr>
        <p:txBody>
          <a:bodyPr anchor="ctr"/>
          <a:lstStyle>
            <a:lvl1pPr marL="0" indent="0" algn="r">
              <a:lnSpc>
                <a:spcPct val="100000"/>
              </a:lnSpc>
              <a:buNone/>
              <a:defRPr sz="4000" b="0">
                <a:solidFill>
                  <a:schemeClr val="tx1"/>
                </a:solidFill>
                <a:latin typeface="微软雅黑" panose="020B0503020204020204" pitchFamily="34" charset="-122"/>
                <a:ea typeface="微软雅黑" panose="020B0503020204020204" pitchFamily="34" charset="-122"/>
              </a:defRPr>
            </a:lvl1pPr>
          </a:lstStyle>
          <a:p>
            <a:pPr lvl="0"/>
            <a:r>
              <a:rPr kumimoji="1" lang="zh-CN" altLang="en-US" dirty="0"/>
              <a:t>请输入目录标题名</a:t>
            </a:r>
          </a:p>
        </p:txBody>
      </p:sp>
      <p:sp>
        <p:nvSpPr>
          <p:cNvPr id="23" name="文本占位符 20"/>
          <p:cNvSpPr>
            <a:spLocks noGrp="1"/>
          </p:cNvSpPr>
          <p:nvPr>
            <p:ph type="body" sz="quarter" idx="12" hasCustomPrompt="1"/>
          </p:nvPr>
        </p:nvSpPr>
        <p:spPr>
          <a:xfrm>
            <a:off x="7376159" y="5656798"/>
            <a:ext cx="3386999" cy="343621"/>
          </a:xfrm>
          <a:prstGeom prst="rect">
            <a:avLst/>
          </a:prstGeom>
        </p:spPr>
        <p:txBody>
          <a:bodyPr anchor="ctr"/>
          <a:lstStyle>
            <a:lvl1pPr marL="0" indent="0" algn="r">
              <a:lnSpc>
                <a:spcPct val="100000"/>
              </a:lnSpc>
              <a:buNone/>
              <a:defRPr sz="2400" b="0">
                <a:solidFill>
                  <a:schemeClr val="tx1">
                    <a:lumMod val="50000"/>
                    <a:lumOff val="50000"/>
                  </a:schemeClr>
                </a:solidFill>
                <a:latin typeface="微软雅黑" panose="020B0503020204020204" pitchFamily="34" charset="-122"/>
                <a:ea typeface="微软雅黑" panose="020B0503020204020204" pitchFamily="34" charset="-122"/>
              </a:defRPr>
            </a:lvl1pPr>
          </a:lstStyle>
          <a:p>
            <a:pPr lvl="0"/>
            <a:r>
              <a:rPr kumimoji="1" lang="zh-CN" altLang="en-US" dirty="0"/>
              <a:t>请输入目录英文标题名</a:t>
            </a:r>
          </a:p>
        </p:txBody>
      </p:sp>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498817" y="322580"/>
            <a:ext cx="1693738" cy="535305"/>
          </a:xfrm>
          <a:prstGeom prst="rect">
            <a:avLst/>
          </a:prstGeom>
        </p:spPr>
      </p:pic>
    </p:spTree>
    <p:extLst>
      <p:ext uri="{BB962C8B-B14F-4D97-AF65-F5344CB8AC3E}">
        <p14:creationId xmlns:p14="http://schemas.microsoft.com/office/powerpoint/2010/main" val="297289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封面/尾页">
    <p:bg>
      <p:bgPr>
        <a:noFill/>
        <a:effectLst/>
      </p:bgPr>
    </p:bg>
    <p:spTree>
      <p:nvGrpSpPr>
        <p:cNvPr id="1" name=""/>
        <p:cNvGrpSpPr/>
        <p:nvPr/>
      </p:nvGrpSpPr>
      <p:grpSpPr>
        <a:xfrm>
          <a:off x="0" y="0"/>
          <a:ext cx="0" cy="0"/>
          <a:chOff x="0" y="0"/>
          <a:chExt cx="0" cy="0"/>
        </a:xfrm>
      </p:grpSpPr>
      <p:pic>
        <p:nvPicPr>
          <p:cNvPr id="5" name="图片 4" descr="图片1 (1)"/>
          <p:cNvPicPr>
            <a:picLocks noChangeAspect="1"/>
          </p:cNvPicPr>
          <p:nvPr userDrawn="1"/>
        </p:nvPicPr>
        <p:blipFill>
          <a:blip r:embed="rId3"/>
          <a:stretch>
            <a:fillRect/>
          </a:stretch>
        </p:blipFill>
        <p:spPr>
          <a:xfrm>
            <a:off x="0" y="-10159"/>
            <a:ext cx="9954260" cy="6874488"/>
          </a:xfrm>
          <a:prstGeom prst="rect">
            <a:avLst/>
          </a:prstGeom>
        </p:spPr>
      </p:pic>
      <p:sp>
        <p:nvSpPr>
          <p:cNvPr id="11" name="直角三角形 3"/>
          <p:cNvSpPr/>
          <p:nvPr userDrawn="1"/>
        </p:nvSpPr>
        <p:spPr>
          <a:xfrm flipV="1">
            <a:off x="5898237" y="-10161"/>
            <a:ext cx="5794946" cy="2759075"/>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305" fmla="*/ 2793039 w 3808064"/>
              <a:gd name="connsiteY0-306" fmla="*/ 3329238 h 3329238"/>
              <a:gd name="connsiteX1-307" fmla="*/ 250566 w 3808064"/>
              <a:gd name="connsiteY1-308" fmla="*/ 0 h 3329238"/>
              <a:gd name="connsiteX2-309" fmla="*/ 3787854 w 3808064"/>
              <a:gd name="connsiteY2-310" fmla="*/ 3310188 h 3329238"/>
              <a:gd name="connsiteX3-311" fmla="*/ 2793039 w 3808064"/>
              <a:gd name="connsiteY3-312" fmla="*/ 3329238 h 3329238"/>
              <a:gd name="connsiteX0-313" fmla="*/ 2758934 w 3788027"/>
              <a:gd name="connsiteY0-314" fmla="*/ 3329238 h 3329238"/>
              <a:gd name="connsiteX1-315" fmla="*/ 216461 w 3788027"/>
              <a:gd name="connsiteY1-316" fmla="*/ 0 h 3329238"/>
              <a:gd name="connsiteX2-317" fmla="*/ 3753749 w 3788027"/>
              <a:gd name="connsiteY2-318" fmla="*/ 3310188 h 3329238"/>
              <a:gd name="connsiteX3-319" fmla="*/ 2758934 w 3788027"/>
              <a:gd name="connsiteY3-320" fmla="*/ 3329238 h 3329238"/>
              <a:gd name="connsiteX0-321" fmla="*/ 2542473 w 3571566"/>
              <a:gd name="connsiteY0-322" fmla="*/ 3329238 h 3329238"/>
              <a:gd name="connsiteX1-323" fmla="*/ 0 w 3571566"/>
              <a:gd name="connsiteY1-324" fmla="*/ 0 h 3329238"/>
              <a:gd name="connsiteX2-325" fmla="*/ 3537288 w 3571566"/>
              <a:gd name="connsiteY2-326" fmla="*/ 3310188 h 3329238"/>
              <a:gd name="connsiteX3-327" fmla="*/ 2542473 w 3571566"/>
              <a:gd name="connsiteY3-328" fmla="*/ 3329238 h 3329238"/>
              <a:gd name="connsiteX0-329" fmla="*/ 2542473 w 3571566"/>
              <a:gd name="connsiteY0-330" fmla="*/ 3329238 h 3329238"/>
              <a:gd name="connsiteX1-331" fmla="*/ 0 w 3571566"/>
              <a:gd name="connsiteY1-332" fmla="*/ 0 h 3329238"/>
              <a:gd name="connsiteX2-333" fmla="*/ 3537288 w 3571566"/>
              <a:gd name="connsiteY2-334" fmla="*/ 3310188 h 3329238"/>
              <a:gd name="connsiteX3-335" fmla="*/ 2542473 w 3571566"/>
              <a:gd name="connsiteY3-336" fmla="*/ 3329238 h 3329238"/>
              <a:gd name="connsiteX0-337" fmla="*/ 2542473 w 3537288"/>
              <a:gd name="connsiteY0-338" fmla="*/ 3329238 h 3329238"/>
              <a:gd name="connsiteX1-339" fmla="*/ 0 w 3537288"/>
              <a:gd name="connsiteY1-340" fmla="*/ 0 h 3329238"/>
              <a:gd name="connsiteX2-341" fmla="*/ 3537288 w 3537288"/>
              <a:gd name="connsiteY2-342" fmla="*/ 3310188 h 3329238"/>
              <a:gd name="connsiteX3-343" fmla="*/ 2542473 w 3537288"/>
              <a:gd name="connsiteY3-344" fmla="*/ 3329238 h 3329238"/>
              <a:gd name="connsiteX0-345" fmla="*/ 4159606 w 5154421"/>
              <a:gd name="connsiteY0-346" fmla="*/ 2168174 h 2168174"/>
              <a:gd name="connsiteX1-347" fmla="*/ 0 w 5154421"/>
              <a:gd name="connsiteY1-348" fmla="*/ 0 h 2168174"/>
              <a:gd name="connsiteX2-349" fmla="*/ 5154421 w 5154421"/>
              <a:gd name="connsiteY2-350" fmla="*/ 2149124 h 2168174"/>
              <a:gd name="connsiteX3-351" fmla="*/ 4159606 w 5154421"/>
              <a:gd name="connsiteY3-352" fmla="*/ 2168174 h 2168174"/>
              <a:gd name="connsiteX0-353" fmla="*/ 4159606 w 5154421"/>
              <a:gd name="connsiteY0-354" fmla="*/ 2168174 h 2168174"/>
              <a:gd name="connsiteX1-355" fmla="*/ 0 w 5154421"/>
              <a:gd name="connsiteY1-356" fmla="*/ 0 h 2168174"/>
              <a:gd name="connsiteX2-357" fmla="*/ 5154421 w 5154421"/>
              <a:gd name="connsiteY2-358" fmla="*/ 2149124 h 2168174"/>
              <a:gd name="connsiteX3-359" fmla="*/ 4159606 w 5154421"/>
              <a:gd name="connsiteY3-360" fmla="*/ 2168174 h 2168174"/>
              <a:gd name="connsiteX0-361" fmla="*/ 4235806 w 5230621"/>
              <a:gd name="connsiteY0-362" fmla="*/ 2149036 h 2149036"/>
              <a:gd name="connsiteX1-363" fmla="*/ 0 w 5230621"/>
              <a:gd name="connsiteY1-364" fmla="*/ 0 h 2149036"/>
              <a:gd name="connsiteX2-365" fmla="*/ 5230621 w 5230621"/>
              <a:gd name="connsiteY2-366" fmla="*/ 2129986 h 2149036"/>
              <a:gd name="connsiteX3-367" fmla="*/ 4235806 w 5230621"/>
              <a:gd name="connsiteY3-368" fmla="*/ 2149036 h 2149036"/>
              <a:gd name="connsiteX0-369" fmla="*/ 4235806 w 5230621"/>
              <a:gd name="connsiteY0-370" fmla="*/ 2149036 h 2149036"/>
              <a:gd name="connsiteX1-371" fmla="*/ 0 w 5230621"/>
              <a:gd name="connsiteY1-372" fmla="*/ 0 h 2149036"/>
              <a:gd name="connsiteX2-373" fmla="*/ 5230621 w 5230621"/>
              <a:gd name="connsiteY2-374" fmla="*/ 2129986 h 2149036"/>
              <a:gd name="connsiteX3-375" fmla="*/ 4235806 w 5230621"/>
              <a:gd name="connsiteY3-376" fmla="*/ 2149036 h 2149036"/>
              <a:gd name="connsiteX0-377" fmla="*/ 4235806 w 5230621"/>
              <a:gd name="connsiteY0-378" fmla="*/ 2149036 h 2149036"/>
              <a:gd name="connsiteX1-379" fmla="*/ 0 w 5230621"/>
              <a:gd name="connsiteY1-380" fmla="*/ 0 h 2149036"/>
              <a:gd name="connsiteX2-381" fmla="*/ 5230621 w 5230621"/>
              <a:gd name="connsiteY2-382" fmla="*/ 2129986 h 2149036"/>
              <a:gd name="connsiteX3-383" fmla="*/ 4235806 w 5230621"/>
              <a:gd name="connsiteY3-384" fmla="*/ 2149036 h 2149036"/>
              <a:gd name="connsiteX0-385" fmla="*/ 4235806 w 5230621"/>
              <a:gd name="connsiteY0-386" fmla="*/ 2149036 h 2149036"/>
              <a:gd name="connsiteX1-387" fmla="*/ 0 w 5230621"/>
              <a:gd name="connsiteY1-388" fmla="*/ 0 h 2149036"/>
              <a:gd name="connsiteX2-389" fmla="*/ 5230621 w 5230621"/>
              <a:gd name="connsiteY2-390" fmla="*/ 2129986 h 2149036"/>
              <a:gd name="connsiteX3-391" fmla="*/ 4235806 w 5230621"/>
              <a:gd name="connsiteY3-392" fmla="*/ 2149036 h 2149036"/>
              <a:gd name="connsiteX0-393" fmla="*/ 4235806 w 5230621"/>
              <a:gd name="connsiteY0-394" fmla="*/ 2149036 h 2149036"/>
              <a:gd name="connsiteX1-395" fmla="*/ 0 w 5230621"/>
              <a:gd name="connsiteY1-396" fmla="*/ 0 h 2149036"/>
              <a:gd name="connsiteX2-397" fmla="*/ 5230621 w 5230621"/>
              <a:gd name="connsiteY2-398" fmla="*/ 2129986 h 2149036"/>
              <a:gd name="connsiteX3-399" fmla="*/ 4235806 w 5230621"/>
              <a:gd name="connsiteY3-400" fmla="*/ 2149036 h 2149036"/>
              <a:gd name="connsiteX0-401" fmla="*/ 4235806 w 5233796"/>
              <a:gd name="connsiteY0-402" fmla="*/ 2149036 h 2149036"/>
              <a:gd name="connsiteX1-403" fmla="*/ 0 w 5233796"/>
              <a:gd name="connsiteY1-404" fmla="*/ 0 h 2149036"/>
              <a:gd name="connsiteX2-405" fmla="*/ 5233796 w 5233796"/>
              <a:gd name="connsiteY2-406" fmla="*/ 2146732 h 2149036"/>
              <a:gd name="connsiteX3-407" fmla="*/ 4235806 w 5233796"/>
              <a:gd name="connsiteY3-408" fmla="*/ 2149036 h 2149036"/>
              <a:gd name="connsiteX0-409" fmla="*/ 4299306 w 5297296"/>
              <a:gd name="connsiteY0-410" fmla="*/ 2122721 h 2122721"/>
              <a:gd name="connsiteX1-411" fmla="*/ 0 w 5297296"/>
              <a:gd name="connsiteY1-412" fmla="*/ 0 h 2122721"/>
              <a:gd name="connsiteX2-413" fmla="*/ 5297296 w 5297296"/>
              <a:gd name="connsiteY2-414" fmla="*/ 2120417 h 2122721"/>
              <a:gd name="connsiteX3-415" fmla="*/ 4299306 w 5297296"/>
              <a:gd name="connsiteY3-416" fmla="*/ 2122721 h 2122721"/>
              <a:gd name="connsiteX0-417" fmla="*/ 4299306 w 5297296"/>
              <a:gd name="connsiteY0-418" fmla="*/ 2122721 h 2122721"/>
              <a:gd name="connsiteX1-419" fmla="*/ 0 w 5297296"/>
              <a:gd name="connsiteY1-420" fmla="*/ 0 h 2122721"/>
              <a:gd name="connsiteX2-421" fmla="*/ 5297296 w 5297296"/>
              <a:gd name="connsiteY2-422" fmla="*/ 2120417 h 2122721"/>
              <a:gd name="connsiteX3-423" fmla="*/ 4299306 w 5297296"/>
              <a:gd name="connsiteY3-424" fmla="*/ 2122721 h 2122721"/>
              <a:gd name="connsiteX0-425" fmla="*/ 4299306 w 5297296"/>
              <a:gd name="connsiteY0-426" fmla="*/ 2122721 h 2122721"/>
              <a:gd name="connsiteX1-427" fmla="*/ 0 w 5297296"/>
              <a:gd name="connsiteY1-428" fmla="*/ 0 h 2122721"/>
              <a:gd name="connsiteX2-429" fmla="*/ 5297296 w 5297296"/>
              <a:gd name="connsiteY2-430" fmla="*/ 2120417 h 2122721"/>
              <a:gd name="connsiteX3-431" fmla="*/ 4299306 w 5297296"/>
              <a:gd name="connsiteY3-432" fmla="*/ 2122721 h 2122721"/>
              <a:gd name="connsiteX0-433" fmla="*/ 4299306 w 5297296"/>
              <a:gd name="connsiteY0-434" fmla="*/ 2122721 h 2122721"/>
              <a:gd name="connsiteX1-435" fmla="*/ 0 w 5297296"/>
              <a:gd name="connsiteY1-436" fmla="*/ 0 h 2122721"/>
              <a:gd name="connsiteX2-437" fmla="*/ 5297296 w 5297296"/>
              <a:gd name="connsiteY2-438" fmla="*/ 2120417 h 2122721"/>
              <a:gd name="connsiteX3-439" fmla="*/ 4299306 w 5297296"/>
              <a:gd name="connsiteY3-440" fmla="*/ 2122721 h 2122721"/>
              <a:gd name="connsiteX0-441" fmla="*/ 4299306 w 5297296"/>
              <a:gd name="connsiteY0-442" fmla="*/ 2122721 h 2122721"/>
              <a:gd name="connsiteX1-443" fmla="*/ 0 w 5297296"/>
              <a:gd name="connsiteY1-444" fmla="*/ 0 h 2122721"/>
              <a:gd name="connsiteX2-445" fmla="*/ 5297296 w 5297296"/>
              <a:gd name="connsiteY2-446" fmla="*/ 2120417 h 2122721"/>
              <a:gd name="connsiteX3-447" fmla="*/ 4299306 w 5297296"/>
              <a:gd name="connsiteY3-448" fmla="*/ 2122721 h 2122721"/>
              <a:gd name="connsiteX0-449" fmla="*/ 4299306 w 5297296"/>
              <a:gd name="connsiteY0-450" fmla="*/ 2122721 h 2122721"/>
              <a:gd name="connsiteX1-451" fmla="*/ 0 w 5297296"/>
              <a:gd name="connsiteY1-452" fmla="*/ 0 h 2122721"/>
              <a:gd name="connsiteX2-453" fmla="*/ 5297296 w 5297296"/>
              <a:gd name="connsiteY2-454" fmla="*/ 2120417 h 2122721"/>
              <a:gd name="connsiteX3-455" fmla="*/ 4299306 w 5297296"/>
              <a:gd name="connsiteY3-456" fmla="*/ 2122721 h 2122721"/>
              <a:gd name="connsiteX0-457" fmla="*/ 4299306 w 5297296"/>
              <a:gd name="connsiteY0-458" fmla="*/ 2122721 h 2122721"/>
              <a:gd name="connsiteX1-459" fmla="*/ 0 w 5297296"/>
              <a:gd name="connsiteY1-460" fmla="*/ 0 h 2122721"/>
              <a:gd name="connsiteX2-461" fmla="*/ 5297296 w 5297296"/>
              <a:gd name="connsiteY2-462" fmla="*/ 2120417 h 2122721"/>
              <a:gd name="connsiteX3-463" fmla="*/ 4299306 w 5297296"/>
              <a:gd name="connsiteY3-464" fmla="*/ 2122721 h 2122721"/>
              <a:gd name="connsiteX0-465" fmla="*/ 4299306 w 5297296"/>
              <a:gd name="connsiteY0-466" fmla="*/ 2122721 h 2122721"/>
              <a:gd name="connsiteX1-467" fmla="*/ 0 w 5297296"/>
              <a:gd name="connsiteY1-468" fmla="*/ 0 h 2122721"/>
              <a:gd name="connsiteX2-469" fmla="*/ 5297296 w 5297296"/>
              <a:gd name="connsiteY2-470" fmla="*/ 2120417 h 2122721"/>
              <a:gd name="connsiteX3-471" fmla="*/ 4299306 w 5297296"/>
              <a:gd name="connsiteY3-472" fmla="*/ 2122721 h 2122721"/>
              <a:gd name="connsiteX0-473" fmla="*/ 4299306 w 5297296"/>
              <a:gd name="connsiteY0-474" fmla="*/ 2122721 h 2122721"/>
              <a:gd name="connsiteX1-475" fmla="*/ 0 w 5297296"/>
              <a:gd name="connsiteY1-476" fmla="*/ 0 h 2122721"/>
              <a:gd name="connsiteX2-477" fmla="*/ 5297296 w 5297296"/>
              <a:gd name="connsiteY2-478" fmla="*/ 2120417 h 2122721"/>
              <a:gd name="connsiteX3-479" fmla="*/ 4299306 w 5297296"/>
              <a:gd name="connsiteY3-480" fmla="*/ 2122721 h 2122721"/>
              <a:gd name="connsiteX0-481" fmla="*/ 4299306 w 5297296"/>
              <a:gd name="connsiteY0-482" fmla="*/ 2122721 h 2122721"/>
              <a:gd name="connsiteX1-483" fmla="*/ 0 w 5297296"/>
              <a:gd name="connsiteY1-484" fmla="*/ 0 h 2122721"/>
              <a:gd name="connsiteX2-485" fmla="*/ 5297296 w 5297296"/>
              <a:gd name="connsiteY2-486" fmla="*/ 2120417 h 2122721"/>
              <a:gd name="connsiteX3-487" fmla="*/ 4299306 w 5297296"/>
              <a:gd name="connsiteY3-488" fmla="*/ 2122721 h 2122721"/>
              <a:gd name="connsiteX0-489" fmla="*/ 4299306 w 5297296"/>
              <a:gd name="connsiteY0-490" fmla="*/ 2122721 h 2122721"/>
              <a:gd name="connsiteX1-491" fmla="*/ 0 w 5297296"/>
              <a:gd name="connsiteY1-492" fmla="*/ 0 h 2122721"/>
              <a:gd name="connsiteX2-493" fmla="*/ 5297296 w 5297296"/>
              <a:gd name="connsiteY2-494" fmla="*/ 2120417 h 2122721"/>
              <a:gd name="connsiteX3-495" fmla="*/ 4299306 w 5297296"/>
              <a:gd name="connsiteY3-496" fmla="*/ 2122721 h 2122721"/>
              <a:gd name="connsiteX0-497" fmla="*/ 4299306 w 5297296"/>
              <a:gd name="connsiteY0-498" fmla="*/ 2122721 h 2122721"/>
              <a:gd name="connsiteX1-499" fmla="*/ 0 w 5297296"/>
              <a:gd name="connsiteY1-500" fmla="*/ 0 h 2122721"/>
              <a:gd name="connsiteX2-501" fmla="*/ 5297296 w 5297296"/>
              <a:gd name="connsiteY2-502" fmla="*/ 2120417 h 2122721"/>
              <a:gd name="connsiteX3-503" fmla="*/ 4299306 w 5297296"/>
              <a:gd name="connsiteY3-504" fmla="*/ 2122721 h 2122721"/>
              <a:gd name="connsiteX0-505" fmla="*/ 4299306 w 5297296"/>
              <a:gd name="connsiteY0-506" fmla="*/ 2122721 h 2122721"/>
              <a:gd name="connsiteX1-507" fmla="*/ 0 w 5297296"/>
              <a:gd name="connsiteY1-508" fmla="*/ 0 h 2122721"/>
              <a:gd name="connsiteX2-509" fmla="*/ 5297296 w 5297296"/>
              <a:gd name="connsiteY2-510" fmla="*/ 2120417 h 2122721"/>
              <a:gd name="connsiteX3-511" fmla="*/ 4299306 w 5297296"/>
              <a:gd name="connsiteY3-512" fmla="*/ 2122721 h 2122721"/>
              <a:gd name="connsiteX0-513" fmla="*/ 4299306 w 5297296"/>
              <a:gd name="connsiteY0-514" fmla="*/ 2122721 h 2122721"/>
              <a:gd name="connsiteX1-515" fmla="*/ 0 w 5297296"/>
              <a:gd name="connsiteY1-516" fmla="*/ 0 h 2122721"/>
              <a:gd name="connsiteX2-517" fmla="*/ 5297296 w 5297296"/>
              <a:gd name="connsiteY2-518" fmla="*/ 2120417 h 2122721"/>
              <a:gd name="connsiteX3-519" fmla="*/ 4299306 w 5297296"/>
              <a:gd name="connsiteY3-520" fmla="*/ 2122721 h 2122721"/>
              <a:gd name="connsiteX0-521" fmla="*/ 4299306 w 5297296"/>
              <a:gd name="connsiteY0-522" fmla="*/ 2122721 h 2122721"/>
              <a:gd name="connsiteX1-523" fmla="*/ 0 w 5297296"/>
              <a:gd name="connsiteY1-524" fmla="*/ 0 h 2122721"/>
              <a:gd name="connsiteX2-525" fmla="*/ 5297296 w 5297296"/>
              <a:gd name="connsiteY2-526" fmla="*/ 2120417 h 2122721"/>
              <a:gd name="connsiteX3-527" fmla="*/ 4299306 w 5297296"/>
              <a:gd name="connsiteY3-528" fmla="*/ 2122721 h 2122721"/>
              <a:gd name="connsiteX0-529" fmla="*/ 4299306 w 5297296"/>
              <a:gd name="connsiteY0-530" fmla="*/ 2122721 h 2122721"/>
              <a:gd name="connsiteX1-531" fmla="*/ 0 w 5297296"/>
              <a:gd name="connsiteY1-532" fmla="*/ 0 h 2122721"/>
              <a:gd name="connsiteX2-533" fmla="*/ 5297296 w 5297296"/>
              <a:gd name="connsiteY2-534" fmla="*/ 2120417 h 2122721"/>
              <a:gd name="connsiteX3-535" fmla="*/ 4299306 w 5297296"/>
              <a:gd name="connsiteY3-536" fmla="*/ 2122721 h 2122721"/>
              <a:gd name="connsiteX0-537" fmla="*/ 4299306 w 5297296"/>
              <a:gd name="connsiteY0-538" fmla="*/ 2122721 h 2122721"/>
              <a:gd name="connsiteX1-539" fmla="*/ 0 w 5297296"/>
              <a:gd name="connsiteY1-540" fmla="*/ 0 h 2122721"/>
              <a:gd name="connsiteX2-541" fmla="*/ 5297296 w 5297296"/>
              <a:gd name="connsiteY2-542" fmla="*/ 2120417 h 2122721"/>
              <a:gd name="connsiteX3-543" fmla="*/ 4299306 w 5297296"/>
              <a:gd name="connsiteY3-544" fmla="*/ 2122721 h 2122721"/>
              <a:gd name="connsiteX0-545" fmla="*/ 4299306 w 5297296"/>
              <a:gd name="connsiteY0-546" fmla="*/ 2122721 h 2122721"/>
              <a:gd name="connsiteX1-547" fmla="*/ 0 w 5297296"/>
              <a:gd name="connsiteY1-548" fmla="*/ 0 h 2122721"/>
              <a:gd name="connsiteX2-549" fmla="*/ 5297296 w 5297296"/>
              <a:gd name="connsiteY2-550" fmla="*/ 2120417 h 2122721"/>
              <a:gd name="connsiteX3-551" fmla="*/ 4299306 w 5297296"/>
              <a:gd name="connsiteY3-552" fmla="*/ 2122721 h 2122721"/>
              <a:gd name="connsiteX0-553" fmla="*/ 4299306 w 5297296"/>
              <a:gd name="connsiteY0-554" fmla="*/ 2122721 h 2122721"/>
              <a:gd name="connsiteX1-555" fmla="*/ 0 w 5297296"/>
              <a:gd name="connsiteY1-556" fmla="*/ 0 h 2122721"/>
              <a:gd name="connsiteX2-557" fmla="*/ 5297296 w 5297296"/>
              <a:gd name="connsiteY2-558" fmla="*/ 2120417 h 2122721"/>
              <a:gd name="connsiteX3-559" fmla="*/ 4299306 w 5297296"/>
              <a:gd name="connsiteY3-560" fmla="*/ 2122721 h 2122721"/>
              <a:gd name="connsiteX0-561" fmla="*/ 4299306 w 5297296"/>
              <a:gd name="connsiteY0-562" fmla="*/ 2122721 h 2122721"/>
              <a:gd name="connsiteX1-563" fmla="*/ 0 w 5297296"/>
              <a:gd name="connsiteY1-564" fmla="*/ 0 h 2122721"/>
              <a:gd name="connsiteX2-565" fmla="*/ 5297296 w 5297296"/>
              <a:gd name="connsiteY2-566" fmla="*/ 2120417 h 2122721"/>
              <a:gd name="connsiteX3-567" fmla="*/ 4299306 w 5297296"/>
              <a:gd name="connsiteY3-568" fmla="*/ 2122721 h 2122721"/>
              <a:gd name="connsiteX0-569" fmla="*/ 4299306 w 5297296"/>
              <a:gd name="connsiteY0-570" fmla="*/ 2122721 h 2122721"/>
              <a:gd name="connsiteX1-571" fmla="*/ 0 w 5297296"/>
              <a:gd name="connsiteY1-572" fmla="*/ 0 h 2122721"/>
              <a:gd name="connsiteX2-573" fmla="*/ 5297296 w 5297296"/>
              <a:gd name="connsiteY2-574" fmla="*/ 2120417 h 2122721"/>
              <a:gd name="connsiteX3-575" fmla="*/ 4299306 w 5297296"/>
              <a:gd name="connsiteY3-576" fmla="*/ 2122721 h 2122721"/>
              <a:gd name="connsiteX0-577" fmla="*/ 4299306 w 5790056"/>
              <a:gd name="connsiteY0-578" fmla="*/ 2122721 h 2122721"/>
              <a:gd name="connsiteX1-579" fmla="*/ 0 w 5790056"/>
              <a:gd name="connsiteY1-580" fmla="*/ 0 h 2122721"/>
              <a:gd name="connsiteX2-581" fmla="*/ 5790056 w 5790056"/>
              <a:gd name="connsiteY2-582" fmla="*/ 2120417 h 2122721"/>
              <a:gd name="connsiteX3-583" fmla="*/ 4299306 w 5790056"/>
              <a:gd name="connsiteY3-584" fmla="*/ 2122721 h 2122721"/>
              <a:gd name="connsiteX0-585" fmla="*/ 4299306 w 5794290"/>
              <a:gd name="connsiteY0-586" fmla="*/ 2122721 h 2123606"/>
              <a:gd name="connsiteX1-587" fmla="*/ 0 w 5794290"/>
              <a:gd name="connsiteY1-588" fmla="*/ 0 h 2123606"/>
              <a:gd name="connsiteX2-589" fmla="*/ 5794290 w 5794290"/>
              <a:gd name="connsiteY2-590" fmla="*/ 2123606 h 2123606"/>
              <a:gd name="connsiteX3-591" fmla="*/ 4299306 w 5794290"/>
              <a:gd name="connsiteY3-592" fmla="*/ 2122721 h 2123606"/>
              <a:gd name="connsiteX0-593" fmla="*/ 4299306 w 5794290"/>
              <a:gd name="connsiteY0-594" fmla="*/ 2122721 h 2123606"/>
              <a:gd name="connsiteX1-595" fmla="*/ 0 w 5794290"/>
              <a:gd name="connsiteY1-596" fmla="*/ 0 h 2123606"/>
              <a:gd name="connsiteX2-597" fmla="*/ 5794290 w 5794290"/>
              <a:gd name="connsiteY2-598" fmla="*/ 2123606 h 2123606"/>
              <a:gd name="connsiteX3-599" fmla="*/ 4299306 w 5794290"/>
              <a:gd name="connsiteY3-600" fmla="*/ 2122721 h 2123606"/>
              <a:gd name="connsiteX0-601" fmla="*/ 4299306 w 5794290"/>
              <a:gd name="connsiteY0-602" fmla="*/ 2122721 h 2123606"/>
              <a:gd name="connsiteX1-603" fmla="*/ 0 w 5794290"/>
              <a:gd name="connsiteY1-604" fmla="*/ 0 h 2123606"/>
              <a:gd name="connsiteX2-605" fmla="*/ 5794290 w 5794290"/>
              <a:gd name="connsiteY2-606" fmla="*/ 2123606 h 2123606"/>
              <a:gd name="connsiteX3-607" fmla="*/ 4299306 w 5794290"/>
              <a:gd name="connsiteY3-608" fmla="*/ 2122721 h 2123606"/>
            </a:gdLst>
            <a:ahLst/>
            <a:cxnLst>
              <a:cxn ang="0">
                <a:pos x="connsiteX0-1" y="connsiteY0-2"/>
              </a:cxn>
              <a:cxn ang="0">
                <a:pos x="connsiteX1-3" y="connsiteY1-4"/>
              </a:cxn>
              <a:cxn ang="0">
                <a:pos x="connsiteX2-5" y="connsiteY2-6"/>
              </a:cxn>
              <a:cxn ang="0">
                <a:pos x="connsiteX3-7" y="connsiteY3-8"/>
              </a:cxn>
            </a:cxnLst>
            <a:rect l="l" t="t" r="r" b="b"/>
            <a:pathLst>
              <a:path w="5794290" h="2123606">
                <a:moveTo>
                  <a:pt x="4299306" y="2122721"/>
                </a:moveTo>
                <a:cubicBezTo>
                  <a:pt x="2665473" y="1751344"/>
                  <a:pt x="1257066" y="1185461"/>
                  <a:pt x="0" y="0"/>
                </a:cubicBezTo>
                <a:cubicBezTo>
                  <a:pt x="902449" y="660654"/>
                  <a:pt x="2197538" y="1647613"/>
                  <a:pt x="5794290" y="2123606"/>
                </a:cubicBezTo>
                <a:lnTo>
                  <a:pt x="4299306" y="2122721"/>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
          <p:cNvSpPr/>
          <p:nvPr userDrawn="1">
            <p:custDataLst>
              <p:tags r:id="rId1"/>
            </p:custDataLst>
          </p:nvPr>
        </p:nvSpPr>
        <p:spPr>
          <a:xfrm>
            <a:off x="139" y="-10161"/>
            <a:ext cx="9894274" cy="6874826"/>
          </a:xfrm>
          <a:custGeom>
            <a:avLst/>
            <a:gdLst>
              <a:gd name="connsiteX0" fmla="*/ 0 w 9610641"/>
              <a:gd name="connsiteY0" fmla="*/ 0 h 6858000"/>
              <a:gd name="connsiteX1" fmla="*/ 9610641 w 9610641"/>
              <a:gd name="connsiteY1" fmla="*/ 0 h 6858000"/>
              <a:gd name="connsiteX2" fmla="*/ 9610641 w 9610641"/>
              <a:gd name="connsiteY2" fmla="*/ 6858000 h 6858000"/>
              <a:gd name="connsiteX3" fmla="*/ 0 w 9610641"/>
              <a:gd name="connsiteY3" fmla="*/ 6858000 h 6858000"/>
              <a:gd name="connsiteX4" fmla="*/ 0 w 9610641"/>
              <a:gd name="connsiteY4" fmla="*/ 0 h 6858000"/>
              <a:gd name="connsiteX0-1" fmla="*/ 0 w 9610641"/>
              <a:gd name="connsiteY0-2" fmla="*/ 0 h 6882276"/>
              <a:gd name="connsiteX1-3" fmla="*/ 9610641 w 9610641"/>
              <a:gd name="connsiteY1-4" fmla="*/ 0 h 6882276"/>
              <a:gd name="connsiteX2-5" fmla="*/ 3509246 w 9610641"/>
              <a:gd name="connsiteY2-6" fmla="*/ 6882276 h 6882276"/>
              <a:gd name="connsiteX3-7" fmla="*/ 0 w 9610641"/>
              <a:gd name="connsiteY3-8" fmla="*/ 6858000 h 6882276"/>
              <a:gd name="connsiteX4-9" fmla="*/ 0 w 9610641"/>
              <a:gd name="connsiteY4-10" fmla="*/ 0 h 6882276"/>
              <a:gd name="connsiteX0-11" fmla="*/ 0 w 9610641"/>
              <a:gd name="connsiteY0-12" fmla="*/ 0 h 6882276"/>
              <a:gd name="connsiteX1-13" fmla="*/ 9610641 w 9610641"/>
              <a:gd name="connsiteY1-14" fmla="*/ 0 h 6882276"/>
              <a:gd name="connsiteX2-15" fmla="*/ 3509246 w 9610641"/>
              <a:gd name="connsiteY2-16" fmla="*/ 6882276 h 6882276"/>
              <a:gd name="connsiteX3-17" fmla="*/ 0 w 9610641"/>
              <a:gd name="connsiteY3-18" fmla="*/ 6858000 h 6882276"/>
              <a:gd name="connsiteX4-19" fmla="*/ 0 w 9610641"/>
              <a:gd name="connsiteY4-20" fmla="*/ 0 h 6882276"/>
              <a:gd name="connsiteX0-21" fmla="*/ 0 w 9610641"/>
              <a:gd name="connsiteY0-22" fmla="*/ 0 h 6882276"/>
              <a:gd name="connsiteX1-23" fmla="*/ 9610641 w 9610641"/>
              <a:gd name="connsiteY1-24" fmla="*/ 0 h 6882276"/>
              <a:gd name="connsiteX2-25" fmla="*/ 3509246 w 9610641"/>
              <a:gd name="connsiteY2-26" fmla="*/ 6882276 h 6882276"/>
              <a:gd name="connsiteX3-27" fmla="*/ 0 w 9610641"/>
              <a:gd name="connsiteY3-28" fmla="*/ 6858000 h 6882276"/>
              <a:gd name="connsiteX4-29" fmla="*/ 0 w 9610641"/>
              <a:gd name="connsiteY4-30" fmla="*/ 0 h 6882276"/>
              <a:gd name="connsiteX0-31" fmla="*/ 0 w 9610641"/>
              <a:gd name="connsiteY0-32" fmla="*/ 0 h 6882276"/>
              <a:gd name="connsiteX1-33" fmla="*/ 9610641 w 9610641"/>
              <a:gd name="connsiteY1-34" fmla="*/ 0 h 6882276"/>
              <a:gd name="connsiteX2-35" fmla="*/ 3509246 w 9610641"/>
              <a:gd name="connsiteY2-36" fmla="*/ 6882276 h 6882276"/>
              <a:gd name="connsiteX3-37" fmla="*/ 0 w 9610641"/>
              <a:gd name="connsiteY3-38" fmla="*/ 6858000 h 6882276"/>
              <a:gd name="connsiteX4-39" fmla="*/ 0 w 9610641"/>
              <a:gd name="connsiteY4-40" fmla="*/ 0 h 6882276"/>
              <a:gd name="connsiteX0-41" fmla="*/ 0 w 9610641"/>
              <a:gd name="connsiteY0-42" fmla="*/ 0 h 6882276"/>
              <a:gd name="connsiteX1-43" fmla="*/ 9610641 w 9610641"/>
              <a:gd name="connsiteY1-44" fmla="*/ 0 h 6882276"/>
              <a:gd name="connsiteX2-45" fmla="*/ 3509246 w 9610641"/>
              <a:gd name="connsiteY2-46" fmla="*/ 6882276 h 6882276"/>
              <a:gd name="connsiteX3-47" fmla="*/ 0 w 9610641"/>
              <a:gd name="connsiteY3-48" fmla="*/ 6858000 h 6882276"/>
              <a:gd name="connsiteX4-49" fmla="*/ 0 w 9610641"/>
              <a:gd name="connsiteY4-50" fmla="*/ 0 h 6882276"/>
              <a:gd name="connsiteX0-51" fmla="*/ 0 w 10201360"/>
              <a:gd name="connsiteY0-52" fmla="*/ 0 h 6882276"/>
              <a:gd name="connsiteX1-53" fmla="*/ 10201360 w 10201360"/>
              <a:gd name="connsiteY1-54" fmla="*/ 0 h 6882276"/>
              <a:gd name="connsiteX2-55" fmla="*/ 3509246 w 10201360"/>
              <a:gd name="connsiteY2-56" fmla="*/ 6882276 h 6882276"/>
              <a:gd name="connsiteX3-57" fmla="*/ 0 w 10201360"/>
              <a:gd name="connsiteY3-58" fmla="*/ 6858000 h 6882276"/>
              <a:gd name="connsiteX4-59" fmla="*/ 0 w 10201360"/>
              <a:gd name="connsiteY4-60" fmla="*/ 0 h 6882276"/>
              <a:gd name="connsiteX0-61" fmla="*/ 0 w 9586365"/>
              <a:gd name="connsiteY0-62" fmla="*/ 0 h 6882276"/>
              <a:gd name="connsiteX1-63" fmla="*/ 9586365 w 9586365"/>
              <a:gd name="connsiteY1-64" fmla="*/ 16184 h 6882276"/>
              <a:gd name="connsiteX2-65" fmla="*/ 3509246 w 9586365"/>
              <a:gd name="connsiteY2-66" fmla="*/ 6882276 h 6882276"/>
              <a:gd name="connsiteX3-67" fmla="*/ 0 w 9586365"/>
              <a:gd name="connsiteY3-68" fmla="*/ 6858000 h 6882276"/>
              <a:gd name="connsiteX4-69" fmla="*/ 0 w 9586365"/>
              <a:gd name="connsiteY4-70" fmla="*/ 0 h 6882276"/>
              <a:gd name="connsiteX0-71" fmla="*/ 0 w 9586365"/>
              <a:gd name="connsiteY0-72" fmla="*/ 0 h 6882276"/>
              <a:gd name="connsiteX1-73" fmla="*/ 9586365 w 9586365"/>
              <a:gd name="connsiteY1-74" fmla="*/ 16184 h 6882276"/>
              <a:gd name="connsiteX2-75" fmla="*/ 3509246 w 9586365"/>
              <a:gd name="connsiteY2-76" fmla="*/ 6882276 h 6882276"/>
              <a:gd name="connsiteX3-77" fmla="*/ 0 w 9586365"/>
              <a:gd name="connsiteY3-78" fmla="*/ 6858000 h 6882276"/>
              <a:gd name="connsiteX4-79" fmla="*/ 0 w 9586365"/>
              <a:gd name="connsiteY4-80" fmla="*/ 0 h 6882276"/>
              <a:gd name="connsiteX0-81" fmla="*/ 0 w 9586365"/>
              <a:gd name="connsiteY0-82" fmla="*/ 0 h 6882276"/>
              <a:gd name="connsiteX1-83" fmla="*/ 9586365 w 9586365"/>
              <a:gd name="connsiteY1-84" fmla="*/ 16184 h 6882276"/>
              <a:gd name="connsiteX2-85" fmla="*/ 3509246 w 9586365"/>
              <a:gd name="connsiteY2-86" fmla="*/ 6882276 h 6882276"/>
              <a:gd name="connsiteX3-87" fmla="*/ 0 w 9586365"/>
              <a:gd name="connsiteY3-88" fmla="*/ 6858000 h 6882276"/>
              <a:gd name="connsiteX4-89" fmla="*/ 0 w 9586365"/>
              <a:gd name="connsiteY4-90" fmla="*/ 0 h 6882276"/>
              <a:gd name="connsiteX0-91" fmla="*/ 0 w 9586365"/>
              <a:gd name="connsiteY0-92" fmla="*/ 0 h 6882276"/>
              <a:gd name="connsiteX1-93" fmla="*/ 9586365 w 9586365"/>
              <a:gd name="connsiteY1-94" fmla="*/ 16184 h 6882276"/>
              <a:gd name="connsiteX2-95" fmla="*/ 3509246 w 9586365"/>
              <a:gd name="connsiteY2-96" fmla="*/ 6882276 h 6882276"/>
              <a:gd name="connsiteX3-97" fmla="*/ 0 w 9586365"/>
              <a:gd name="connsiteY3-98" fmla="*/ 6858000 h 6882276"/>
              <a:gd name="connsiteX4-99" fmla="*/ 0 w 9586365"/>
              <a:gd name="connsiteY4-100" fmla="*/ 0 h 6882276"/>
              <a:gd name="connsiteX0-101" fmla="*/ 0 w 9586365"/>
              <a:gd name="connsiteY0-102" fmla="*/ 0 h 6882276"/>
              <a:gd name="connsiteX1-103" fmla="*/ 9586365 w 9586365"/>
              <a:gd name="connsiteY1-104" fmla="*/ 16184 h 6882276"/>
              <a:gd name="connsiteX2-105" fmla="*/ 3509246 w 9586365"/>
              <a:gd name="connsiteY2-106" fmla="*/ 6882276 h 6882276"/>
              <a:gd name="connsiteX3-107" fmla="*/ 0 w 9586365"/>
              <a:gd name="connsiteY3-108" fmla="*/ 6858000 h 6882276"/>
              <a:gd name="connsiteX4-109" fmla="*/ 0 w 9586365"/>
              <a:gd name="connsiteY4-110" fmla="*/ 0 h 6882276"/>
              <a:gd name="connsiteX0-111" fmla="*/ 0 w 9586365"/>
              <a:gd name="connsiteY0-112" fmla="*/ 0 h 6882276"/>
              <a:gd name="connsiteX1-113" fmla="*/ 9586365 w 9586365"/>
              <a:gd name="connsiteY1-114" fmla="*/ 16184 h 6882276"/>
              <a:gd name="connsiteX2-115" fmla="*/ 3509246 w 9586365"/>
              <a:gd name="connsiteY2-116" fmla="*/ 6882276 h 6882276"/>
              <a:gd name="connsiteX3-117" fmla="*/ 0 w 9586365"/>
              <a:gd name="connsiteY3-118" fmla="*/ 6858000 h 6882276"/>
              <a:gd name="connsiteX4-119" fmla="*/ 0 w 9586365"/>
              <a:gd name="connsiteY4-120" fmla="*/ 0 h 6882276"/>
              <a:gd name="connsiteX0-121" fmla="*/ 0 w 9586365"/>
              <a:gd name="connsiteY0-122" fmla="*/ 0 h 6875926"/>
              <a:gd name="connsiteX1-123" fmla="*/ 9586365 w 9586365"/>
              <a:gd name="connsiteY1-124" fmla="*/ 16184 h 6875926"/>
              <a:gd name="connsiteX2-125" fmla="*/ 3515596 w 9586365"/>
              <a:gd name="connsiteY2-126" fmla="*/ 6875926 h 6875926"/>
              <a:gd name="connsiteX3-127" fmla="*/ 0 w 9586365"/>
              <a:gd name="connsiteY3-128" fmla="*/ 6858000 h 6875926"/>
              <a:gd name="connsiteX4-129" fmla="*/ 0 w 9586365"/>
              <a:gd name="connsiteY4-130" fmla="*/ 0 h 6875926"/>
              <a:gd name="connsiteX0-131" fmla="*/ 0 w 9586365"/>
              <a:gd name="connsiteY0-132" fmla="*/ 0 h 6875926"/>
              <a:gd name="connsiteX1-133" fmla="*/ 9586365 w 9586365"/>
              <a:gd name="connsiteY1-134" fmla="*/ 1368 h 6875926"/>
              <a:gd name="connsiteX2-135" fmla="*/ 3515596 w 9586365"/>
              <a:gd name="connsiteY2-136" fmla="*/ 6875926 h 6875926"/>
              <a:gd name="connsiteX3-137" fmla="*/ 0 w 9586365"/>
              <a:gd name="connsiteY3-138" fmla="*/ 6858000 h 6875926"/>
              <a:gd name="connsiteX4-139" fmla="*/ 0 w 9586365"/>
              <a:gd name="connsiteY4-140" fmla="*/ 0 h 6875926"/>
              <a:gd name="connsiteX0-1-1" fmla="*/ 0 w 9586365"/>
              <a:gd name="connsiteY0-2-2" fmla="*/ 0 h 6914119"/>
              <a:gd name="connsiteX1-3-3" fmla="*/ 9586365 w 9586365"/>
              <a:gd name="connsiteY1-4-4" fmla="*/ 1368 h 6914119"/>
              <a:gd name="connsiteX2-5-5" fmla="*/ 3508219 w 9586365"/>
              <a:gd name="connsiteY2-6-6" fmla="*/ 6914119 h 6914119"/>
              <a:gd name="connsiteX3-7-7" fmla="*/ 0 w 9586365"/>
              <a:gd name="connsiteY3-8-8" fmla="*/ 6858000 h 6914119"/>
              <a:gd name="connsiteX4-9-9" fmla="*/ 0 w 9586365"/>
              <a:gd name="connsiteY4-10-10" fmla="*/ 0 h 6914119"/>
              <a:gd name="connsiteX0-11-11" fmla="*/ 0 w 9586365"/>
              <a:gd name="connsiteY0-12-12" fmla="*/ 0 h 6858000"/>
              <a:gd name="connsiteX1-13-13" fmla="*/ 9586365 w 9586365"/>
              <a:gd name="connsiteY1-14-14" fmla="*/ 1368 h 6858000"/>
              <a:gd name="connsiteX2-15-15" fmla="*/ 3522973 w 9586365"/>
              <a:gd name="connsiteY2-16-16" fmla="*/ 6853011 h 6858000"/>
              <a:gd name="connsiteX3-17-17" fmla="*/ 0 w 9586365"/>
              <a:gd name="connsiteY3-18-18" fmla="*/ 6858000 h 6858000"/>
              <a:gd name="connsiteX4-19-19" fmla="*/ 0 w 9586365"/>
              <a:gd name="connsiteY4-20-20" fmla="*/ 0 h 6858000"/>
            </a:gdLst>
            <a:ahLst/>
            <a:cxnLst>
              <a:cxn ang="0">
                <a:pos x="connsiteX0-1-1" y="connsiteY0-2-2"/>
              </a:cxn>
              <a:cxn ang="0">
                <a:pos x="connsiteX1-3-3" y="connsiteY1-4-4"/>
              </a:cxn>
              <a:cxn ang="0">
                <a:pos x="connsiteX2-5-5" y="connsiteY2-6-6"/>
              </a:cxn>
              <a:cxn ang="0">
                <a:pos x="connsiteX3-7-7" y="connsiteY3-8-8"/>
              </a:cxn>
              <a:cxn ang="0">
                <a:pos x="connsiteX4-9-9" y="connsiteY4-10-10"/>
              </a:cxn>
            </a:cxnLst>
            <a:rect l="l" t="t" r="r" b="b"/>
            <a:pathLst>
              <a:path w="9586365" h="6858000">
                <a:moveTo>
                  <a:pt x="0" y="0"/>
                </a:moveTo>
                <a:lnTo>
                  <a:pt x="9586365" y="1368"/>
                </a:lnTo>
                <a:cubicBezTo>
                  <a:pt x="5537650" y="1146391"/>
                  <a:pt x="3841429" y="4508680"/>
                  <a:pt x="3522973" y="6853011"/>
                </a:cubicBezTo>
                <a:lnTo>
                  <a:pt x="0" y="6858000"/>
                </a:lnTo>
                <a:lnTo>
                  <a:pt x="0" y="0"/>
                </a:lnTo>
                <a:close/>
              </a:path>
            </a:pathLst>
          </a:custGeom>
          <a:gradFill flip="none" rotWithShape="1">
            <a:gsLst>
              <a:gs pos="42000">
                <a:srgbClr val="44546A">
                  <a:alpha val="12000"/>
                  <a:lumMod val="79000"/>
                  <a:lumOff val="21000"/>
                </a:srgbClr>
              </a:gs>
              <a:gs pos="0">
                <a:schemeClr val="tx2"/>
              </a:gs>
              <a:gs pos="100000">
                <a:schemeClr val="tx2">
                  <a:alpha val="1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3"/>
          <p:cNvSpPr/>
          <p:nvPr userDrawn="1"/>
        </p:nvSpPr>
        <p:spPr>
          <a:xfrm>
            <a:off x="2377064" y="1899535"/>
            <a:ext cx="3601437" cy="4964793"/>
          </a:xfrm>
          <a:custGeom>
            <a:avLst/>
            <a:gdLst>
              <a:gd name="connsiteX0" fmla="*/ 0 w 1051965"/>
              <a:gd name="connsiteY0" fmla="*/ 3536219 h 3536219"/>
              <a:gd name="connsiteX1" fmla="*/ 0 w 1051965"/>
              <a:gd name="connsiteY1" fmla="*/ 0 h 3536219"/>
              <a:gd name="connsiteX2" fmla="*/ 1051965 w 1051965"/>
              <a:gd name="connsiteY2" fmla="*/ 3536219 h 3536219"/>
              <a:gd name="connsiteX3" fmla="*/ 0 w 1051965"/>
              <a:gd name="connsiteY3" fmla="*/ 3536219 h 3536219"/>
              <a:gd name="connsiteX0-1" fmla="*/ 0 w 2613727"/>
              <a:gd name="connsiteY0-2" fmla="*/ 4094569 h 4094569"/>
              <a:gd name="connsiteX1-3" fmla="*/ 2613727 w 2613727"/>
              <a:gd name="connsiteY1-4" fmla="*/ 0 h 4094569"/>
              <a:gd name="connsiteX2-5" fmla="*/ 1051965 w 2613727"/>
              <a:gd name="connsiteY2-6" fmla="*/ 4094569 h 4094569"/>
              <a:gd name="connsiteX3-7" fmla="*/ 0 w 2613727"/>
              <a:gd name="connsiteY3-8" fmla="*/ 4094569 h 4094569"/>
              <a:gd name="connsiteX0-9" fmla="*/ 0 w 2613727"/>
              <a:gd name="connsiteY0-10" fmla="*/ 4094569 h 4094569"/>
              <a:gd name="connsiteX1-11" fmla="*/ 2613727 w 2613727"/>
              <a:gd name="connsiteY1-12" fmla="*/ 0 h 4094569"/>
              <a:gd name="connsiteX2-13" fmla="*/ 969415 w 2613727"/>
              <a:gd name="connsiteY2-14" fmla="*/ 4081869 h 4094569"/>
              <a:gd name="connsiteX3-15" fmla="*/ 0 w 2613727"/>
              <a:gd name="connsiteY3-16" fmla="*/ 4094569 h 4094569"/>
              <a:gd name="connsiteX0-17" fmla="*/ 0 w 2613727"/>
              <a:gd name="connsiteY0-18" fmla="*/ 4094569 h 4094569"/>
              <a:gd name="connsiteX1-19" fmla="*/ 2613727 w 2613727"/>
              <a:gd name="connsiteY1-20" fmla="*/ 0 h 4094569"/>
              <a:gd name="connsiteX2-21" fmla="*/ 982115 w 2613727"/>
              <a:gd name="connsiteY2-22" fmla="*/ 4088219 h 4094569"/>
              <a:gd name="connsiteX3-23" fmla="*/ 0 w 2613727"/>
              <a:gd name="connsiteY3-24" fmla="*/ 4094569 h 4094569"/>
              <a:gd name="connsiteX0-25" fmla="*/ 0 w 2613727"/>
              <a:gd name="connsiteY0-26" fmla="*/ 4094569 h 4094569"/>
              <a:gd name="connsiteX1-27" fmla="*/ 2613727 w 2613727"/>
              <a:gd name="connsiteY1-28" fmla="*/ 0 h 4094569"/>
              <a:gd name="connsiteX2-29" fmla="*/ 982115 w 2613727"/>
              <a:gd name="connsiteY2-30" fmla="*/ 4088219 h 4094569"/>
              <a:gd name="connsiteX3-31" fmla="*/ 0 w 2613727"/>
              <a:gd name="connsiteY3-32" fmla="*/ 4094569 h 4094569"/>
              <a:gd name="connsiteX0-33" fmla="*/ 0 w 2613727"/>
              <a:gd name="connsiteY0-34" fmla="*/ 4094569 h 4094569"/>
              <a:gd name="connsiteX1-35" fmla="*/ 2613727 w 2613727"/>
              <a:gd name="connsiteY1-36" fmla="*/ 0 h 4094569"/>
              <a:gd name="connsiteX2-37" fmla="*/ 982115 w 2613727"/>
              <a:gd name="connsiteY2-38" fmla="*/ 4088219 h 4094569"/>
              <a:gd name="connsiteX3-39" fmla="*/ 0 w 2613727"/>
              <a:gd name="connsiteY3-40" fmla="*/ 4094569 h 4094569"/>
              <a:gd name="connsiteX0-41" fmla="*/ 0 w 2613727"/>
              <a:gd name="connsiteY0-42" fmla="*/ 4094569 h 4094569"/>
              <a:gd name="connsiteX1-43" fmla="*/ 2613727 w 2613727"/>
              <a:gd name="connsiteY1-44" fmla="*/ 0 h 4094569"/>
              <a:gd name="connsiteX2-45" fmla="*/ 982115 w 2613727"/>
              <a:gd name="connsiteY2-46" fmla="*/ 4088219 h 4094569"/>
              <a:gd name="connsiteX3-47" fmla="*/ 0 w 2613727"/>
              <a:gd name="connsiteY3-48" fmla="*/ 4094569 h 4094569"/>
              <a:gd name="connsiteX0-49" fmla="*/ 0 w 2613727"/>
              <a:gd name="connsiteY0-50" fmla="*/ 4094569 h 4094569"/>
              <a:gd name="connsiteX1-51" fmla="*/ 2613727 w 2613727"/>
              <a:gd name="connsiteY1-52" fmla="*/ 0 h 4094569"/>
              <a:gd name="connsiteX2-53" fmla="*/ 982115 w 2613727"/>
              <a:gd name="connsiteY2-54" fmla="*/ 4088219 h 4094569"/>
              <a:gd name="connsiteX3-55" fmla="*/ 0 w 2613727"/>
              <a:gd name="connsiteY3-56" fmla="*/ 4094569 h 4094569"/>
              <a:gd name="connsiteX0-57" fmla="*/ 0 w 2613727"/>
              <a:gd name="connsiteY0-58" fmla="*/ 4094569 h 4094569"/>
              <a:gd name="connsiteX1-59" fmla="*/ 2613727 w 2613727"/>
              <a:gd name="connsiteY1-60" fmla="*/ 0 h 4094569"/>
              <a:gd name="connsiteX2-61" fmla="*/ 982115 w 2613727"/>
              <a:gd name="connsiteY2-62" fmla="*/ 4088219 h 4094569"/>
              <a:gd name="connsiteX3-63" fmla="*/ 0 w 2613727"/>
              <a:gd name="connsiteY3-64" fmla="*/ 4094569 h 4094569"/>
              <a:gd name="connsiteX0-65" fmla="*/ 0 w 2613727"/>
              <a:gd name="connsiteY0-66" fmla="*/ 4094569 h 4094569"/>
              <a:gd name="connsiteX1-67" fmla="*/ 2613727 w 2613727"/>
              <a:gd name="connsiteY1-68" fmla="*/ 0 h 4094569"/>
              <a:gd name="connsiteX2-69" fmla="*/ 982115 w 2613727"/>
              <a:gd name="connsiteY2-70" fmla="*/ 4088219 h 4094569"/>
              <a:gd name="connsiteX3-71" fmla="*/ 0 w 2613727"/>
              <a:gd name="connsiteY3-72" fmla="*/ 4094569 h 4094569"/>
              <a:gd name="connsiteX0-73" fmla="*/ 0 w 2613727"/>
              <a:gd name="connsiteY0-74" fmla="*/ 4094569 h 4094569"/>
              <a:gd name="connsiteX1-75" fmla="*/ 2613727 w 2613727"/>
              <a:gd name="connsiteY1-76" fmla="*/ 0 h 4094569"/>
              <a:gd name="connsiteX2-77" fmla="*/ 982115 w 2613727"/>
              <a:gd name="connsiteY2-78" fmla="*/ 4088219 h 4094569"/>
              <a:gd name="connsiteX3-79" fmla="*/ 0 w 2613727"/>
              <a:gd name="connsiteY3-80" fmla="*/ 4094569 h 4094569"/>
              <a:gd name="connsiteX0-81" fmla="*/ 0 w 2613727"/>
              <a:gd name="connsiteY0-82" fmla="*/ 4094569 h 4094569"/>
              <a:gd name="connsiteX1-83" fmla="*/ 2613727 w 2613727"/>
              <a:gd name="connsiteY1-84" fmla="*/ 0 h 4094569"/>
              <a:gd name="connsiteX2-85" fmla="*/ 982115 w 2613727"/>
              <a:gd name="connsiteY2-86" fmla="*/ 4088219 h 4094569"/>
              <a:gd name="connsiteX3-87" fmla="*/ 0 w 2613727"/>
              <a:gd name="connsiteY3-88" fmla="*/ 4094569 h 4094569"/>
              <a:gd name="connsiteX0-89" fmla="*/ 0 w 2766127"/>
              <a:gd name="connsiteY0-90" fmla="*/ 4050119 h 4050119"/>
              <a:gd name="connsiteX1-91" fmla="*/ 2766127 w 2766127"/>
              <a:gd name="connsiteY1-92" fmla="*/ 0 h 4050119"/>
              <a:gd name="connsiteX2-93" fmla="*/ 982115 w 2766127"/>
              <a:gd name="connsiteY2-94" fmla="*/ 4043769 h 4050119"/>
              <a:gd name="connsiteX3-95" fmla="*/ 0 w 2766127"/>
              <a:gd name="connsiteY3-96" fmla="*/ 4050119 h 4050119"/>
              <a:gd name="connsiteX0-97" fmla="*/ 0 w 2766127"/>
              <a:gd name="connsiteY0-98" fmla="*/ 4050119 h 4050119"/>
              <a:gd name="connsiteX1-99" fmla="*/ 2766127 w 2766127"/>
              <a:gd name="connsiteY1-100" fmla="*/ 0 h 4050119"/>
              <a:gd name="connsiteX2-101" fmla="*/ 982115 w 2766127"/>
              <a:gd name="connsiteY2-102" fmla="*/ 4043769 h 4050119"/>
              <a:gd name="connsiteX3-103" fmla="*/ 0 w 2766127"/>
              <a:gd name="connsiteY3-104" fmla="*/ 4050119 h 4050119"/>
              <a:gd name="connsiteX0-105" fmla="*/ 0 w 2766127"/>
              <a:gd name="connsiteY0-106" fmla="*/ 4050119 h 4050119"/>
              <a:gd name="connsiteX1-107" fmla="*/ 2766127 w 2766127"/>
              <a:gd name="connsiteY1-108" fmla="*/ 0 h 4050119"/>
              <a:gd name="connsiteX2-109" fmla="*/ 982115 w 2766127"/>
              <a:gd name="connsiteY2-110" fmla="*/ 4043769 h 4050119"/>
              <a:gd name="connsiteX3-111" fmla="*/ 0 w 2766127"/>
              <a:gd name="connsiteY3-112" fmla="*/ 4050119 h 4050119"/>
              <a:gd name="connsiteX0-113" fmla="*/ 0 w 2766127"/>
              <a:gd name="connsiteY0-114" fmla="*/ 4050119 h 4050119"/>
              <a:gd name="connsiteX1-115" fmla="*/ 2766127 w 2766127"/>
              <a:gd name="connsiteY1-116" fmla="*/ 0 h 4050119"/>
              <a:gd name="connsiteX2-117" fmla="*/ 982115 w 2766127"/>
              <a:gd name="connsiteY2-118" fmla="*/ 4043769 h 4050119"/>
              <a:gd name="connsiteX3-119" fmla="*/ 0 w 2766127"/>
              <a:gd name="connsiteY3-120" fmla="*/ 4050119 h 4050119"/>
              <a:gd name="connsiteX0-121" fmla="*/ 0 w 2766127"/>
              <a:gd name="connsiteY0-122" fmla="*/ 4050119 h 4050119"/>
              <a:gd name="connsiteX1-123" fmla="*/ 2766127 w 2766127"/>
              <a:gd name="connsiteY1-124" fmla="*/ 0 h 4050119"/>
              <a:gd name="connsiteX2-125" fmla="*/ 982115 w 2766127"/>
              <a:gd name="connsiteY2-126" fmla="*/ 4043769 h 4050119"/>
              <a:gd name="connsiteX3-127" fmla="*/ 0 w 2766127"/>
              <a:gd name="connsiteY3-128" fmla="*/ 4050119 h 4050119"/>
              <a:gd name="connsiteX0-129" fmla="*/ 0 w 2766127"/>
              <a:gd name="connsiteY0-130" fmla="*/ 4050119 h 4050119"/>
              <a:gd name="connsiteX1-131" fmla="*/ 2766127 w 2766127"/>
              <a:gd name="connsiteY1-132" fmla="*/ 0 h 4050119"/>
              <a:gd name="connsiteX2-133" fmla="*/ 982115 w 2766127"/>
              <a:gd name="connsiteY2-134" fmla="*/ 4043769 h 4050119"/>
              <a:gd name="connsiteX3-135" fmla="*/ 0 w 2766127"/>
              <a:gd name="connsiteY3-136" fmla="*/ 4050119 h 4050119"/>
              <a:gd name="connsiteX0-137" fmla="*/ 0 w 2766127"/>
              <a:gd name="connsiteY0-138" fmla="*/ 4050119 h 4050119"/>
              <a:gd name="connsiteX1-139" fmla="*/ 2766127 w 2766127"/>
              <a:gd name="connsiteY1-140" fmla="*/ 0 h 4050119"/>
              <a:gd name="connsiteX2-141" fmla="*/ 963065 w 2766127"/>
              <a:gd name="connsiteY2-142" fmla="*/ 4043769 h 4050119"/>
              <a:gd name="connsiteX3-143" fmla="*/ 0 w 2766127"/>
              <a:gd name="connsiteY3-144" fmla="*/ 4050119 h 4050119"/>
              <a:gd name="connsiteX0-145" fmla="*/ 0 w 2766127"/>
              <a:gd name="connsiteY0-146" fmla="*/ 4050119 h 4050119"/>
              <a:gd name="connsiteX1-147" fmla="*/ 2766127 w 2766127"/>
              <a:gd name="connsiteY1-148" fmla="*/ 0 h 4050119"/>
              <a:gd name="connsiteX2-149" fmla="*/ 994815 w 2766127"/>
              <a:gd name="connsiteY2-150" fmla="*/ 4031069 h 4050119"/>
              <a:gd name="connsiteX3-151" fmla="*/ 0 w 2766127"/>
              <a:gd name="connsiteY3-152" fmla="*/ 4050119 h 4050119"/>
              <a:gd name="connsiteX0-153" fmla="*/ 0 w 2766127"/>
              <a:gd name="connsiteY0-154" fmla="*/ 4050119 h 4050119"/>
              <a:gd name="connsiteX1-155" fmla="*/ 2766127 w 2766127"/>
              <a:gd name="connsiteY1-156" fmla="*/ 0 h 4050119"/>
              <a:gd name="connsiteX2-157" fmla="*/ 994815 w 2766127"/>
              <a:gd name="connsiteY2-158" fmla="*/ 4031069 h 4050119"/>
              <a:gd name="connsiteX3-159" fmla="*/ 0 w 2766127"/>
              <a:gd name="connsiteY3-160" fmla="*/ 4050119 h 4050119"/>
              <a:gd name="connsiteX0-161" fmla="*/ 0 w 2766127"/>
              <a:gd name="connsiteY0-162" fmla="*/ 4050119 h 4050119"/>
              <a:gd name="connsiteX1-163" fmla="*/ 2766127 w 2766127"/>
              <a:gd name="connsiteY1-164" fmla="*/ 0 h 4050119"/>
              <a:gd name="connsiteX2-165" fmla="*/ 994815 w 2766127"/>
              <a:gd name="connsiteY2-166" fmla="*/ 4031069 h 4050119"/>
              <a:gd name="connsiteX3-167" fmla="*/ 0 w 2766127"/>
              <a:gd name="connsiteY3-168" fmla="*/ 4050119 h 4050119"/>
              <a:gd name="connsiteX0-169" fmla="*/ 0 w 2766127"/>
              <a:gd name="connsiteY0-170" fmla="*/ 4050119 h 4050119"/>
              <a:gd name="connsiteX1-171" fmla="*/ 2766127 w 2766127"/>
              <a:gd name="connsiteY1-172" fmla="*/ 0 h 4050119"/>
              <a:gd name="connsiteX2-173" fmla="*/ 994815 w 2766127"/>
              <a:gd name="connsiteY2-174" fmla="*/ 4031069 h 4050119"/>
              <a:gd name="connsiteX3-175" fmla="*/ 0 w 2766127"/>
              <a:gd name="connsiteY3-176" fmla="*/ 4050119 h 4050119"/>
              <a:gd name="connsiteX0-177" fmla="*/ 0 w 2766127"/>
              <a:gd name="connsiteY0-178" fmla="*/ 4050119 h 4050119"/>
              <a:gd name="connsiteX1-179" fmla="*/ 2766127 w 2766127"/>
              <a:gd name="connsiteY1-180" fmla="*/ 0 h 4050119"/>
              <a:gd name="connsiteX2-181" fmla="*/ 994815 w 2766127"/>
              <a:gd name="connsiteY2-182" fmla="*/ 4031069 h 4050119"/>
              <a:gd name="connsiteX3-183" fmla="*/ 0 w 2766127"/>
              <a:gd name="connsiteY3-184" fmla="*/ 4050119 h 4050119"/>
              <a:gd name="connsiteX0-185" fmla="*/ 0 w 2766127"/>
              <a:gd name="connsiteY0-186" fmla="*/ 4050119 h 4050119"/>
              <a:gd name="connsiteX1-187" fmla="*/ 2766127 w 2766127"/>
              <a:gd name="connsiteY1-188" fmla="*/ 0 h 4050119"/>
              <a:gd name="connsiteX2-189" fmla="*/ 994815 w 2766127"/>
              <a:gd name="connsiteY2-190" fmla="*/ 4031069 h 4050119"/>
              <a:gd name="connsiteX3-191" fmla="*/ 0 w 2766127"/>
              <a:gd name="connsiteY3-192" fmla="*/ 4050119 h 4050119"/>
              <a:gd name="connsiteX0-193" fmla="*/ 0 w 2766127"/>
              <a:gd name="connsiteY0-194" fmla="*/ 4050119 h 4050119"/>
              <a:gd name="connsiteX1-195" fmla="*/ 2766127 w 2766127"/>
              <a:gd name="connsiteY1-196" fmla="*/ 0 h 4050119"/>
              <a:gd name="connsiteX2-197" fmla="*/ 994815 w 2766127"/>
              <a:gd name="connsiteY2-198" fmla="*/ 4031069 h 4050119"/>
              <a:gd name="connsiteX3-199" fmla="*/ 0 w 2766127"/>
              <a:gd name="connsiteY3-200" fmla="*/ 4050119 h 4050119"/>
              <a:gd name="connsiteX0-201" fmla="*/ 0 w 2766127"/>
              <a:gd name="connsiteY0-202" fmla="*/ 4050119 h 4050119"/>
              <a:gd name="connsiteX1-203" fmla="*/ 2766127 w 2766127"/>
              <a:gd name="connsiteY1-204" fmla="*/ 0 h 4050119"/>
              <a:gd name="connsiteX2-205" fmla="*/ 994815 w 2766127"/>
              <a:gd name="connsiteY2-206" fmla="*/ 4031069 h 4050119"/>
              <a:gd name="connsiteX3-207" fmla="*/ 0 w 2766127"/>
              <a:gd name="connsiteY3-208" fmla="*/ 4050119 h 4050119"/>
              <a:gd name="connsiteX0-209" fmla="*/ 0 w 2766127"/>
              <a:gd name="connsiteY0-210" fmla="*/ 4050119 h 4050119"/>
              <a:gd name="connsiteX1-211" fmla="*/ 2766127 w 2766127"/>
              <a:gd name="connsiteY1-212" fmla="*/ 0 h 4050119"/>
              <a:gd name="connsiteX2-213" fmla="*/ 994815 w 2766127"/>
              <a:gd name="connsiteY2-214" fmla="*/ 4031069 h 4050119"/>
              <a:gd name="connsiteX3-215" fmla="*/ 0 w 2766127"/>
              <a:gd name="connsiteY3-216" fmla="*/ 4050119 h 4050119"/>
              <a:gd name="connsiteX0-217" fmla="*/ 0 w 2766127"/>
              <a:gd name="connsiteY0-218" fmla="*/ 4050119 h 4050119"/>
              <a:gd name="connsiteX1-219" fmla="*/ 2766127 w 2766127"/>
              <a:gd name="connsiteY1-220" fmla="*/ 0 h 4050119"/>
              <a:gd name="connsiteX2-221" fmla="*/ 994815 w 2766127"/>
              <a:gd name="connsiteY2-222" fmla="*/ 4031069 h 4050119"/>
              <a:gd name="connsiteX3-223" fmla="*/ 0 w 2766127"/>
              <a:gd name="connsiteY3-224" fmla="*/ 4050119 h 4050119"/>
              <a:gd name="connsiteX0-225" fmla="*/ 0 w 2766127"/>
              <a:gd name="connsiteY0-226" fmla="*/ 4050119 h 4050119"/>
              <a:gd name="connsiteX1-227" fmla="*/ 2766127 w 2766127"/>
              <a:gd name="connsiteY1-228" fmla="*/ 0 h 4050119"/>
              <a:gd name="connsiteX2-229" fmla="*/ 994815 w 2766127"/>
              <a:gd name="connsiteY2-230" fmla="*/ 4031069 h 4050119"/>
              <a:gd name="connsiteX3-231" fmla="*/ 0 w 2766127"/>
              <a:gd name="connsiteY3-232" fmla="*/ 4050119 h 4050119"/>
              <a:gd name="connsiteX0-233" fmla="*/ 0 w 2766127"/>
              <a:gd name="connsiteY0-234" fmla="*/ 4050119 h 4050119"/>
              <a:gd name="connsiteX1-235" fmla="*/ 2766127 w 2766127"/>
              <a:gd name="connsiteY1-236" fmla="*/ 0 h 4050119"/>
              <a:gd name="connsiteX2-237" fmla="*/ 994815 w 2766127"/>
              <a:gd name="connsiteY2-238" fmla="*/ 4031069 h 4050119"/>
              <a:gd name="connsiteX3-239" fmla="*/ 0 w 2766127"/>
              <a:gd name="connsiteY3-240" fmla="*/ 4050119 h 4050119"/>
              <a:gd name="connsiteX0-241" fmla="*/ 0 w 3570460"/>
              <a:gd name="connsiteY0-242" fmla="*/ 3712006 h 3712006"/>
              <a:gd name="connsiteX1-243" fmla="*/ 3570460 w 3570460"/>
              <a:gd name="connsiteY1-244" fmla="*/ 0 h 3712006"/>
              <a:gd name="connsiteX2-245" fmla="*/ 994815 w 3570460"/>
              <a:gd name="connsiteY2-246" fmla="*/ 3692956 h 3712006"/>
              <a:gd name="connsiteX3-247" fmla="*/ 0 w 3570460"/>
              <a:gd name="connsiteY3-248" fmla="*/ 3712006 h 3712006"/>
              <a:gd name="connsiteX0-249" fmla="*/ 0 w 3570460"/>
              <a:gd name="connsiteY0-250" fmla="*/ 3712006 h 3712006"/>
              <a:gd name="connsiteX1-251" fmla="*/ 3570460 w 3570460"/>
              <a:gd name="connsiteY1-252" fmla="*/ 0 h 3712006"/>
              <a:gd name="connsiteX2-253" fmla="*/ 994815 w 3570460"/>
              <a:gd name="connsiteY2-254" fmla="*/ 3692956 h 3712006"/>
              <a:gd name="connsiteX3-255" fmla="*/ 0 w 3570460"/>
              <a:gd name="connsiteY3-256" fmla="*/ 3712006 h 3712006"/>
              <a:gd name="connsiteX0-257" fmla="*/ 0 w 3570460"/>
              <a:gd name="connsiteY0-258" fmla="*/ 3712006 h 3712006"/>
              <a:gd name="connsiteX1-259" fmla="*/ 3570460 w 3570460"/>
              <a:gd name="connsiteY1-260" fmla="*/ 0 h 3712006"/>
              <a:gd name="connsiteX2-261" fmla="*/ 994815 w 3570460"/>
              <a:gd name="connsiteY2-262" fmla="*/ 3692956 h 3712006"/>
              <a:gd name="connsiteX3-263" fmla="*/ 0 w 3570460"/>
              <a:gd name="connsiteY3-264" fmla="*/ 3712006 h 3712006"/>
              <a:gd name="connsiteX0-265" fmla="*/ 0 w 3570460"/>
              <a:gd name="connsiteY0-266" fmla="*/ 3712006 h 3712006"/>
              <a:gd name="connsiteX1-267" fmla="*/ 3570460 w 3570460"/>
              <a:gd name="connsiteY1-268" fmla="*/ 0 h 3712006"/>
              <a:gd name="connsiteX2-269" fmla="*/ 994815 w 3570460"/>
              <a:gd name="connsiteY2-270" fmla="*/ 3692956 h 3712006"/>
              <a:gd name="connsiteX3-271" fmla="*/ 0 w 3570460"/>
              <a:gd name="connsiteY3-272" fmla="*/ 3712006 h 3712006"/>
              <a:gd name="connsiteX0-273" fmla="*/ 0 w 3570460"/>
              <a:gd name="connsiteY0-274" fmla="*/ 3712006 h 3712006"/>
              <a:gd name="connsiteX1-275" fmla="*/ 3570460 w 3570460"/>
              <a:gd name="connsiteY1-276" fmla="*/ 0 h 3712006"/>
              <a:gd name="connsiteX2-277" fmla="*/ 994815 w 3570460"/>
              <a:gd name="connsiteY2-278" fmla="*/ 3692956 h 3712006"/>
              <a:gd name="connsiteX3-279" fmla="*/ 0 w 3570460"/>
              <a:gd name="connsiteY3-280" fmla="*/ 3712006 h 3712006"/>
              <a:gd name="connsiteX0-281" fmla="*/ 0 w 3570460"/>
              <a:gd name="connsiteY0-282" fmla="*/ 3712006 h 3712006"/>
              <a:gd name="connsiteX1-283" fmla="*/ 3570460 w 3570460"/>
              <a:gd name="connsiteY1-284" fmla="*/ 0 h 3712006"/>
              <a:gd name="connsiteX2-285" fmla="*/ 994815 w 3570460"/>
              <a:gd name="connsiteY2-286" fmla="*/ 3692956 h 3712006"/>
              <a:gd name="connsiteX3-287" fmla="*/ 0 w 3570460"/>
              <a:gd name="connsiteY3-288" fmla="*/ 3712006 h 3712006"/>
              <a:gd name="connsiteX0-289" fmla="*/ 0 w 3570460"/>
              <a:gd name="connsiteY0-290" fmla="*/ 3712006 h 3712006"/>
              <a:gd name="connsiteX1-291" fmla="*/ 3570460 w 3570460"/>
              <a:gd name="connsiteY1-292" fmla="*/ 0 h 3712006"/>
              <a:gd name="connsiteX2-293" fmla="*/ 994815 w 3570460"/>
              <a:gd name="connsiteY2-294" fmla="*/ 3692956 h 3712006"/>
              <a:gd name="connsiteX3-295" fmla="*/ 0 w 3570460"/>
              <a:gd name="connsiteY3-296" fmla="*/ 3712006 h 3712006"/>
              <a:gd name="connsiteX0-297" fmla="*/ 0 w 3570460"/>
              <a:gd name="connsiteY0-298" fmla="*/ 3712006 h 3712006"/>
              <a:gd name="connsiteX1-299" fmla="*/ 3570460 w 3570460"/>
              <a:gd name="connsiteY1-300" fmla="*/ 0 h 3712006"/>
              <a:gd name="connsiteX2-301" fmla="*/ 994815 w 3570460"/>
              <a:gd name="connsiteY2-302" fmla="*/ 3692956 h 3712006"/>
              <a:gd name="connsiteX3-303" fmla="*/ 0 w 3570460"/>
              <a:gd name="connsiteY3-304" fmla="*/ 3712006 h 3712006"/>
              <a:gd name="connsiteX0-1-1" fmla="*/ 0 w 3570460"/>
              <a:gd name="connsiteY0-2-2" fmla="*/ 3712006 h 3717501"/>
              <a:gd name="connsiteX1-3-3" fmla="*/ 3570460 w 3570460"/>
              <a:gd name="connsiteY1-4-4" fmla="*/ 0 h 3717501"/>
              <a:gd name="connsiteX2-5-5" fmla="*/ 994816 w 3570460"/>
              <a:gd name="connsiteY2-6-6" fmla="*/ 3716036 h 3717501"/>
              <a:gd name="connsiteX3-7-7" fmla="*/ 0 w 3570460"/>
              <a:gd name="connsiteY3-8-8" fmla="*/ 3712006 h 3717501"/>
              <a:gd name="connsiteX0-9-9" fmla="*/ 0 w 3578079"/>
              <a:gd name="connsiteY0-10-10" fmla="*/ 3723546 h 3723546"/>
              <a:gd name="connsiteX1-11-11" fmla="*/ 3578079 w 3578079"/>
              <a:gd name="connsiteY1-12-12" fmla="*/ 0 h 3723546"/>
              <a:gd name="connsiteX2-13-13" fmla="*/ 1002435 w 3578079"/>
              <a:gd name="connsiteY2-14-14" fmla="*/ 3716036 h 3723546"/>
              <a:gd name="connsiteX3-15-15" fmla="*/ 0 w 3578079"/>
              <a:gd name="connsiteY3-16-16" fmla="*/ 3723546 h 3723546"/>
              <a:gd name="connsiteX0-17-17" fmla="*/ 0 w 3578079"/>
              <a:gd name="connsiteY0-18-18" fmla="*/ 3723546 h 3734487"/>
              <a:gd name="connsiteX1-19-19" fmla="*/ 3578079 w 3578079"/>
              <a:gd name="connsiteY1-20-20" fmla="*/ 0 h 3734487"/>
              <a:gd name="connsiteX2-21-21" fmla="*/ 994817 w 3578079"/>
              <a:gd name="connsiteY2-22-22" fmla="*/ 3733346 h 3734487"/>
              <a:gd name="connsiteX3-23-23" fmla="*/ 0 w 3578079"/>
              <a:gd name="connsiteY3-24-24" fmla="*/ 3723546 h 3734487"/>
              <a:gd name="connsiteX0-25-25" fmla="*/ 0 w 3585698"/>
              <a:gd name="connsiteY0-26-26" fmla="*/ 3752396 h 3752396"/>
              <a:gd name="connsiteX1-27-27" fmla="*/ 3585698 w 3585698"/>
              <a:gd name="connsiteY1-28-28" fmla="*/ 0 h 3752396"/>
              <a:gd name="connsiteX2-29-29" fmla="*/ 1002436 w 3585698"/>
              <a:gd name="connsiteY2-30-30" fmla="*/ 3733346 h 3752396"/>
              <a:gd name="connsiteX3-31-31" fmla="*/ 0 w 3585698"/>
              <a:gd name="connsiteY3-32-32" fmla="*/ 3752396 h 3752396"/>
              <a:gd name="connsiteX0-33-33" fmla="*/ 0 w 3600936"/>
              <a:gd name="connsiteY0-34-34" fmla="*/ 3740856 h 3740856"/>
              <a:gd name="connsiteX1-35-35" fmla="*/ 3600936 w 3600936"/>
              <a:gd name="connsiteY1-36-36" fmla="*/ 0 h 3740856"/>
              <a:gd name="connsiteX2-37-37" fmla="*/ 1017674 w 3600936"/>
              <a:gd name="connsiteY2-38-38" fmla="*/ 3733346 h 3740856"/>
              <a:gd name="connsiteX3-39-39" fmla="*/ 0 w 3600936"/>
              <a:gd name="connsiteY3-40-40" fmla="*/ 3740856 h 3740856"/>
              <a:gd name="connsiteX0-41-41" fmla="*/ 0 w 3600936"/>
              <a:gd name="connsiteY0-42-42" fmla="*/ 3740856 h 3744886"/>
              <a:gd name="connsiteX1-43-43" fmla="*/ 3600936 w 3600936"/>
              <a:gd name="connsiteY1-44-44" fmla="*/ 0 h 3744886"/>
              <a:gd name="connsiteX2-45-45" fmla="*/ 1017674 w 3600936"/>
              <a:gd name="connsiteY2-46-46" fmla="*/ 3744886 h 3744886"/>
              <a:gd name="connsiteX3-47-47" fmla="*/ 0 w 3600936"/>
              <a:gd name="connsiteY3-48-48" fmla="*/ 3740856 h 3744886"/>
              <a:gd name="connsiteX0-49-49" fmla="*/ 0 w 3600936"/>
              <a:gd name="connsiteY0-50-50" fmla="*/ 3759403 h 3759477"/>
              <a:gd name="connsiteX1-51-51" fmla="*/ 3600936 w 3600936"/>
              <a:gd name="connsiteY1-52-52" fmla="*/ 0 h 3759477"/>
              <a:gd name="connsiteX2-53-53" fmla="*/ 1017674 w 3600936"/>
              <a:gd name="connsiteY2-54-54" fmla="*/ 3744886 h 3759477"/>
              <a:gd name="connsiteX3-55-55" fmla="*/ 0 w 3600936"/>
              <a:gd name="connsiteY3-56-56" fmla="*/ 3759403 h 3759477"/>
              <a:gd name="connsiteX0-57-57" fmla="*/ 0 w 3600936"/>
              <a:gd name="connsiteY0-58-58" fmla="*/ 3759403 h 3759403"/>
              <a:gd name="connsiteX1-59-59" fmla="*/ 3600936 w 3600936"/>
              <a:gd name="connsiteY1-60-60" fmla="*/ 0 h 3759403"/>
              <a:gd name="connsiteX2-61-61" fmla="*/ 1009511 w 3600936"/>
              <a:gd name="connsiteY2-62-62" fmla="*/ 3757251 h 3759403"/>
              <a:gd name="connsiteX3-63-63" fmla="*/ 0 w 3600936"/>
              <a:gd name="connsiteY3-64-64" fmla="*/ 3759403 h 3759403"/>
            </a:gdLst>
            <a:ahLst/>
            <a:cxnLst>
              <a:cxn ang="0">
                <a:pos x="connsiteX0-1-1" y="connsiteY0-2-2"/>
              </a:cxn>
              <a:cxn ang="0">
                <a:pos x="connsiteX1-3-3" y="connsiteY1-4-4"/>
              </a:cxn>
              <a:cxn ang="0">
                <a:pos x="connsiteX2-5-5" y="connsiteY2-6-6"/>
              </a:cxn>
              <a:cxn ang="0">
                <a:pos x="connsiteX3-7-7" y="connsiteY3-8-8"/>
              </a:cxn>
            </a:cxnLst>
            <a:rect l="l" t="t" r="r" b="b"/>
            <a:pathLst>
              <a:path w="3600936" h="3759403">
                <a:moveTo>
                  <a:pt x="0" y="3759403"/>
                </a:moveTo>
                <a:cubicBezTo>
                  <a:pt x="693442" y="1734147"/>
                  <a:pt x="2367744" y="766806"/>
                  <a:pt x="3600936" y="0"/>
                </a:cubicBezTo>
                <a:cubicBezTo>
                  <a:pt x="2144783" y="1156976"/>
                  <a:pt x="1398866" y="2177609"/>
                  <a:pt x="1009511" y="3757251"/>
                </a:cubicBezTo>
                <a:lnTo>
                  <a:pt x="0" y="3759403"/>
                </a:lnTo>
                <a:close/>
              </a:path>
            </a:pathLst>
          </a:cu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p:cNvGrpSpPr/>
          <p:nvPr userDrawn="1"/>
        </p:nvGrpSpPr>
        <p:grpSpPr>
          <a:xfrm>
            <a:off x="556950" y="2898775"/>
            <a:ext cx="3175" cy="3703955"/>
            <a:chOff x="621307" y="1224539"/>
            <a:chExt cx="3175" cy="3703955"/>
          </a:xfrm>
        </p:grpSpPr>
        <p:cxnSp>
          <p:nvCxnSpPr>
            <p:cNvPr id="35" name="直接连接符 34"/>
            <p:cNvCxnSpPr/>
            <p:nvPr/>
          </p:nvCxnSpPr>
          <p:spPr>
            <a:xfrm>
              <a:off x="624482" y="1495049"/>
              <a:ext cx="0" cy="3433445"/>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21307" y="1224539"/>
              <a:ext cx="0" cy="150241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userDrawn="1"/>
        </p:nvCxnSpPr>
        <p:spPr>
          <a:xfrm>
            <a:off x="10974358" y="2151569"/>
            <a:ext cx="673105" cy="0"/>
          </a:xfrm>
          <a:prstGeom prst="line">
            <a:avLst/>
          </a:prstGeom>
          <a:ln w="127000">
            <a:solidFill>
              <a:srgbClr val="990000"/>
            </a:solidFill>
          </a:ln>
        </p:spPr>
        <p:style>
          <a:lnRef idx="1">
            <a:schemeClr val="accent1"/>
          </a:lnRef>
          <a:fillRef idx="0">
            <a:schemeClr val="accent1"/>
          </a:fillRef>
          <a:effectRef idx="0">
            <a:schemeClr val="accent1"/>
          </a:effectRef>
          <a:fontRef idx="minor">
            <a:schemeClr val="tx1"/>
          </a:fontRef>
        </p:style>
      </p:cxnSp>
      <p:pic>
        <p:nvPicPr>
          <p:cNvPr id="39" name="图片 3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498817" y="322580"/>
            <a:ext cx="1693738" cy="535305"/>
          </a:xfrm>
          <a:prstGeom prst="rect">
            <a:avLst/>
          </a:prstGeom>
        </p:spPr>
      </p:pic>
      <p:sp>
        <p:nvSpPr>
          <p:cNvPr id="8" name="标题 7"/>
          <p:cNvSpPr>
            <a:spLocks noGrp="1"/>
          </p:cNvSpPr>
          <p:nvPr>
            <p:ph type="ctrTitle" hasCustomPrompt="1"/>
          </p:nvPr>
        </p:nvSpPr>
        <p:spPr>
          <a:xfrm>
            <a:off x="4525456" y="2701459"/>
            <a:ext cx="7237808" cy="984250"/>
          </a:xfrm>
          <a:prstGeom prst="rect">
            <a:avLst/>
          </a:prstGeom>
        </p:spPr>
        <p:txBody>
          <a:bodyPr anchor="b"/>
          <a:lstStyle>
            <a:lvl1pPr algn="r">
              <a:lnSpc>
                <a:spcPct val="100000"/>
              </a:lnSpc>
              <a:defRPr sz="5400" b="1">
                <a:solidFill>
                  <a:schemeClr val="tx1">
                    <a:lumMod val="85000"/>
                    <a:lumOff val="15000"/>
                  </a:schemeClr>
                </a:solidFill>
                <a:latin typeface="微软雅黑" panose="020B0503020204020204" charset="-122"/>
                <a:ea typeface="微软雅黑" panose="020B0503020204020204" charset="-122"/>
              </a:defRPr>
            </a:lvl1pPr>
          </a:lstStyle>
          <a:p>
            <a:r>
              <a:rPr lang="zh-CN" altLang="en-US" dirty="0"/>
              <a:t>请输入幻灯片标题</a:t>
            </a:r>
          </a:p>
        </p:txBody>
      </p:sp>
      <p:sp>
        <p:nvSpPr>
          <p:cNvPr id="9" name="副标题 8"/>
          <p:cNvSpPr>
            <a:spLocks noGrp="1"/>
          </p:cNvSpPr>
          <p:nvPr>
            <p:ph type="subTitle" idx="1" hasCustomPrompt="1"/>
          </p:nvPr>
        </p:nvSpPr>
        <p:spPr>
          <a:xfrm>
            <a:off x="4913479" y="3912608"/>
            <a:ext cx="6849784" cy="614045"/>
          </a:xfrm>
          <a:prstGeom prst="rect">
            <a:avLst/>
          </a:prstGeom>
        </p:spPr>
        <p:txBody>
          <a:bodyPr>
            <a:noAutofit/>
          </a:bodyPr>
          <a:lstStyle>
            <a:lvl1pPr marL="0" indent="0" algn="r">
              <a:lnSpc>
                <a:spcPct val="100000"/>
              </a:lnSpc>
              <a:buNone/>
              <a:defRPr sz="4000" b="1">
                <a:solidFill>
                  <a:srgbClr val="990000"/>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请输入副标题</a:t>
            </a:r>
          </a:p>
        </p:txBody>
      </p:sp>
      <p:sp>
        <p:nvSpPr>
          <p:cNvPr id="15" name="矩形 14"/>
          <p:cNvSpPr/>
          <p:nvPr userDrawn="1"/>
        </p:nvSpPr>
        <p:spPr>
          <a:xfrm>
            <a:off x="5168583" y="5690963"/>
            <a:ext cx="1849832" cy="482321"/>
          </a:xfrm>
          <a:prstGeom prst="rect">
            <a:avLst/>
          </a:prstGeom>
          <a:solidFill>
            <a:srgbClr val="C71D1D"/>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占位符 13"/>
          <p:cNvSpPr>
            <a:spLocks noGrp="1"/>
          </p:cNvSpPr>
          <p:nvPr>
            <p:ph type="body" sz="quarter" idx="10" hasCustomPrompt="1"/>
          </p:nvPr>
        </p:nvSpPr>
        <p:spPr>
          <a:xfrm>
            <a:off x="5168584" y="5690962"/>
            <a:ext cx="1849831" cy="482321"/>
          </a:xfrm>
          <a:prstGeom prst="rect">
            <a:avLst/>
          </a:prstGeom>
          <a:solidFill>
            <a:srgbClr val="990000"/>
          </a:solidFill>
        </p:spPr>
        <p:txBody>
          <a:bodyPr anchor="ctr"/>
          <a:lstStyle>
            <a:lvl1pPr marL="0" indent="0" algn="ctr">
              <a:buNone/>
              <a:defRPr sz="1800">
                <a:solidFill>
                  <a:schemeClr val="bg1"/>
                </a:solidFill>
                <a:latin typeface="微软雅黑" panose="020B0503020204020204" charset="-122"/>
                <a:ea typeface="微软雅黑" panose="020B0503020204020204" charset="-122"/>
              </a:defRPr>
            </a:lvl1pPr>
          </a:lstStyle>
          <a:p>
            <a:pPr lvl="0"/>
            <a:r>
              <a:rPr kumimoji="1" lang="zh-CN" altLang="en-US" dirty="0"/>
              <a:t>主讲人：</a:t>
            </a:r>
            <a:r>
              <a:rPr kumimoji="1" lang="en-US" altLang="zh-CN" dirty="0"/>
              <a:t>xxx</a:t>
            </a:r>
          </a:p>
        </p:txBody>
      </p:sp>
      <p:sp>
        <p:nvSpPr>
          <p:cNvPr id="16" name="文本占位符 13"/>
          <p:cNvSpPr>
            <a:spLocks noGrp="1"/>
          </p:cNvSpPr>
          <p:nvPr>
            <p:ph type="body" sz="quarter" idx="11" hasCustomPrompt="1"/>
          </p:nvPr>
        </p:nvSpPr>
        <p:spPr>
          <a:xfrm>
            <a:off x="8899573" y="5690961"/>
            <a:ext cx="2516311" cy="482321"/>
          </a:xfrm>
          <a:prstGeom prst="rect">
            <a:avLst/>
          </a:prstGeom>
        </p:spPr>
        <p:txBody>
          <a:bodyPr anchor="ctr"/>
          <a:lstStyle>
            <a:lvl1pPr marL="0" indent="0" algn="r">
              <a:buNone/>
              <a:defRPr sz="1800">
                <a:solidFill>
                  <a:srgbClr val="990000"/>
                </a:solidFill>
                <a:latin typeface="微软雅黑" panose="020B0503020204020204" charset="-122"/>
                <a:ea typeface="微软雅黑" panose="020B0503020204020204" charset="-122"/>
              </a:defRPr>
            </a:lvl1pPr>
          </a:lstStyle>
          <a:p>
            <a:pPr lvl="0"/>
            <a:r>
              <a:rPr kumimoji="1" lang="en-US" altLang="zh-CN" dirty="0"/>
              <a:t>xxxx</a:t>
            </a:r>
            <a:r>
              <a:rPr kumimoji="1" lang="zh-CN" altLang="en-US" dirty="0"/>
              <a:t>年</a:t>
            </a:r>
            <a:r>
              <a:rPr kumimoji="1" lang="en-US" altLang="zh-CN" dirty="0"/>
              <a:t>xx</a:t>
            </a:r>
            <a:r>
              <a:rPr kumimoji="1" lang="zh-CN" altLang="en-US" dirty="0"/>
              <a:t>月</a:t>
            </a:r>
            <a:r>
              <a:rPr kumimoji="1" lang="en-US" altLang="zh-CN" dirty="0"/>
              <a:t>xx</a:t>
            </a:r>
            <a:r>
              <a:rPr kumimoji="1" lang="zh-CN" altLang="en-US" dirty="0"/>
              <a:t>日</a:t>
            </a:r>
          </a:p>
        </p:txBody>
      </p:sp>
    </p:spTree>
    <p:extLst>
      <p:ext uri="{BB962C8B-B14F-4D97-AF65-F5344CB8AC3E}">
        <p14:creationId xmlns:p14="http://schemas.microsoft.com/office/powerpoint/2010/main" val="32859684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image" Target="../media/image4.png"/><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tags" Target="../tags/tag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theme" Target="../theme/theme3.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image" Target="../media/image4.png"/><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29" Type="http://schemas.openxmlformats.org/officeDocument/2006/relationships/slideLayout" Target="../slideLayouts/slideLayout88.xml"/><Relationship Id="rId41" Type="http://schemas.openxmlformats.org/officeDocument/2006/relationships/tags" Target="../tags/tag140.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theme" Target="../theme/theme4.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31" Type="http://schemas.openxmlformats.org/officeDocument/2006/relationships/slideLayout" Target="../slideLayouts/slideLayout90.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8" Type="http://schemas.openxmlformats.org/officeDocument/2006/relationships/slideLayout" Target="../slideLayouts/slideLayout67.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747" r:id="rId8"/>
    <p:sldLayoutId id="214748374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4" name="等腰三角形 23"/>
          <p:cNvSpPr/>
          <p:nvPr/>
        </p:nvSpPr>
        <p:spPr>
          <a:xfrm rot="5400000">
            <a:off x="-38739" y="344170"/>
            <a:ext cx="558220" cy="481330"/>
          </a:xfrm>
          <a:prstGeom prst="triangl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custDataLst>
              <p:tags r:id="rId49"/>
            </p:custDataLst>
          </p:nvPr>
        </p:nvPicPr>
        <p:blipFill>
          <a:blip r:embed="rId50" cstate="print">
            <a:extLst>
              <a:ext uri="{28A0092B-C50C-407E-A947-70E740481C1C}">
                <a14:useLocalDpi xmlns:a14="http://schemas.microsoft.com/office/drawing/2010/main" val="0"/>
              </a:ext>
            </a:extLst>
          </a:blip>
          <a:srcRect/>
          <a:stretch>
            <a:fillRect/>
          </a:stretch>
        </p:blipFill>
        <p:spPr>
          <a:xfrm>
            <a:off x="10056223" y="296219"/>
            <a:ext cx="1617440" cy="51119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6" r:id="rId44"/>
    <p:sldLayoutId id="2147483707" r:id="rId45"/>
    <p:sldLayoutId id="2147483754" r:id="rId46"/>
    <p:sldLayoutId id="2147483756" r:id="rId4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4" name="等腰三角形 23"/>
          <p:cNvSpPr/>
          <p:nvPr/>
        </p:nvSpPr>
        <p:spPr>
          <a:xfrm rot="5400000">
            <a:off x="-38739" y="344170"/>
            <a:ext cx="558220" cy="481330"/>
          </a:xfrm>
          <a:prstGeom prst="triangle">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p:cNvPicPr>
            <a:picLocks noChangeAspect="1"/>
          </p:cNvPicPr>
          <p:nvPr>
            <p:custDataLst>
              <p:tags r:id="rId41"/>
            </p:custDataLst>
          </p:nvPr>
        </p:nvPicPr>
        <p:blipFill>
          <a:blip r:embed="rId42" cstate="print">
            <a:extLst>
              <a:ext uri="{28A0092B-C50C-407E-A947-70E740481C1C}">
                <a14:useLocalDpi xmlns:a14="http://schemas.microsoft.com/office/drawing/2010/main" val="0"/>
              </a:ext>
            </a:extLst>
          </a:blip>
          <a:srcRect/>
          <a:stretch>
            <a:fillRect/>
          </a:stretch>
        </p:blipFill>
        <p:spPr>
          <a:xfrm>
            <a:off x="10056223" y="296219"/>
            <a:ext cx="1617440" cy="511191"/>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6" r:id="rId27"/>
    <p:sldLayoutId id="2147483737" r:id="rId28"/>
    <p:sldLayoutId id="2147483741" r:id="rId29"/>
    <p:sldLayoutId id="2147483742" r:id="rId30"/>
    <p:sldLayoutId id="2147483743" r:id="rId31"/>
    <p:sldLayoutId id="2147483744" r:id="rId32"/>
    <p:sldLayoutId id="2147483745" r:id="rId33"/>
    <p:sldLayoutId id="2147483746" r:id="rId34"/>
    <p:sldLayoutId id="2147483750" r:id="rId35"/>
    <p:sldLayoutId id="2147483751" r:id="rId36"/>
    <p:sldLayoutId id="2147483752" r:id="rId37"/>
    <p:sldLayoutId id="2147483753" r:id="rId38"/>
    <p:sldLayoutId id="2147483755"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50.xml"/></Relationships>
</file>

<file path=ppt/slides/_rels/slide4.xml.rels><?xml version="1.0" encoding="UTF-8" standalone="yes"?>
<Relationships xmlns="http://schemas.openxmlformats.org/package/2006/relationships"><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 Id="rId5" Type="http://schemas.openxmlformats.org/officeDocument/2006/relationships/image" Target="../media/image12.png"/><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55.xml"/><Relationship Id="rId1" Type="http://schemas.openxmlformats.org/officeDocument/2006/relationships/tags" Target="../tags/tag254.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56.xml"/></Relationships>
</file>

<file path=ppt/slides/_rels/slide7.xml.rels><?xml version="1.0" encoding="UTF-8" standalone="yes"?>
<Relationships xmlns="http://schemas.openxmlformats.org/package/2006/relationships"><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 Id="rId5" Type="http://schemas.openxmlformats.org/officeDocument/2006/relationships/image" Target="../media/image12.png"/><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59.xml"/><Relationship Id="rId1" Type="http://schemas.openxmlformats.org/officeDocument/2006/relationships/tags" Target="../tags/tag26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8.xml"/><Relationship Id="rId1" Type="http://schemas.openxmlformats.org/officeDocument/2006/relationships/tags" Target="../tags/tag26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8.xml"/><Relationship Id="rId1" Type="http://schemas.openxmlformats.org/officeDocument/2006/relationships/tags" Target="../tags/tag26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78.xml"/><Relationship Id="rId1" Type="http://schemas.openxmlformats.org/officeDocument/2006/relationships/tags" Target="../tags/tag26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8.xml"/><Relationship Id="rId1" Type="http://schemas.openxmlformats.org/officeDocument/2006/relationships/tags" Target="../tags/tag26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78.xml"/><Relationship Id="rId1" Type="http://schemas.openxmlformats.org/officeDocument/2006/relationships/tags" Target="../tags/tag265.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78.xml"/><Relationship Id="rId1" Type="http://schemas.openxmlformats.org/officeDocument/2006/relationships/tags" Target="../tags/tag266.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78.xml"/><Relationship Id="rId1" Type="http://schemas.openxmlformats.org/officeDocument/2006/relationships/tags" Target="../tags/tag267.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8.xml"/><Relationship Id="rId1" Type="http://schemas.openxmlformats.org/officeDocument/2006/relationships/tags" Target="../tags/tag268.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78.xml"/><Relationship Id="rId1" Type="http://schemas.openxmlformats.org/officeDocument/2006/relationships/tags" Target="../tags/tag269.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78.xml"/><Relationship Id="rId1" Type="http://schemas.openxmlformats.org/officeDocument/2006/relationships/tags" Target="../tags/tag270.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78.xml"/><Relationship Id="rId1" Type="http://schemas.openxmlformats.org/officeDocument/2006/relationships/tags" Target="../tags/tag27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78.xml"/><Relationship Id="rId1" Type="http://schemas.openxmlformats.org/officeDocument/2006/relationships/tags" Target="../tags/tag27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78.xml"/><Relationship Id="rId1" Type="http://schemas.openxmlformats.org/officeDocument/2006/relationships/tags" Target="../tags/tag27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275.xml"/><Relationship Id="rId1" Type="http://schemas.openxmlformats.org/officeDocument/2006/relationships/tags" Target="../tags/tag274.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tags" Target="../tags/tag278.xml"/><Relationship Id="rId7" Type="http://schemas.openxmlformats.org/officeDocument/2006/relationships/image" Target="../media/image41.png"/><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slideLayout" Target="../slideLayouts/slideLayout87.xml"/><Relationship Id="rId5" Type="http://schemas.openxmlformats.org/officeDocument/2006/relationships/tags" Target="../tags/tag280.xml"/><Relationship Id="rId4" Type="http://schemas.openxmlformats.org/officeDocument/2006/relationships/tags" Target="../tags/tag27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78.xml"/><Relationship Id="rId1" Type="http://schemas.openxmlformats.org/officeDocument/2006/relationships/tags" Target="../tags/tag281.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78.xml"/><Relationship Id="rId1" Type="http://schemas.openxmlformats.org/officeDocument/2006/relationships/tags" Target="../tags/tag28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78.xml"/><Relationship Id="rId1" Type="http://schemas.openxmlformats.org/officeDocument/2006/relationships/tags" Target="../tags/tag283.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78.xml"/><Relationship Id="rId1" Type="http://schemas.openxmlformats.org/officeDocument/2006/relationships/tags" Target="../tags/tag284.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8.xml"/><Relationship Id="rId1" Type="http://schemas.openxmlformats.org/officeDocument/2006/relationships/tags" Target="../tags/tag28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9.xml.rels><?xml version="1.0" encoding="UTF-8" standalone="yes"?>
<Relationships xmlns="http://schemas.openxmlformats.org/package/2006/relationships"><Relationship Id="rId13" Type="http://schemas.openxmlformats.org/officeDocument/2006/relationships/tags" Target="../tags/tag298.xml"/><Relationship Id="rId18" Type="http://schemas.openxmlformats.org/officeDocument/2006/relationships/tags" Target="../tags/tag303.xml"/><Relationship Id="rId26" Type="http://schemas.openxmlformats.org/officeDocument/2006/relationships/tags" Target="../tags/tag311.xml"/><Relationship Id="rId39" Type="http://schemas.openxmlformats.org/officeDocument/2006/relationships/image" Target="../media/image54.png"/><Relationship Id="rId21" Type="http://schemas.openxmlformats.org/officeDocument/2006/relationships/tags" Target="../tags/tag306.xml"/><Relationship Id="rId34" Type="http://schemas.openxmlformats.org/officeDocument/2006/relationships/tags" Target="../tags/tag319.xml"/><Relationship Id="rId42" Type="http://schemas.openxmlformats.org/officeDocument/2006/relationships/image" Target="../media/image57.png"/><Relationship Id="rId7" Type="http://schemas.openxmlformats.org/officeDocument/2006/relationships/tags" Target="../tags/tag292.xml"/><Relationship Id="rId2" Type="http://schemas.openxmlformats.org/officeDocument/2006/relationships/tags" Target="../tags/tag287.xml"/><Relationship Id="rId16" Type="http://schemas.openxmlformats.org/officeDocument/2006/relationships/tags" Target="../tags/tag301.xml"/><Relationship Id="rId29" Type="http://schemas.openxmlformats.org/officeDocument/2006/relationships/tags" Target="../tags/tag314.xml"/><Relationship Id="rId1" Type="http://schemas.openxmlformats.org/officeDocument/2006/relationships/tags" Target="../tags/tag286.xml"/><Relationship Id="rId6" Type="http://schemas.openxmlformats.org/officeDocument/2006/relationships/tags" Target="../tags/tag291.xml"/><Relationship Id="rId11" Type="http://schemas.openxmlformats.org/officeDocument/2006/relationships/tags" Target="../tags/tag296.xml"/><Relationship Id="rId24" Type="http://schemas.openxmlformats.org/officeDocument/2006/relationships/tags" Target="../tags/tag309.xml"/><Relationship Id="rId32" Type="http://schemas.openxmlformats.org/officeDocument/2006/relationships/tags" Target="../tags/tag317.xml"/><Relationship Id="rId37" Type="http://schemas.openxmlformats.org/officeDocument/2006/relationships/image" Target="../media/image52.png"/><Relationship Id="rId40" Type="http://schemas.openxmlformats.org/officeDocument/2006/relationships/image" Target="../media/image55.png"/><Relationship Id="rId45" Type="http://schemas.openxmlformats.org/officeDocument/2006/relationships/image" Target="../media/image60.png"/><Relationship Id="rId5" Type="http://schemas.openxmlformats.org/officeDocument/2006/relationships/tags" Target="../tags/tag290.xml"/><Relationship Id="rId15" Type="http://schemas.openxmlformats.org/officeDocument/2006/relationships/tags" Target="../tags/tag300.xml"/><Relationship Id="rId23" Type="http://schemas.openxmlformats.org/officeDocument/2006/relationships/tags" Target="../tags/tag308.xml"/><Relationship Id="rId28" Type="http://schemas.openxmlformats.org/officeDocument/2006/relationships/tags" Target="../tags/tag313.xml"/><Relationship Id="rId36" Type="http://schemas.openxmlformats.org/officeDocument/2006/relationships/image" Target="../media/image51.png"/><Relationship Id="rId10" Type="http://schemas.openxmlformats.org/officeDocument/2006/relationships/tags" Target="../tags/tag295.xml"/><Relationship Id="rId19" Type="http://schemas.openxmlformats.org/officeDocument/2006/relationships/tags" Target="../tags/tag304.xml"/><Relationship Id="rId31" Type="http://schemas.openxmlformats.org/officeDocument/2006/relationships/tags" Target="../tags/tag316.xml"/><Relationship Id="rId44" Type="http://schemas.openxmlformats.org/officeDocument/2006/relationships/image" Target="../media/image59.png"/><Relationship Id="rId4" Type="http://schemas.openxmlformats.org/officeDocument/2006/relationships/tags" Target="../tags/tag289.xml"/><Relationship Id="rId9" Type="http://schemas.openxmlformats.org/officeDocument/2006/relationships/tags" Target="../tags/tag294.xml"/><Relationship Id="rId14" Type="http://schemas.openxmlformats.org/officeDocument/2006/relationships/tags" Target="../tags/tag299.xml"/><Relationship Id="rId22" Type="http://schemas.openxmlformats.org/officeDocument/2006/relationships/tags" Target="../tags/tag307.xml"/><Relationship Id="rId27" Type="http://schemas.openxmlformats.org/officeDocument/2006/relationships/tags" Target="../tags/tag312.xml"/><Relationship Id="rId30" Type="http://schemas.openxmlformats.org/officeDocument/2006/relationships/tags" Target="../tags/tag315.xml"/><Relationship Id="rId35" Type="http://schemas.openxmlformats.org/officeDocument/2006/relationships/slideLayout" Target="../slideLayouts/slideLayout86.xml"/><Relationship Id="rId43" Type="http://schemas.openxmlformats.org/officeDocument/2006/relationships/image" Target="../media/image58.png"/><Relationship Id="rId8" Type="http://schemas.openxmlformats.org/officeDocument/2006/relationships/tags" Target="../tags/tag293.xml"/><Relationship Id="rId3" Type="http://schemas.openxmlformats.org/officeDocument/2006/relationships/tags" Target="../tags/tag288.xml"/><Relationship Id="rId12" Type="http://schemas.openxmlformats.org/officeDocument/2006/relationships/tags" Target="../tags/tag297.xml"/><Relationship Id="rId17" Type="http://schemas.openxmlformats.org/officeDocument/2006/relationships/tags" Target="../tags/tag302.xml"/><Relationship Id="rId25" Type="http://schemas.openxmlformats.org/officeDocument/2006/relationships/tags" Target="../tags/tag310.xml"/><Relationship Id="rId33" Type="http://schemas.openxmlformats.org/officeDocument/2006/relationships/tags" Target="../tags/tag318.xml"/><Relationship Id="rId38" Type="http://schemas.openxmlformats.org/officeDocument/2006/relationships/image" Target="../media/image53.png"/><Relationship Id="rId20" Type="http://schemas.openxmlformats.org/officeDocument/2006/relationships/tags" Target="../tags/tag305.xml"/><Relationship Id="rId41" Type="http://schemas.openxmlformats.org/officeDocument/2006/relationships/image" Target="../media/image56.png"/></Relationships>
</file>

<file path=ppt/slides/_rels/slide40.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image" Target="../media/image63.png"/><Relationship Id="rId3" Type="http://schemas.openxmlformats.org/officeDocument/2006/relationships/tags" Target="../tags/tag322.xml"/><Relationship Id="rId7" Type="http://schemas.openxmlformats.org/officeDocument/2006/relationships/tags" Target="../tags/tag326.xml"/><Relationship Id="rId12" Type="http://schemas.openxmlformats.org/officeDocument/2006/relationships/image" Target="../media/image62.png"/><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image" Target="../media/image61.png"/><Relationship Id="rId5" Type="http://schemas.openxmlformats.org/officeDocument/2006/relationships/tags" Target="../tags/tag324.xml"/><Relationship Id="rId10" Type="http://schemas.openxmlformats.org/officeDocument/2006/relationships/slideLayout" Target="../slideLayouts/slideLayout86.xml"/><Relationship Id="rId4" Type="http://schemas.openxmlformats.org/officeDocument/2006/relationships/tags" Target="../tags/tag323.xml"/><Relationship Id="rId9" Type="http://schemas.openxmlformats.org/officeDocument/2006/relationships/tags" Target="../tags/tag328.xml"/></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78.xml"/><Relationship Id="rId1" Type="http://schemas.openxmlformats.org/officeDocument/2006/relationships/tags" Target="../tags/tag3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331.xml"/><Relationship Id="rId1" Type="http://schemas.openxmlformats.org/officeDocument/2006/relationships/tags" Target="../tags/tag330.xml"/><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 Id="rId5" Type="http://schemas.openxmlformats.org/officeDocument/2006/relationships/slideLayout" Target="../slideLayouts/slideLayout86.xml"/><Relationship Id="rId4" Type="http://schemas.openxmlformats.org/officeDocument/2006/relationships/tags" Target="../tags/tag335.xml"/></Relationships>
</file>

<file path=ppt/slides/_rels/slide45.xml.rels><?xml version="1.0" encoding="UTF-8" standalone="yes"?>
<Relationships xmlns="http://schemas.openxmlformats.org/package/2006/relationships"><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 Id="rId4" Type="http://schemas.openxmlformats.org/officeDocument/2006/relationships/slideLayout" Target="../slideLayouts/slideLayout8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340.xml"/><Relationship Id="rId1" Type="http://schemas.openxmlformats.org/officeDocument/2006/relationships/tags" Target="../tags/tag339.xml"/><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5.xml"/><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image" Target="../media/image70.png"/><Relationship Id="rId5" Type="http://schemas.openxmlformats.org/officeDocument/2006/relationships/notesSlide" Target="../notesSlides/notesSlide1.xml"/><Relationship Id="rId4" Type="http://schemas.openxmlformats.org/officeDocument/2006/relationships/slideLayout" Target="../slideLayouts/slideLayout87.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5.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3.xml"/></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96.xml"/><Relationship Id="rId1" Type="http://schemas.openxmlformats.org/officeDocument/2006/relationships/tags" Target="../tags/tag34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8.xml"/><Relationship Id="rId1" Type="http://schemas.openxmlformats.org/officeDocument/2006/relationships/tags" Target="../tags/tag345.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8.xml"/><Relationship Id="rId1" Type="http://schemas.openxmlformats.org/officeDocument/2006/relationships/tags" Target="../tags/tag346.xml"/></Relationships>
</file>

<file path=ppt/slides/_rels/slide5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86.xml"/></Relationships>
</file>

<file path=ppt/slides/_rels/slide5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6.xml"/></Relationships>
</file>

<file path=ppt/slides/_rels/slide5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6.xml"/></Relationships>
</file>

<file path=ppt/slides/_rels/slide58.xml.rels><?xml version="1.0" encoding="UTF-8" standalone="yes"?>
<Relationships xmlns="http://schemas.openxmlformats.org/package/2006/relationships"><Relationship Id="rId3" Type="http://schemas.openxmlformats.org/officeDocument/2006/relationships/tags" Target="../tags/tag349.xml"/><Relationship Id="rId7" Type="http://schemas.openxmlformats.org/officeDocument/2006/relationships/image" Target="../media/image79.png"/><Relationship Id="rId2" Type="http://schemas.openxmlformats.org/officeDocument/2006/relationships/tags" Target="../tags/tag348.xml"/><Relationship Id="rId1" Type="http://schemas.openxmlformats.org/officeDocument/2006/relationships/tags" Target="../tags/tag347.xml"/><Relationship Id="rId6" Type="http://schemas.openxmlformats.org/officeDocument/2006/relationships/image" Target="../media/image78.png"/><Relationship Id="rId5" Type="http://schemas.openxmlformats.org/officeDocument/2006/relationships/notesSlide" Target="../notesSlides/notesSlide2.xml"/><Relationship Id="rId4" Type="http://schemas.openxmlformats.org/officeDocument/2006/relationships/slideLayout" Target="../slideLayouts/slideLayout87.xml"/></Relationships>
</file>

<file path=ppt/slides/_rels/slide5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86.xml"/></Relationships>
</file>

<file path=ppt/slides/_rels/slide6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6.xml"/></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86.xml"/></Relationships>
</file>

<file path=ppt/slides/_rels/slide6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86.xml"/></Relationships>
</file>

<file path=ppt/slides/_rels/slide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8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86.xml"/><Relationship Id="rId1" Type="http://schemas.openxmlformats.org/officeDocument/2006/relationships/tags" Target="../tags/tag350.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87.xml"/><Relationship Id="rId1" Type="http://schemas.openxmlformats.org/officeDocument/2006/relationships/tags" Target="../tags/tag3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slideLayout" Target="../slideLayouts/slideLayout73.xml"/><Relationship Id="rId1" Type="http://schemas.openxmlformats.org/officeDocument/2006/relationships/tags" Target="../tags/tag352.xml"/></Relationships>
</file>

<file path=ppt/slides/_rels/slide6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8.xml"/></Relationships>
</file>

<file path=ppt/slides/_rels/slide7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8.xml"/></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8.xml"/></Relationships>
</file>

<file path=ppt/slides/_rels/slide7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8.xml"/></Relationships>
</file>

<file path=ppt/slides/_rels/slide7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7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Layout" Target="../slideLayouts/slideLayout78.xml"/><Relationship Id="rId1" Type="http://schemas.openxmlformats.org/officeDocument/2006/relationships/tags" Target="../tags/tag353.xml"/></Relationships>
</file>

<file path=ppt/slides/_rels/slide7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slideLayout" Target="../slideLayouts/slideLayout78.xml"/><Relationship Id="rId1" Type="http://schemas.openxmlformats.org/officeDocument/2006/relationships/tags" Target="../tags/tag354.xml"/></Relationships>
</file>

<file path=ppt/slides/_rels/slide7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78.xml"/><Relationship Id="rId1" Type="http://schemas.openxmlformats.org/officeDocument/2006/relationships/tags" Target="../tags/tag355.xml"/></Relationships>
</file>

<file path=ppt/slides/_rels/slide7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slideLayout" Target="../slideLayouts/slideLayout78.xml"/><Relationship Id="rId1" Type="http://schemas.openxmlformats.org/officeDocument/2006/relationships/tags" Target="../tags/tag356.xml"/></Relationships>
</file>

<file path=ppt/slides/_rels/slide7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slideLayout" Target="../slideLayouts/slideLayout78.xml"/><Relationship Id="rId1" Type="http://schemas.openxmlformats.org/officeDocument/2006/relationships/tags" Target="../tags/tag357.xml"/></Relationships>
</file>

<file path=ppt/slides/_rels/slide8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78.xml"/><Relationship Id="rId1" Type="http://schemas.openxmlformats.org/officeDocument/2006/relationships/tags" Target="../tags/tag358.xml"/></Relationships>
</file>

<file path=ppt/slides/_rels/slide8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78.xml"/><Relationship Id="rId1" Type="http://schemas.openxmlformats.org/officeDocument/2006/relationships/tags" Target="../tags/tag359.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8.xml"/><Relationship Id="rId2" Type="http://schemas.openxmlformats.org/officeDocument/2006/relationships/tags" Target="../tags/tag361.xml"/><Relationship Id="rId1" Type="http://schemas.openxmlformats.org/officeDocument/2006/relationships/tags" Target="../tags/tag360.xml"/><Relationship Id="rId4" Type="http://schemas.openxmlformats.org/officeDocument/2006/relationships/image" Target="../media/image101.png"/></Relationships>
</file>

<file path=ppt/slides/_rels/slide8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slideLayout" Target="../slideLayouts/slideLayout78.xml"/><Relationship Id="rId1" Type="http://schemas.openxmlformats.org/officeDocument/2006/relationships/tags" Target="../tags/tag362.xml"/></Relationships>
</file>

<file path=ppt/slides/_rels/slide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slideLayout" Target="../slideLayouts/slideLayout78.xml"/><Relationship Id="rId1" Type="http://schemas.openxmlformats.org/officeDocument/2006/relationships/tags" Target="../tags/tag363.xml"/></Relationships>
</file>

<file path=ppt/slides/_rels/slide8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slideLayout" Target="../slideLayouts/slideLayout86.xml"/><Relationship Id="rId1" Type="http://schemas.openxmlformats.org/officeDocument/2006/relationships/tags" Target="../tags/tag364.xml"/></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Layout" Target="../slideLayouts/slideLayout78.xml"/><Relationship Id="rId1" Type="http://schemas.openxmlformats.org/officeDocument/2006/relationships/tags" Target="../tags/tag365.xml"/></Relationships>
</file>

<file path=ppt/slides/_rels/slide8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slideLayout" Target="../slideLayouts/slideLayout78.xml"/><Relationship Id="rId1" Type="http://schemas.openxmlformats.org/officeDocument/2006/relationships/tags" Target="../tags/tag366.xml"/></Relationships>
</file>

<file path=ppt/slides/_rels/slide8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Layout" Target="../slideLayouts/slideLayout78.xml"/><Relationship Id="rId1" Type="http://schemas.openxmlformats.org/officeDocument/2006/relationships/tags" Target="../tags/tag367.xml"/></Relationships>
</file>

<file path=ppt/slides/_rels/slide8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slideLayout" Target="../slideLayouts/slideLayout78.xml"/><Relationship Id="rId1" Type="http://schemas.openxmlformats.org/officeDocument/2006/relationships/tags" Target="../tags/tag368.xml"/></Relationships>
</file>

<file path=ppt/slides/_rels/slide9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78.xml"/><Relationship Id="rId1" Type="http://schemas.openxmlformats.org/officeDocument/2006/relationships/tags" Target="../tags/tag369.xml"/></Relationships>
</file>

<file path=ppt/slides/_rels/slide9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slideLayout" Target="../slideLayouts/slideLayout78.xml"/><Relationship Id="rId1" Type="http://schemas.openxmlformats.org/officeDocument/2006/relationships/tags" Target="../tags/tag370.xml"/></Relationships>
</file>

<file path=ppt/slides/_rels/slide9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slideLayout" Target="../slideLayouts/slideLayout78.xml"/><Relationship Id="rId1" Type="http://schemas.openxmlformats.org/officeDocument/2006/relationships/tags" Target="../tags/tag371.xml"/></Relationships>
</file>

<file path=ppt/slides/_rels/slide9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slideLayout" Target="../slideLayouts/slideLayout78.xml"/><Relationship Id="rId1" Type="http://schemas.openxmlformats.org/officeDocument/2006/relationships/tags" Target="../tags/tag372.xml"/></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slideLayout" Target="../slideLayouts/slideLayout78.xml"/><Relationship Id="rId1" Type="http://schemas.openxmlformats.org/officeDocument/2006/relationships/tags" Target="../tags/tag373.xml"/></Relationships>
</file>

<file path=ppt/slides/_rels/slide9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slideLayout" Target="../slideLayouts/slideLayout78.xml"/><Relationship Id="rId1" Type="http://schemas.openxmlformats.org/officeDocument/2006/relationships/tags" Target="../tags/tag374.xml"/></Relationships>
</file>

<file path=ppt/slides/_rels/slide9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slideLayout" Target="../slideLayouts/slideLayout78.xml"/><Relationship Id="rId1" Type="http://schemas.openxmlformats.org/officeDocument/2006/relationships/tags" Target="../tags/tag375.xml"/></Relationships>
</file>

<file path=ppt/slides/_rels/slide9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slideLayout" Target="../slideLayouts/slideLayout78.xml"/><Relationship Id="rId1" Type="http://schemas.openxmlformats.org/officeDocument/2006/relationships/tags" Target="../tags/tag376.xml"/></Relationships>
</file>

<file path=ppt/slides/_rels/slide9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slideLayout" Target="../slideLayouts/slideLayout78.xml"/><Relationship Id="rId1" Type="http://schemas.openxmlformats.org/officeDocument/2006/relationships/tags" Target="../tags/tag377.xml"/></Relationships>
</file>

<file path=ppt/slides/_rels/slide9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slideLayout" Target="../slideLayouts/slideLayout78.xml"/><Relationship Id="rId1" Type="http://schemas.openxmlformats.org/officeDocument/2006/relationships/tags" Target="../tags/tag378.xml"/></Relationships>
</file>

<file path=ppt/slides/_rels/slide10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slideLayout" Target="../slideLayouts/slideLayout78.xml"/><Relationship Id="rId1" Type="http://schemas.openxmlformats.org/officeDocument/2006/relationships/tags" Target="../tags/tag379.xml"/></Relationships>
</file>

<file path=ppt/slides/_rels/slide10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slideLayout" Target="../slideLayouts/slideLayout78.xml"/><Relationship Id="rId1" Type="http://schemas.openxmlformats.org/officeDocument/2006/relationships/tags" Target="../tags/tag380.xml"/></Relationships>
</file>

<file path=ppt/slides/_rels/slide10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78.xml"/><Relationship Id="rId1" Type="http://schemas.openxmlformats.org/officeDocument/2006/relationships/tags" Target="../tags/tag381.xml"/></Relationships>
</file>

<file path=ppt/slides/_rels/slide10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slideLayout" Target="../slideLayouts/slideLayout78.xml"/><Relationship Id="rId1" Type="http://schemas.openxmlformats.org/officeDocument/2006/relationships/tags" Target="../tags/tag38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78.xml"/><Relationship Id="rId1" Type="http://schemas.openxmlformats.org/officeDocument/2006/relationships/tags" Target="../tags/tag383.xml"/></Relationships>
</file>

<file path=ppt/slides/_rels/slide10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78.xml"/><Relationship Id="rId1" Type="http://schemas.openxmlformats.org/officeDocument/2006/relationships/tags" Target="../tags/tag384.xml"/></Relationships>
</file>

<file path=ppt/slides/_rels/slide106.xml.rels><?xml version="1.0" encoding="UTF-8" standalone="yes"?>
<Relationships xmlns="http://schemas.openxmlformats.org/package/2006/relationships"><Relationship Id="rId3" Type="http://schemas.openxmlformats.org/officeDocument/2006/relationships/tags" Target="../tags/tag387.xml"/><Relationship Id="rId2" Type="http://schemas.openxmlformats.org/officeDocument/2006/relationships/tags" Target="../tags/tag386.xml"/><Relationship Id="rId1" Type="http://schemas.openxmlformats.org/officeDocument/2006/relationships/tags" Target="../tags/tag385.xml"/><Relationship Id="rId5" Type="http://schemas.openxmlformats.org/officeDocument/2006/relationships/image" Target="../media/image124.png"/><Relationship Id="rId4" Type="http://schemas.openxmlformats.org/officeDocument/2006/relationships/slideLayout" Target="../slideLayouts/slideLayout82.xml"/></Relationships>
</file>

<file path=ppt/slides/_rels/slide107.xml.rels><?xml version="1.0" encoding="UTF-8" standalone="yes"?>
<Relationships xmlns="http://schemas.openxmlformats.org/package/2006/relationships"><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 Id="rId5" Type="http://schemas.openxmlformats.org/officeDocument/2006/relationships/image" Target="../media/image125.png"/><Relationship Id="rId4" Type="http://schemas.openxmlformats.org/officeDocument/2006/relationships/slideLayout" Target="../slideLayouts/slideLayout82.xml"/></Relationships>
</file>

<file path=ppt/slides/_rels/slide10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tags" Target="../tags/tag393.xml"/><Relationship Id="rId7" Type="http://schemas.openxmlformats.org/officeDocument/2006/relationships/image" Target="../media/image126.png"/><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notesSlide" Target="../notesSlides/notesSlide3.xml"/><Relationship Id="rId5" Type="http://schemas.openxmlformats.org/officeDocument/2006/relationships/slideLayout" Target="../slideLayouts/slideLayout87.xml"/><Relationship Id="rId4" Type="http://schemas.openxmlformats.org/officeDocument/2006/relationships/tags" Target="../tags/tag394.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396.xml"/><Relationship Id="rId1" Type="http://schemas.openxmlformats.org/officeDocument/2006/relationships/tags" Target="../tags/tag395.xml"/><Relationship Id="rId5" Type="http://schemas.openxmlformats.org/officeDocument/2006/relationships/image" Target="../media/image128.png"/><Relationship Id="rId4" Type="http://schemas.openxmlformats.org/officeDocument/2006/relationships/notesSlide" Target="../notesSlides/notesSlide4.xml"/></Relationships>
</file>

<file path=ppt/slides/_rels/slide110.xml.rels><?xml version="1.0" encoding="UTF-8" standalone="yes"?>
<Relationships xmlns="http://schemas.openxmlformats.org/package/2006/relationships"><Relationship Id="rId3" Type="http://schemas.openxmlformats.org/officeDocument/2006/relationships/tags" Target="../tags/tag399.xml"/><Relationship Id="rId7" Type="http://schemas.openxmlformats.org/officeDocument/2006/relationships/image" Target="../media/image129.png"/><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notesSlide" Target="../notesSlides/notesSlide5.xml"/><Relationship Id="rId5" Type="http://schemas.openxmlformats.org/officeDocument/2006/relationships/slideLayout" Target="../slideLayouts/slideLayout87.xml"/><Relationship Id="rId4" Type="http://schemas.openxmlformats.org/officeDocument/2006/relationships/tags" Target="../tags/tag400.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402.xml"/><Relationship Id="rId1" Type="http://schemas.openxmlformats.org/officeDocument/2006/relationships/tags" Target="../tags/tag401.xml"/><Relationship Id="rId5" Type="http://schemas.openxmlformats.org/officeDocument/2006/relationships/image" Target="../media/image130.png"/><Relationship Id="rId4" Type="http://schemas.openxmlformats.org/officeDocument/2006/relationships/notesSlide" Target="../notesSlides/notesSlide6.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404.xml"/><Relationship Id="rId1" Type="http://schemas.openxmlformats.org/officeDocument/2006/relationships/tags" Target="../tags/tag403.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notesSlide" Target="../notesSlides/notesSlide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1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slideLayout" Target="../slideLayouts/slideLayout78.xml"/><Relationship Id="rId1" Type="http://schemas.openxmlformats.org/officeDocument/2006/relationships/tags" Target="../tags/tag405.xml"/></Relationships>
</file>

<file path=ppt/slides/_rels/slide11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slideLayout" Target="../slideLayouts/slideLayout78.xml"/><Relationship Id="rId1" Type="http://schemas.openxmlformats.org/officeDocument/2006/relationships/tags" Target="../tags/tag406.xml"/></Relationships>
</file>

<file path=ppt/slides/_rels/slide11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slideLayout" Target="../slideLayouts/slideLayout78.xml"/><Relationship Id="rId1" Type="http://schemas.openxmlformats.org/officeDocument/2006/relationships/tags" Target="../tags/tag407.xml"/></Relationships>
</file>

<file path=ppt/slides/_rels/slide117.xml.rels><?xml version="1.0" encoding="UTF-8" standalone="yes"?>
<Relationships xmlns="http://schemas.openxmlformats.org/package/2006/relationships"><Relationship Id="rId3" Type="http://schemas.openxmlformats.org/officeDocument/2006/relationships/tags" Target="../tags/tag410.xml"/><Relationship Id="rId2" Type="http://schemas.openxmlformats.org/officeDocument/2006/relationships/tags" Target="../tags/tag409.xml"/><Relationship Id="rId1" Type="http://schemas.openxmlformats.org/officeDocument/2006/relationships/tags" Target="../tags/tag408.xml"/><Relationship Id="rId5" Type="http://schemas.openxmlformats.org/officeDocument/2006/relationships/image" Target="../media/image136.png"/><Relationship Id="rId4" Type="http://schemas.openxmlformats.org/officeDocument/2006/relationships/slideLayout" Target="../slideLayouts/slideLayout82.xml"/></Relationships>
</file>

<file path=ppt/slides/_rels/slide118.xml.rels><?xml version="1.0" encoding="UTF-8" standalone="yes"?>
<Relationships xmlns="http://schemas.openxmlformats.org/package/2006/relationships"><Relationship Id="rId3" Type="http://schemas.openxmlformats.org/officeDocument/2006/relationships/tags" Target="../tags/tag413.xml"/><Relationship Id="rId2" Type="http://schemas.openxmlformats.org/officeDocument/2006/relationships/tags" Target="../tags/tag412.xml"/><Relationship Id="rId1" Type="http://schemas.openxmlformats.org/officeDocument/2006/relationships/tags" Target="../tags/tag411.xml"/><Relationship Id="rId5" Type="http://schemas.openxmlformats.org/officeDocument/2006/relationships/image" Target="../media/image137.png"/><Relationship Id="rId4" Type="http://schemas.openxmlformats.org/officeDocument/2006/relationships/slideLayout" Target="../slideLayouts/slideLayout82.xml"/></Relationships>
</file>

<file path=ppt/slides/_rels/slide119.xml.rels><?xml version="1.0" encoding="UTF-8" standalone="yes"?>
<Relationships xmlns="http://schemas.openxmlformats.org/package/2006/relationships"><Relationship Id="rId3" Type="http://schemas.openxmlformats.org/officeDocument/2006/relationships/tags" Target="../tags/tag416.xml"/><Relationship Id="rId2" Type="http://schemas.openxmlformats.org/officeDocument/2006/relationships/tags" Target="../tags/tag415.xml"/><Relationship Id="rId1" Type="http://schemas.openxmlformats.org/officeDocument/2006/relationships/tags" Target="../tags/tag414.xml"/><Relationship Id="rId5" Type="http://schemas.openxmlformats.org/officeDocument/2006/relationships/image" Target="../media/image138.png"/><Relationship Id="rId4" Type="http://schemas.openxmlformats.org/officeDocument/2006/relationships/slideLayout" Target="../slideLayouts/slideLayout82.xml"/></Relationships>
</file>

<file path=ppt/slides/_rels/slide120.xml.rels><?xml version="1.0" encoding="UTF-8" standalone="yes"?>
<Relationships xmlns="http://schemas.openxmlformats.org/package/2006/relationships"><Relationship Id="rId3" Type="http://schemas.openxmlformats.org/officeDocument/2006/relationships/tags" Target="../tags/tag419.xml"/><Relationship Id="rId2" Type="http://schemas.openxmlformats.org/officeDocument/2006/relationships/tags" Target="../tags/tag418.xml"/><Relationship Id="rId1" Type="http://schemas.openxmlformats.org/officeDocument/2006/relationships/tags" Target="../tags/tag417.xml"/><Relationship Id="rId4" Type="http://schemas.openxmlformats.org/officeDocument/2006/relationships/slideLayout" Target="../slideLayouts/slideLayout86.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21.xml"/><Relationship Id="rId1" Type="http://schemas.openxmlformats.org/officeDocument/2006/relationships/tags" Target="../tags/tag420.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122.xml.rels><?xml version="1.0" encoding="UTF-8" standalone="yes"?>
<Relationships xmlns="http://schemas.openxmlformats.org/package/2006/relationships"><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 Id="rId4" Type="http://schemas.openxmlformats.org/officeDocument/2006/relationships/slideLayout" Target="../slideLayouts/slideLayout86.xml"/></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82.xml"/><Relationship Id="rId2" Type="http://schemas.openxmlformats.org/officeDocument/2006/relationships/tags" Target="../tags/tag426.xml"/><Relationship Id="rId1" Type="http://schemas.openxmlformats.org/officeDocument/2006/relationships/tags" Target="../tags/tag425.xml"/><Relationship Id="rId4" Type="http://schemas.openxmlformats.org/officeDocument/2006/relationships/image" Target="../media/image142.png"/></Relationships>
</file>

<file path=ppt/slides/_rels/slide124.xml.rels><?xml version="1.0" encoding="UTF-8" standalone="yes"?>
<Relationships xmlns="http://schemas.openxmlformats.org/package/2006/relationships"><Relationship Id="rId3" Type="http://schemas.openxmlformats.org/officeDocument/2006/relationships/tags" Target="../tags/tag429.xml"/><Relationship Id="rId7" Type="http://schemas.openxmlformats.org/officeDocument/2006/relationships/image" Target="../media/image143.png"/><Relationship Id="rId2" Type="http://schemas.openxmlformats.org/officeDocument/2006/relationships/tags" Target="../tags/tag428.xml"/><Relationship Id="rId1" Type="http://schemas.openxmlformats.org/officeDocument/2006/relationships/tags" Target="../tags/tag427.xml"/><Relationship Id="rId6" Type="http://schemas.openxmlformats.org/officeDocument/2006/relationships/slideLayout" Target="../slideLayouts/slideLayout86.xml"/><Relationship Id="rId5" Type="http://schemas.openxmlformats.org/officeDocument/2006/relationships/tags" Target="../tags/tag431.xml"/><Relationship Id="rId4" Type="http://schemas.openxmlformats.org/officeDocument/2006/relationships/tags" Target="../tags/tag430.xml"/></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33.xml"/><Relationship Id="rId1" Type="http://schemas.openxmlformats.org/officeDocument/2006/relationships/tags" Target="../tags/tag432.xml"/><Relationship Id="rId4" Type="http://schemas.openxmlformats.org/officeDocument/2006/relationships/image" Target="../media/image144.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35.xml"/><Relationship Id="rId1" Type="http://schemas.openxmlformats.org/officeDocument/2006/relationships/tags" Target="../tags/tag434.xml"/><Relationship Id="rId4" Type="http://schemas.openxmlformats.org/officeDocument/2006/relationships/image" Target="../media/image145.png"/></Relationships>
</file>

<file path=ppt/slides/_rels/slide127.xml.rels><?xml version="1.0" encoding="UTF-8" standalone="yes"?>
<Relationships xmlns="http://schemas.openxmlformats.org/package/2006/relationships"><Relationship Id="rId3" Type="http://schemas.openxmlformats.org/officeDocument/2006/relationships/tags" Target="../tags/tag438.xml"/><Relationship Id="rId2" Type="http://schemas.openxmlformats.org/officeDocument/2006/relationships/tags" Target="../tags/tag437.xml"/><Relationship Id="rId1" Type="http://schemas.openxmlformats.org/officeDocument/2006/relationships/tags" Target="../tags/tag436.xml"/><Relationship Id="rId6" Type="http://schemas.openxmlformats.org/officeDocument/2006/relationships/image" Target="../media/image146.png"/><Relationship Id="rId5" Type="http://schemas.openxmlformats.org/officeDocument/2006/relationships/slideLayout" Target="../slideLayouts/slideLayout86.xml"/><Relationship Id="rId4" Type="http://schemas.openxmlformats.org/officeDocument/2006/relationships/tags" Target="../tags/tag439.xml"/></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41.xml"/><Relationship Id="rId1" Type="http://schemas.openxmlformats.org/officeDocument/2006/relationships/tags" Target="../tags/tag440.xml"/><Relationship Id="rId4" Type="http://schemas.openxmlformats.org/officeDocument/2006/relationships/image" Target="../media/image147.png"/></Relationships>
</file>

<file path=ppt/slides/_rels/slide129.xml.rels><?xml version="1.0" encoding="UTF-8" standalone="yes"?>
<Relationships xmlns="http://schemas.openxmlformats.org/package/2006/relationships"><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 Id="rId5" Type="http://schemas.openxmlformats.org/officeDocument/2006/relationships/image" Target="../media/image148.png"/><Relationship Id="rId4" Type="http://schemas.openxmlformats.org/officeDocument/2006/relationships/slideLayout" Target="../slideLayouts/slideLayout86.xml"/></Relationships>
</file>

<file path=ppt/slides/_rels/slide130.xml.rels><?xml version="1.0" encoding="UTF-8" standalone="yes"?>
<Relationships xmlns="http://schemas.openxmlformats.org/package/2006/relationships"><Relationship Id="rId13" Type="http://schemas.openxmlformats.org/officeDocument/2006/relationships/tags" Target="../tags/tag457.xml"/><Relationship Id="rId18" Type="http://schemas.openxmlformats.org/officeDocument/2006/relationships/tags" Target="../tags/tag462.xml"/><Relationship Id="rId26" Type="http://schemas.openxmlformats.org/officeDocument/2006/relationships/tags" Target="../tags/tag470.xml"/><Relationship Id="rId39" Type="http://schemas.openxmlformats.org/officeDocument/2006/relationships/image" Target="../media/image60.png"/><Relationship Id="rId21" Type="http://schemas.openxmlformats.org/officeDocument/2006/relationships/tags" Target="../tags/tag465.xml"/><Relationship Id="rId34" Type="http://schemas.openxmlformats.org/officeDocument/2006/relationships/image" Target="../media/image55.png"/><Relationship Id="rId7" Type="http://schemas.openxmlformats.org/officeDocument/2006/relationships/tags" Target="../tags/tag451.xml"/><Relationship Id="rId2" Type="http://schemas.openxmlformats.org/officeDocument/2006/relationships/tags" Target="../tags/tag446.xml"/><Relationship Id="rId16" Type="http://schemas.openxmlformats.org/officeDocument/2006/relationships/tags" Target="../tags/tag460.xml"/><Relationship Id="rId20" Type="http://schemas.openxmlformats.org/officeDocument/2006/relationships/tags" Target="../tags/tag464.xml"/><Relationship Id="rId29" Type="http://schemas.openxmlformats.org/officeDocument/2006/relationships/slideLayout" Target="../slideLayouts/slideLayout85.xml"/><Relationship Id="rId41" Type="http://schemas.openxmlformats.org/officeDocument/2006/relationships/image" Target="../media/image150.png"/><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24" Type="http://schemas.openxmlformats.org/officeDocument/2006/relationships/tags" Target="../tags/tag468.xml"/><Relationship Id="rId32" Type="http://schemas.openxmlformats.org/officeDocument/2006/relationships/image" Target="../media/image53.png"/><Relationship Id="rId37" Type="http://schemas.openxmlformats.org/officeDocument/2006/relationships/image" Target="../media/image58.png"/><Relationship Id="rId40" Type="http://schemas.openxmlformats.org/officeDocument/2006/relationships/image" Target="../media/image149.png"/><Relationship Id="rId5" Type="http://schemas.openxmlformats.org/officeDocument/2006/relationships/tags" Target="../tags/tag449.xml"/><Relationship Id="rId15" Type="http://schemas.openxmlformats.org/officeDocument/2006/relationships/tags" Target="../tags/tag459.xml"/><Relationship Id="rId23" Type="http://schemas.openxmlformats.org/officeDocument/2006/relationships/tags" Target="../tags/tag467.xml"/><Relationship Id="rId28" Type="http://schemas.openxmlformats.org/officeDocument/2006/relationships/tags" Target="../tags/tag472.xml"/><Relationship Id="rId36" Type="http://schemas.openxmlformats.org/officeDocument/2006/relationships/image" Target="../media/image57.png"/><Relationship Id="rId10" Type="http://schemas.openxmlformats.org/officeDocument/2006/relationships/tags" Target="../tags/tag454.xml"/><Relationship Id="rId19" Type="http://schemas.openxmlformats.org/officeDocument/2006/relationships/tags" Target="../tags/tag463.xml"/><Relationship Id="rId31" Type="http://schemas.openxmlformats.org/officeDocument/2006/relationships/image" Target="../media/image52.png"/><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 Id="rId22" Type="http://schemas.openxmlformats.org/officeDocument/2006/relationships/tags" Target="../tags/tag466.xml"/><Relationship Id="rId27" Type="http://schemas.openxmlformats.org/officeDocument/2006/relationships/tags" Target="../tags/tag471.xml"/><Relationship Id="rId30" Type="http://schemas.openxmlformats.org/officeDocument/2006/relationships/image" Target="../media/image51.png"/><Relationship Id="rId35" Type="http://schemas.openxmlformats.org/officeDocument/2006/relationships/image" Target="../media/image56.png"/><Relationship Id="rId8" Type="http://schemas.openxmlformats.org/officeDocument/2006/relationships/tags" Target="../tags/tag452.xml"/><Relationship Id="rId3" Type="http://schemas.openxmlformats.org/officeDocument/2006/relationships/tags" Target="../tags/tag447.xml"/><Relationship Id="rId12" Type="http://schemas.openxmlformats.org/officeDocument/2006/relationships/tags" Target="../tags/tag456.xml"/><Relationship Id="rId17" Type="http://schemas.openxmlformats.org/officeDocument/2006/relationships/tags" Target="../tags/tag461.xml"/><Relationship Id="rId25" Type="http://schemas.openxmlformats.org/officeDocument/2006/relationships/tags" Target="../tags/tag469.xml"/><Relationship Id="rId33" Type="http://schemas.openxmlformats.org/officeDocument/2006/relationships/image" Target="../media/image54.png"/><Relationship Id="rId38" Type="http://schemas.openxmlformats.org/officeDocument/2006/relationships/image" Target="../media/image59.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74.xml"/><Relationship Id="rId1" Type="http://schemas.openxmlformats.org/officeDocument/2006/relationships/tags" Target="../tags/tag473.xml"/><Relationship Id="rId4" Type="http://schemas.openxmlformats.org/officeDocument/2006/relationships/image" Target="../media/image15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76.xml"/><Relationship Id="rId1" Type="http://schemas.openxmlformats.org/officeDocument/2006/relationships/tags" Target="../tags/tag475.xml"/><Relationship Id="rId4" Type="http://schemas.openxmlformats.org/officeDocument/2006/relationships/image" Target="../media/image65.png"/></Relationships>
</file>

<file path=ppt/slides/_rels/slide13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slideLayout" Target="../slideLayouts/slideLayout78.xml"/><Relationship Id="rId1" Type="http://schemas.openxmlformats.org/officeDocument/2006/relationships/tags" Target="../tags/tag477.xml"/></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tags" Target="../tags/tag479.xml"/><Relationship Id="rId1" Type="http://schemas.openxmlformats.org/officeDocument/2006/relationships/tags" Target="../tags/tag478.xml"/><Relationship Id="rId4" Type="http://schemas.openxmlformats.org/officeDocument/2006/relationships/image" Target="../media/image153.png"/></Relationships>
</file>

<file path=ppt/slides/_rels/slide136.xml.rels><?xml version="1.0" encoding="UTF-8" standalone="yes"?>
<Relationships xmlns="http://schemas.openxmlformats.org/package/2006/relationships"><Relationship Id="rId3" Type="http://schemas.openxmlformats.org/officeDocument/2006/relationships/tags" Target="../tags/tag482.xml"/><Relationship Id="rId2" Type="http://schemas.openxmlformats.org/officeDocument/2006/relationships/tags" Target="../tags/tag481.xml"/><Relationship Id="rId1" Type="http://schemas.openxmlformats.org/officeDocument/2006/relationships/tags" Target="../tags/tag480.xml"/><Relationship Id="rId5" Type="http://schemas.openxmlformats.org/officeDocument/2006/relationships/image" Target="../media/image148.png"/><Relationship Id="rId4" Type="http://schemas.openxmlformats.org/officeDocument/2006/relationships/slideLayout" Target="../slideLayouts/slideLayout8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slideLayout" Target="../slideLayouts/slideLayout86.xml"/><Relationship Id="rId1" Type="http://schemas.openxmlformats.org/officeDocument/2006/relationships/tags" Target="../tags/tag483.xml"/></Relationships>
</file>

<file path=ppt/slides/_rels/slide13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slideLayout" Target="../slideLayouts/slideLayout86.xml"/><Relationship Id="rId1" Type="http://schemas.openxmlformats.org/officeDocument/2006/relationships/tags" Target="../tags/tag484.xml"/></Relationships>
</file>

<file path=ppt/slides/_rels/slide14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slideLayout" Target="../slideLayouts/slideLayout86.xml"/><Relationship Id="rId1" Type="http://schemas.openxmlformats.org/officeDocument/2006/relationships/tags" Target="../tags/tag485.xml"/></Relationships>
</file>

<file path=ppt/slides/_rels/slide14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slideLayout" Target="../slideLayouts/slideLayout86.xml"/><Relationship Id="rId1" Type="http://schemas.openxmlformats.org/officeDocument/2006/relationships/tags" Target="../tags/tag48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45.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64.xml"/></Relationships>
</file>

<file path=ppt/slides/_rels/slide14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slideLayout" Target="../slideLayouts/slideLayout86.xml"/><Relationship Id="rId1" Type="http://schemas.openxmlformats.org/officeDocument/2006/relationships/tags" Target="../tags/tag487.xml"/></Relationships>
</file>

<file path=ppt/slides/_rels/slide14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6.xml"/><Relationship Id="rId4" Type="http://schemas.openxmlformats.org/officeDocument/2006/relationships/image" Target="../media/image162.png"/></Relationships>
</file>

<file path=ppt/slides/_rels/slide14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86.xml"/><Relationship Id="rId4" Type="http://schemas.openxmlformats.org/officeDocument/2006/relationships/image" Target="../media/image165.png"/></Relationships>
</file>

<file path=ppt/slides/_rels/slide14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86.xml"/></Relationships>
</file>

<file path=ppt/slides/_rels/slide15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86.xml"/></Relationships>
</file>

<file path=ppt/slides/_rels/slide15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slideLayout" Target="../slideLayouts/slideLayout78.xml"/><Relationship Id="rId1" Type="http://schemas.openxmlformats.org/officeDocument/2006/relationships/tags" Target="../tags/tag488.xml"/></Relationships>
</file>

<file path=ppt/slides/_rels/slide152.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slideLayout" Target="../slideLayouts/slideLayout78.xml"/><Relationship Id="rId1" Type="http://schemas.openxmlformats.org/officeDocument/2006/relationships/tags" Target="../tags/tag489.xml"/></Relationships>
</file>

<file path=ppt/slides/_rels/slide15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slideLayout" Target="../slideLayouts/slideLayout78.xml"/><Relationship Id="rId1" Type="http://schemas.openxmlformats.org/officeDocument/2006/relationships/tags" Target="../tags/tag490.xml"/></Relationships>
</file>

<file path=ppt/slides/_rels/slide15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slideLayout" Target="../slideLayouts/slideLayout78.xml"/><Relationship Id="rId1" Type="http://schemas.openxmlformats.org/officeDocument/2006/relationships/tags" Target="../tags/tag491.xml"/></Relationships>
</file>

<file path=ppt/slides/_rels/slide155.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slideLayout" Target="../slideLayouts/slideLayout78.xml"/><Relationship Id="rId1" Type="http://schemas.openxmlformats.org/officeDocument/2006/relationships/tags" Target="../tags/tag492.xml"/></Relationships>
</file>

<file path=ppt/slides/_rels/slide15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slideLayout" Target="../slideLayouts/slideLayout78.xml"/><Relationship Id="rId1" Type="http://schemas.openxmlformats.org/officeDocument/2006/relationships/tags" Target="../tags/tag493.xml"/></Relationships>
</file>

<file path=ppt/slides/_rels/slide15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slideLayout" Target="../slideLayouts/slideLayout78.xml"/><Relationship Id="rId1" Type="http://schemas.openxmlformats.org/officeDocument/2006/relationships/tags" Target="../tags/tag494.xml"/></Relationships>
</file>

<file path=ppt/slides/_rels/slide15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slideLayout" Target="../slideLayouts/slideLayout78.xml"/><Relationship Id="rId1" Type="http://schemas.openxmlformats.org/officeDocument/2006/relationships/tags" Target="../tags/tag495.xml"/></Relationships>
</file>

<file path=ppt/slides/_rels/slide15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slideLayout" Target="../slideLayouts/slideLayout78.xml"/><Relationship Id="rId1" Type="http://schemas.openxmlformats.org/officeDocument/2006/relationships/tags" Target="../tags/tag496.xml"/></Relationships>
</file>

<file path=ppt/slides/_rels/slide16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slideLayout" Target="../slideLayouts/slideLayout87.xml"/><Relationship Id="rId1" Type="http://schemas.openxmlformats.org/officeDocument/2006/relationships/tags" Target="../tags/tag497.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_rels/slide16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slideLayout" Target="../slideLayouts/slideLayout87.xml"/><Relationship Id="rId1" Type="http://schemas.openxmlformats.org/officeDocument/2006/relationships/tags" Target="../tags/tag498.xml"/><Relationship Id="rId5" Type="http://schemas.openxmlformats.org/officeDocument/2006/relationships/image" Target="../media/image181.png"/><Relationship Id="rId4" Type="http://schemas.openxmlformats.org/officeDocument/2006/relationships/image" Target="../media/image180.png"/></Relationships>
</file>

<file path=ppt/slides/_rels/slide162.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slideLayout" Target="../slideLayouts/slideLayout78.xml"/><Relationship Id="rId1" Type="http://schemas.openxmlformats.org/officeDocument/2006/relationships/tags" Target="../tags/tag499.xml"/></Relationships>
</file>

<file path=ppt/slides/_rels/slide163.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slideLayout" Target="../slideLayouts/slideLayout78.xml"/><Relationship Id="rId1" Type="http://schemas.openxmlformats.org/officeDocument/2006/relationships/tags" Target="../tags/tag500.xml"/></Relationships>
</file>

<file path=ppt/slides/_rels/slide164.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8.xml"/><Relationship Id="rId1" Type="http://schemas.openxmlformats.org/officeDocument/2006/relationships/slideLayout" Target="../slideLayouts/slideLayout87.xml"/></Relationships>
</file>

<file path=ppt/slides/_rels/slide165.xml.rels><?xml version="1.0" encoding="UTF-8" standalone="yes"?>
<Relationships xmlns="http://schemas.openxmlformats.org/package/2006/relationships"><Relationship Id="rId3" Type="http://schemas.openxmlformats.org/officeDocument/2006/relationships/image" Target="../media/image186.jpg"/><Relationship Id="rId2" Type="http://schemas.openxmlformats.org/officeDocument/2006/relationships/slideLayout" Target="../slideLayouts/slideLayout78.xml"/><Relationship Id="rId1" Type="http://schemas.openxmlformats.org/officeDocument/2006/relationships/tags" Target="../tags/tag501.xml"/></Relationships>
</file>

<file path=ppt/slides/_rels/slide166.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slideLayout" Target="../slideLayouts/slideLayout78.xml"/><Relationship Id="rId1" Type="http://schemas.openxmlformats.org/officeDocument/2006/relationships/tags" Target="../tags/tag502.xml"/></Relationships>
</file>

<file path=ppt/slides/_rels/slide16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slideLayout" Target="../slideLayouts/slideLayout78.xml"/><Relationship Id="rId1" Type="http://schemas.openxmlformats.org/officeDocument/2006/relationships/tags" Target="../tags/tag503.xml"/></Relationships>
</file>

<file path=ppt/slides/_rels/slide168.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slideLayout" Target="../slideLayouts/slideLayout78.xml"/><Relationship Id="rId1" Type="http://schemas.openxmlformats.org/officeDocument/2006/relationships/tags" Target="../tags/tag504.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5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688541" y="3694299"/>
            <a:ext cx="7434244" cy="1036581"/>
          </a:xfrm>
        </p:spPr>
        <p:txBody>
          <a:bodyPr/>
          <a:lstStyle/>
          <a:p>
            <a:pPr algn="ctr"/>
            <a:r>
              <a:rPr lang="zh-CN" altLang="en-US" dirty="0"/>
              <a:t>通达信</a:t>
            </a:r>
            <a:r>
              <a:rPr lang="zh-CN" altLang="en-US" dirty="0">
                <a:solidFill>
                  <a:srgbClr val="990000"/>
                </a:solidFill>
                <a:sym typeface="+mn-ea"/>
              </a:rPr>
              <a:t>iTendx</a:t>
            </a:r>
            <a:r>
              <a:rPr lang="zh-CN" altLang="en-US" dirty="0"/>
              <a:t>研究终端</a:t>
            </a:r>
          </a:p>
        </p:txBody>
      </p:sp>
      <p:sp>
        <p:nvSpPr>
          <p:cNvPr id="5" name="文本框 4"/>
          <p:cNvSpPr txBox="1"/>
          <p:nvPr/>
        </p:nvSpPr>
        <p:spPr>
          <a:xfrm>
            <a:off x="5054243" y="5662839"/>
            <a:ext cx="2232677" cy="558852"/>
          </a:xfrm>
          <a:prstGeom prst="rect">
            <a:avLst/>
          </a:prstGeom>
          <a:solidFill>
            <a:schemeClr val="bg1"/>
          </a:solidFill>
        </p:spPr>
        <p:txBody>
          <a:bodyPr wrap="square" rtlCol="0">
            <a:noAutofit/>
          </a:bodyPr>
          <a:lstStyle/>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84530" y="2205355"/>
            <a:ext cx="4735830" cy="3868420"/>
          </a:xfrm>
        </p:spPr>
        <p:txBody>
          <a:bodyPr/>
          <a:lstStyle/>
          <a:p>
            <a:r>
              <a:rPr lang="zh-CN" altLang="en-US" dirty="0"/>
              <a:t>（一）品牌介绍</a:t>
            </a:r>
          </a:p>
          <a:p>
            <a:r>
              <a:rPr lang="zh-CN" altLang="en-US" dirty="0">
                <a:sym typeface="+mn-ea"/>
              </a:rPr>
              <a:t>（二）</a:t>
            </a:r>
            <a:r>
              <a:rPr lang="en-US" altLang="zh-CN" dirty="0" err="1">
                <a:sym typeface="+mn-ea"/>
              </a:rPr>
              <a:t>iTendx</a:t>
            </a:r>
            <a:r>
              <a:rPr lang="zh-CN" altLang="en-US" dirty="0">
                <a:sym typeface="+mn-ea"/>
              </a:rPr>
              <a:t>研究终端概览</a:t>
            </a:r>
            <a:endParaRPr lang="en-US" altLang="zh-CN" dirty="0">
              <a:sym typeface="+mn-ea"/>
            </a:endParaRPr>
          </a:p>
          <a:p>
            <a:r>
              <a:rPr lang="zh-CN" altLang="en-US" dirty="0">
                <a:sym typeface="+mn-ea"/>
              </a:rPr>
              <a:t>（三）优势分析</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95136" y="1929714"/>
            <a:ext cx="2603672" cy="726440"/>
          </a:xfrm>
        </p:spPr>
        <p:txBody>
          <a:bodyPr/>
          <a:lstStyle/>
          <a:p>
            <a:r>
              <a:rPr lang="en-US" altLang="zh-CN" sz="4000" dirty="0"/>
              <a:t>(</a:t>
            </a:r>
            <a:r>
              <a:rPr lang="zh-CN" altLang="en-US" sz="4000" dirty="0"/>
              <a:t>一</a:t>
            </a:r>
            <a:r>
              <a:rPr lang="en-US" altLang="zh-CN" sz="4000" dirty="0"/>
              <a:t>)</a:t>
            </a:r>
          </a:p>
        </p:txBody>
      </p:sp>
      <p:sp>
        <p:nvSpPr>
          <p:cNvPr id="3" name="文本占位符 2"/>
          <p:cNvSpPr>
            <a:spLocks noGrp="1"/>
          </p:cNvSpPr>
          <p:nvPr>
            <p:ph type="body" sz="quarter" idx="11"/>
          </p:nvPr>
        </p:nvSpPr>
        <p:spPr/>
        <p:txBody>
          <a:bodyPr/>
          <a:lstStyle/>
          <a:p>
            <a:r>
              <a:rPr lang="zh-CN" altLang="en-US" dirty="0">
                <a:sym typeface="+mn-ea"/>
              </a:rPr>
              <a:t>品牌介绍</a:t>
            </a:r>
            <a:endParaRPr lang="zh-CN" alt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31321" y="359282"/>
            <a:ext cx="6854747" cy="460375"/>
          </a:xfrm>
        </p:spPr>
        <p:txBody>
          <a:bodyPr>
            <a:normAutofit fontScale="90000"/>
          </a:bodyPr>
          <a:lstStyle/>
          <a:p>
            <a:r>
              <a:rPr lang="en-US" altLang="zh-CN" dirty="0"/>
              <a:t>1.</a:t>
            </a:r>
            <a:r>
              <a:rPr lang="zh-CN" altLang="en-US" dirty="0"/>
              <a:t>品牌介绍</a:t>
            </a:r>
          </a:p>
        </p:txBody>
      </p:sp>
      <p:pic>
        <p:nvPicPr>
          <p:cNvPr id="5" name="内容占位符 4"/>
          <p:cNvPicPr>
            <a:picLocks noGrp="1" noChangeAspect="1"/>
          </p:cNvPicPr>
          <p:nvPr>
            <p:ph sz="quarter" idx="4294967295"/>
            <p:custDataLst>
              <p:tags r:id="rId2"/>
            </p:custDataLst>
          </p:nvPr>
        </p:nvPicPr>
        <p:blipFill>
          <a:blip r:embed="rId5"/>
          <a:stretch>
            <a:fillRect/>
          </a:stretch>
        </p:blipFill>
        <p:spPr>
          <a:xfrm>
            <a:off x="222992" y="1513864"/>
            <a:ext cx="10660380" cy="4785360"/>
          </a:xfrm>
          <a:prstGeom prst="rect">
            <a:avLst/>
          </a:prstGeom>
        </p:spPr>
      </p:pic>
      <p:sp>
        <p:nvSpPr>
          <p:cNvPr id="6" name="文本占位符 1"/>
          <p:cNvSpPr>
            <a:spLocks noGrp="1"/>
          </p:cNvSpPr>
          <p:nvPr>
            <p:custDataLst>
              <p:tags r:id="rId3"/>
            </p:custDataLst>
          </p:nvPr>
        </p:nvSpPr>
        <p:spPr>
          <a:xfrm>
            <a:off x="4357586" y="2280792"/>
            <a:ext cx="6920014" cy="3324225"/>
          </a:xfrm>
          <a:prstGeom prst="rect">
            <a:avLst/>
          </a:prstGeom>
          <a:solidFill>
            <a:srgbClr val="C00000"/>
          </a:solidFill>
        </p:spPr>
        <p:txBody>
          <a:bodyPr anchor="t"/>
          <a:lstStyle>
            <a:lvl1pPr marL="0" indent="0" algn="l" defTabSz="914400" rtl="0" eaLnBrk="1" fontAlgn="auto" latinLnBrk="0" hangingPunct="1">
              <a:lnSpc>
                <a:spcPct val="125000"/>
              </a:lnSpc>
              <a:spcBef>
                <a:spcPts val="1000"/>
              </a:spcBef>
              <a:buFont typeface="Arial" panose="020B0604020202020204" pitchFamily="34" charset="0"/>
              <a:buNone/>
              <a:defRPr kumimoji="1" lang="zh-CN" altLang="en-US" sz="1400" b="0"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000" dirty="0">
                <a:solidFill>
                  <a:schemeClr val="bg1"/>
                </a:solidFill>
              </a:rPr>
              <a:t>深圳市财富趋势科技股份有限公司（股票代码: 688318）</a:t>
            </a:r>
            <a:endParaRPr sz="1600" dirty="0">
              <a:solidFill>
                <a:schemeClr val="bg1"/>
              </a:solidFill>
            </a:endParaRPr>
          </a:p>
          <a:p>
            <a:pPr marL="179705"/>
            <a:r>
              <a:rPr lang="zh-CN" altLang="en-US" sz="1600" dirty="0">
                <a:solidFill>
                  <a:schemeClr val="bg1"/>
                </a:solidFill>
              </a:rPr>
              <a:t>公司成立于</a:t>
            </a:r>
            <a:r>
              <a:rPr lang="en-US" altLang="zh-CN" sz="1600" dirty="0">
                <a:solidFill>
                  <a:schemeClr val="bg1"/>
                </a:solidFill>
              </a:rPr>
              <a:t>2007</a:t>
            </a:r>
            <a:r>
              <a:rPr lang="zh-CN" altLang="en-US" sz="1600" dirty="0">
                <a:solidFill>
                  <a:schemeClr val="bg1"/>
                </a:solidFill>
              </a:rPr>
              <a:t>年，是国内证券行情、交易及信息服务软件的主要供应商，是第一家在科创板上市的金融科技类企业，软件品牌为</a:t>
            </a:r>
            <a:r>
              <a:rPr lang="en-US" altLang="zh-CN" sz="1600" dirty="0">
                <a:solidFill>
                  <a:schemeClr val="bg1"/>
                </a:solidFill>
              </a:rPr>
              <a:t>"</a:t>
            </a:r>
            <a:r>
              <a:rPr lang="zh-CN" altLang="en-US" sz="1600" dirty="0">
                <a:solidFill>
                  <a:schemeClr val="bg1"/>
                </a:solidFill>
              </a:rPr>
              <a:t>通达信”。</a:t>
            </a:r>
            <a:r>
              <a:rPr lang="zh-CN" altLang="en-US" sz="1600" dirty="0">
                <a:solidFill>
                  <a:schemeClr val="bg1"/>
                </a:solidFill>
                <a:sym typeface="+mn-ea"/>
              </a:rPr>
              <a:t>在证券行情交易软件领域具有较高的知名度和影响力。</a:t>
            </a:r>
            <a:endParaRPr lang="zh-CN" altLang="en-US" sz="1600" dirty="0">
              <a:solidFill>
                <a:schemeClr val="bg1"/>
              </a:solidFill>
            </a:endParaRPr>
          </a:p>
          <a:p>
            <a:pPr marL="179705"/>
            <a:r>
              <a:rPr lang="zh-CN" altLang="en-US" sz="1600" dirty="0">
                <a:solidFill>
                  <a:schemeClr val="bg1"/>
                </a:solidFill>
              </a:rPr>
              <a:t>公司主要面向证券公司、银行、公私募、高校等机构客户提供安全、稳定、可靠的金融软件解决方案，为金融机构建设其投资者行情交易终端、用户信息系统以及客户服务系统等，同时为终端投资者客户提供专业、高效的证券信息服务。</a:t>
            </a:r>
          </a:p>
        </p:txBody>
      </p:sp>
      <p:sp>
        <p:nvSpPr>
          <p:cNvPr id="3" name="文本框 2"/>
          <p:cNvSpPr txBox="1"/>
          <p:nvPr/>
        </p:nvSpPr>
        <p:spPr>
          <a:xfrm>
            <a:off x="431321" y="940255"/>
            <a:ext cx="8315864" cy="646331"/>
          </a:xfrm>
          <a:prstGeom prst="rect">
            <a:avLst/>
          </a:prstGeom>
          <a:noFill/>
        </p:spPr>
        <p:txBody>
          <a:bodyPr wrap="square" rtlCol="0" anchor="t">
            <a:spAutoFit/>
          </a:bodyPr>
          <a:lstStyle/>
          <a:p>
            <a:r>
              <a:rPr lang="zh-CN" altLang="en-US" dirty="0">
                <a:latin typeface="+mj-ea"/>
                <a:ea typeface="+mj-ea"/>
              </a:rPr>
              <a:t>“通达信软件”是深圳市财富趋势科技股份有限公司旗下著名软件品牌。</a:t>
            </a:r>
            <a:endParaRPr lang="en-US" altLang="zh-CN" dirty="0">
              <a:latin typeface="+mj-ea"/>
              <a:ea typeface="+mj-ea"/>
            </a:endParaRPr>
          </a:p>
          <a:p>
            <a:endParaRPr lang="en-US" altLang="zh-CN" dirty="0">
              <a:latin typeface="+mj-ea"/>
              <a:ea typeface="+mj-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47802" y="373697"/>
            <a:ext cx="6854747" cy="460375"/>
          </a:xfrm>
        </p:spPr>
        <p:txBody>
          <a:bodyPr>
            <a:normAutofit/>
          </a:bodyPr>
          <a:lstStyle/>
          <a:p>
            <a:r>
              <a:rPr lang="en-US" altLang="zh-CN" sz="2500" dirty="0"/>
              <a:t>2.  </a:t>
            </a:r>
            <a:r>
              <a:rPr lang="zh-CN" altLang="en-US" sz="2500" dirty="0"/>
              <a:t>市场地位</a:t>
            </a:r>
          </a:p>
        </p:txBody>
      </p:sp>
      <p:pic>
        <p:nvPicPr>
          <p:cNvPr id="5" name="内容占位符 4"/>
          <p:cNvPicPr>
            <a:picLocks noGrp="1" noChangeAspect="1"/>
          </p:cNvPicPr>
          <p:nvPr>
            <p:ph sz="quarter" idx="10"/>
            <p:custDataLst>
              <p:tags r:id="rId2"/>
            </p:custDataLst>
          </p:nvPr>
        </p:nvPicPr>
        <p:blipFill>
          <a:blip r:embed="rId4"/>
          <a:stretch>
            <a:fillRect/>
          </a:stretch>
        </p:blipFill>
        <p:spPr>
          <a:xfrm>
            <a:off x="530860" y="1008380"/>
            <a:ext cx="11009630" cy="5245735"/>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95136" y="1929714"/>
            <a:ext cx="1663392" cy="726440"/>
          </a:xfrm>
        </p:spPr>
        <p:txBody>
          <a:bodyPr/>
          <a:lstStyle/>
          <a:p>
            <a:r>
              <a:rPr lang="en-US" altLang="zh-CN" sz="4000" dirty="0"/>
              <a:t>(</a:t>
            </a:r>
            <a:r>
              <a:rPr lang="zh-CN" altLang="en-US" sz="4000" dirty="0"/>
              <a:t>二</a:t>
            </a:r>
            <a:r>
              <a:rPr lang="en-US" altLang="zh-CN" sz="4000" dirty="0"/>
              <a:t>)</a:t>
            </a:r>
          </a:p>
        </p:txBody>
      </p:sp>
      <p:sp>
        <p:nvSpPr>
          <p:cNvPr id="3" name="文本占位符 2"/>
          <p:cNvSpPr>
            <a:spLocks noGrp="1"/>
          </p:cNvSpPr>
          <p:nvPr>
            <p:ph type="body" sz="quarter" idx="11"/>
          </p:nvPr>
        </p:nvSpPr>
        <p:spPr/>
        <p:txBody>
          <a:bodyPr/>
          <a:lstStyle/>
          <a:p>
            <a:r>
              <a:rPr lang="en-US" altLang="zh-CN" dirty="0" err="1"/>
              <a:t>iTendx</a:t>
            </a:r>
            <a:r>
              <a:rPr lang="zh-CN" altLang="en-US" dirty="0"/>
              <a:t>研究终端概览</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sz="quarter" idx="4294967295"/>
            <p:custDataLst>
              <p:tags r:id="rId2"/>
            </p:custDataLst>
          </p:nvPr>
        </p:nvPicPr>
        <p:blipFill>
          <a:blip r:embed="rId5"/>
          <a:stretch>
            <a:fillRect/>
          </a:stretch>
        </p:blipFill>
        <p:spPr>
          <a:xfrm>
            <a:off x="222992" y="1336420"/>
            <a:ext cx="10660380" cy="4785360"/>
          </a:xfrm>
          <a:prstGeom prst="rect">
            <a:avLst/>
          </a:prstGeom>
        </p:spPr>
      </p:pic>
      <p:sp>
        <p:nvSpPr>
          <p:cNvPr id="6" name="文本占位符 1"/>
          <p:cNvSpPr>
            <a:spLocks noGrp="1"/>
          </p:cNvSpPr>
          <p:nvPr>
            <p:custDataLst>
              <p:tags r:id="rId3"/>
            </p:custDataLst>
          </p:nvPr>
        </p:nvSpPr>
        <p:spPr>
          <a:xfrm>
            <a:off x="4357586" y="2280793"/>
            <a:ext cx="6623050" cy="2877804"/>
          </a:xfrm>
          <a:prstGeom prst="rect">
            <a:avLst/>
          </a:prstGeom>
          <a:solidFill>
            <a:srgbClr val="C00000"/>
          </a:solidFill>
        </p:spPr>
        <p:txBody>
          <a:bodyPr anchor="t"/>
          <a:lstStyle>
            <a:lvl1pPr marL="0" indent="0" algn="l" defTabSz="914400" rtl="0" eaLnBrk="1" fontAlgn="auto" latinLnBrk="0" hangingPunct="1">
              <a:lnSpc>
                <a:spcPct val="125000"/>
              </a:lnSpc>
              <a:spcBef>
                <a:spcPts val="1000"/>
              </a:spcBef>
              <a:buFont typeface="Arial" panose="020B0604020202020204" pitchFamily="34" charset="0"/>
              <a:buNone/>
              <a:defRPr kumimoji="1" lang="zh-CN" altLang="en-US" sz="1400" b="0" i="0" u="none" strike="noStrike" kern="1200" cap="none" spc="0" normalizeH="0" baseline="0" noProof="1" dirty="0">
                <a:solidFill>
                  <a:schemeClr val="tx1">
                    <a:lumMod val="85000"/>
                    <a:lumOff val="15000"/>
                  </a:schemeClr>
                </a:solidFill>
                <a:latin typeface="微软雅黑" panose="020B0503020204020204" charset="-122"/>
                <a:ea typeface="微软雅黑" panose="020B0503020204020204" charset="-122"/>
                <a:cs typeface="+mn-cs"/>
                <a:sym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chemeClr val="bg1"/>
                </a:solidFill>
              </a:rPr>
              <a:t>“通达信</a:t>
            </a:r>
            <a:r>
              <a:rPr lang="en-US" altLang="zh-CN" sz="1800" dirty="0" err="1">
                <a:solidFill>
                  <a:schemeClr val="bg1"/>
                </a:solidFill>
              </a:rPr>
              <a:t>iTendx</a:t>
            </a:r>
            <a:r>
              <a:rPr lang="zh-CN" altLang="en-US" sz="1800" dirty="0">
                <a:solidFill>
                  <a:schemeClr val="bg1"/>
                </a:solidFill>
              </a:rPr>
              <a:t>研究终端”由财富趋势出品，是一款集行情、资讯、数据、分析、交易为一体的旗舰级金融终端产品，其内容涵盖了市场、股票、债券、基金、期货、外汇、行业、宏观、资讯、工具、交易等多个重要模块，还集成了包括股票浏览器、宏观行业</a:t>
            </a:r>
            <a:r>
              <a:rPr lang="en-US" altLang="zh-CN" sz="1800" dirty="0">
                <a:solidFill>
                  <a:schemeClr val="bg1"/>
                </a:solidFill>
              </a:rPr>
              <a:t>EDB</a:t>
            </a:r>
            <a:r>
              <a:rPr lang="zh-CN" altLang="en-US" sz="1800" dirty="0">
                <a:solidFill>
                  <a:schemeClr val="bg1"/>
                </a:solidFill>
              </a:rPr>
              <a:t>、深度资料</a:t>
            </a:r>
            <a:r>
              <a:rPr lang="en-US" altLang="zh-CN" sz="1800" dirty="0">
                <a:solidFill>
                  <a:schemeClr val="bg1"/>
                </a:solidFill>
              </a:rPr>
              <a:t>F9</a:t>
            </a:r>
            <a:r>
              <a:rPr lang="zh-CN" altLang="en-US" sz="1800" dirty="0">
                <a:solidFill>
                  <a:schemeClr val="bg1"/>
                </a:solidFill>
              </a:rPr>
              <a:t>、产业链平台、</a:t>
            </a:r>
            <a:r>
              <a:rPr lang="en-US" altLang="zh-CN" sz="1800" dirty="0">
                <a:solidFill>
                  <a:schemeClr val="bg1"/>
                </a:solidFill>
              </a:rPr>
              <a:t>EXCEL</a:t>
            </a:r>
            <a:r>
              <a:rPr lang="zh-CN" altLang="en-US" sz="1800" dirty="0">
                <a:solidFill>
                  <a:schemeClr val="bg1"/>
                </a:solidFill>
              </a:rPr>
              <a:t>插件等在内的多个特色工具。</a:t>
            </a:r>
            <a:endParaRPr lang="zh-CN" altLang="en-US" dirty="0">
              <a:solidFill>
                <a:schemeClr val="bg1"/>
              </a:solidFill>
            </a:endParaRPr>
          </a:p>
        </p:txBody>
      </p:sp>
      <p:sp>
        <p:nvSpPr>
          <p:cNvPr id="3" name="文本框 2"/>
          <p:cNvSpPr txBox="1"/>
          <p:nvPr/>
        </p:nvSpPr>
        <p:spPr>
          <a:xfrm>
            <a:off x="271625" y="700611"/>
            <a:ext cx="10660379" cy="646331"/>
          </a:xfrm>
          <a:prstGeom prst="rect">
            <a:avLst/>
          </a:prstGeom>
          <a:noFill/>
        </p:spPr>
        <p:txBody>
          <a:bodyPr wrap="square" rtlCol="0" anchor="t">
            <a:spAutoFit/>
          </a:bodyPr>
          <a:lstStyle/>
          <a:p>
            <a:r>
              <a:rPr lang="zh-CN" altLang="en-US" sz="2000" b="1" dirty="0">
                <a:latin typeface="+mj-ea"/>
                <a:ea typeface="+mj-ea"/>
              </a:rPr>
              <a:t>“通达信</a:t>
            </a:r>
            <a:r>
              <a:rPr lang="en-US" altLang="zh-CN" sz="2000" b="1" dirty="0" err="1">
                <a:latin typeface="+mj-ea"/>
                <a:ea typeface="+mj-ea"/>
              </a:rPr>
              <a:t>iTendx</a:t>
            </a:r>
            <a:r>
              <a:rPr lang="zh-CN" altLang="en-US" sz="2000" b="1" dirty="0">
                <a:latin typeface="+mj-ea"/>
                <a:ea typeface="+mj-ea"/>
              </a:rPr>
              <a:t>研究终端”是通达信软件大家族的</a:t>
            </a:r>
            <a:r>
              <a:rPr lang="zh-CN" altLang="en-US" sz="2000" b="1">
                <a:latin typeface="+mj-ea"/>
                <a:ea typeface="+mj-ea"/>
              </a:rPr>
              <a:t>重要旗舰级产品</a:t>
            </a:r>
            <a:r>
              <a:rPr lang="zh-CN" altLang="en-US" sz="2000" b="1" dirty="0">
                <a:latin typeface="+mj-ea"/>
                <a:ea typeface="+mj-ea"/>
              </a:rPr>
              <a:t>。</a:t>
            </a:r>
            <a:endParaRPr lang="en-US" altLang="zh-CN" sz="2000" b="1" dirty="0">
              <a:latin typeface="+mj-ea"/>
              <a:ea typeface="+mj-ea"/>
            </a:endParaRPr>
          </a:p>
          <a:p>
            <a:endParaRPr lang="en-US" altLang="zh-CN" sz="1600" dirty="0">
              <a:latin typeface="+mj-ea"/>
              <a:ea typeface="+mj-ea"/>
            </a:endParaRPr>
          </a:p>
        </p:txBody>
      </p:sp>
    </p:spTree>
    <p:custDataLst>
      <p:tags r:id="rId1"/>
    </p:custDataLst>
    <p:extLst>
      <p:ext uri="{BB962C8B-B14F-4D97-AF65-F5344CB8AC3E}">
        <p14:creationId xmlns:p14="http://schemas.microsoft.com/office/powerpoint/2010/main" val="3478058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a:xfrm>
            <a:off x="809795" y="828322"/>
            <a:ext cx="3874770" cy="383540"/>
          </a:xfrm>
        </p:spPr>
        <p:txBody>
          <a:bodyPr>
            <a:normAutofit fontScale="95000"/>
          </a:bodyPr>
          <a:lstStyle/>
          <a:p>
            <a:pPr algn="l"/>
            <a:r>
              <a:rPr lang="en-US" altLang="zh-CN" dirty="0"/>
              <a:t>1.</a:t>
            </a:r>
            <a:r>
              <a:rPr lang="zh-CN" altLang="en-US" dirty="0"/>
              <a:t>行情与看盘</a:t>
            </a:r>
          </a:p>
        </p:txBody>
      </p:sp>
      <p:sp>
        <p:nvSpPr>
          <p:cNvPr id="4" name="文本占位符 3"/>
          <p:cNvSpPr>
            <a:spLocks noGrp="1"/>
          </p:cNvSpPr>
          <p:nvPr>
            <p:ph type="body" sz="quarter" idx="14"/>
          </p:nvPr>
        </p:nvSpPr>
        <p:spPr>
          <a:xfrm>
            <a:off x="807255" y="2809072"/>
            <a:ext cx="3877310" cy="383540"/>
          </a:xfrm>
        </p:spPr>
        <p:txBody>
          <a:bodyPr>
            <a:normAutofit lnSpcReduction="10000"/>
          </a:bodyPr>
          <a:lstStyle/>
          <a:p>
            <a:pPr algn="l"/>
            <a:r>
              <a:rPr lang="en-US" altLang="zh-CN" dirty="0"/>
              <a:t>2.</a:t>
            </a:r>
            <a:r>
              <a:rPr lang="zh-CN" altLang="en-US" dirty="0"/>
              <a:t>资讯与研报</a:t>
            </a:r>
          </a:p>
        </p:txBody>
      </p:sp>
      <p:sp>
        <p:nvSpPr>
          <p:cNvPr id="5" name="文本占位符 4"/>
          <p:cNvSpPr>
            <a:spLocks noGrp="1"/>
          </p:cNvSpPr>
          <p:nvPr>
            <p:ph type="body" sz="quarter" idx="16"/>
          </p:nvPr>
        </p:nvSpPr>
        <p:spPr>
          <a:xfrm>
            <a:off x="7526344" y="875099"/>
            <a:ext cx="3885565" cy="383540"/>
          </a:xfrm>
        </p:spPr>
        <p:txBody>
          <a:bodyPr>
            <a:normAutofit lnSpcReduction="10000"/>
          </a:bodyPr>
          <a:lstStyle/>
          <a:p>
            <a:r>
              <a:rPr lang="en-US" altLang="zh-CN" dirty="0">
                <a:sym typeface="+mn-ea"/>
              </a:rPr>
              <a:t>4.</a:t>
            </a:r>
            <a:r>
              <a:rPr lang="zh-CN" altLang="en-US" dirty="0">
                <a:sym typeface="+mn-ea"/>
              </a:rPr>
              <a:t>分析</a:t>
            </a:r>
            <a:endParaRPr dirty="0">
              <a:sym typeface="+mn-ea"/>
            </a:endParaRPr>
          </a:p>
        </p:txBody>
      </p:sp>
      <p:sp>
        <p:nvSpPr>
          <p:cNvPr id="6" name="文本占位符 5"/>
          <p:cNvSpPr>
            <a:spLocks noGrp="1"/>
          </p:cNvSpPr>
          <p:nvPr>
            <p:ph type="body" sz="quarter" idx="18"/>
          </p:nvPr>
        </p:nvSpPr>
        <p:spPr>
          <a:xfrm>
            <a:off x="7559357" y="4838782"/>
            <a:ext cx="3886835" cy="383540"/>
          </a:xfrm>
        </p:spPr>
        <p:txBody>
          <a:bodyPr>
            <a:normAutofit fontScale="95000"/>
          </a:bodyPr>
          <a:lstStyle/>
          <a:p>
            <a:r>
              <a:rPr lang="en-US" altLang="zh-CN" dirty="0">
                <a:latin typeface="微软雅黑" panose="020B0503020204020204" charset="-122"/>
                <a:ea typeface="微软雅黑" panose="020B0503020204020204" charset="-122"/>
              </a:rPr>
              <a:t>6.</a:t>
            </a:r>
            <a:r>
              <a:rPr lang="zh-CN" altLang="en-US" dirty="0">
                <a:latin typeface="微软雅黑" panose="020B0503020204020204" charset="-122"/>
                <a:ea typeface="微软雅黑" panose="020B0503020204020204" charset="-122"/>
              </a:rPr>
              <a:t>智能与</a:t>
            </a:r>
            <a:r>
              <a:rPr lang="zh-CN" altLang="en-US" dirty="0"/>
              <a:t>便利</a:t>
            </a:r>
          </a:p>
        </p:txBody>
      </p:sp>
      <p:sp>
        <p:nvSpPr>
          <p:cNvPr id="7" name="文本占位符 6"/>
          <p:cNvSpPr>
            <a:spLocks noGrp="1"/>
          </p:cNvSpPr>
          <p:nvPr>
            <p:ph type="body" sz="quarter" idx="20"/>
          </p:nvPr>
        </p:nvSpPr>
        <p:spPr>
          <a:xfrm>
            <a:off x="806303" y="1227862"/>
            <a:ext cx="4850032" cy="1441901"/>
          </a:xfrm>
        </p:spPr>
        <p:txBody>
          <a:bodyPr/>
          <a:lstStyle/>
          <a:p>
            <a:pPr>
              <a:lnSpc>
                <a:spcPct val="100000"/>
              </a:lnSpc>
              <a:spcBef>
                <a:spcPts val="0"/>
              </a:spcBef>
            </a:pPr>
            <a:r>
              <a:rPr lang="zh-CN" altLang="en-US" dirty="0">
                <a:sym typeface="+mn-ea"/>
              </a:rPr>
              <a:t>股票：</a:t>
            </a:r>
            <a:r>
              <a:rPr lang="en-US" altLang="zh-CN" dirty="0">
                <a:sym typeface="+mn-ea"/>
              </a:rPr>
              <a:t>A</a:t>
            </a:r>
            <a:r>
              <a:rPr lang="zh-CN" altLang="en-US" dirty="0">
                <a:sym typeface="+mn-ea"/>
              </a:rPr>
              <a:t>股、</a:t>
            </a:r>
            <a:r>
              <a:rPr lang="en-US" altLang="zh-CN" dirty="0">
                <a:sym typeface="+mn-ea"/>
              </a:rPr>
              <a:t>B</a:t>
            </a:r>
            <a:r>
              <a:rPr lang="zh-CN" altLang="en-US" dirty="0">
                <a:sym typeface="+mn-ea"/>
              </a:rPr>
              <a:t>股、新三板、港股、美股、德股</a:t>
            </a:r>
            <a:endParaRPr lang="en-US" altLang="zh-CN" dirty="0">
              <a:sym typeface="+mn-ea"/>
            </a:endParaRPr>
          </a:p>
          <a:p>
            <a:pPr>
              <a:lnSpc>
                <a:spcPct val="100000"/>
              </a:lnSpc>
              <a:spcBef>
                <a:spcPts val="0"/>
              </a:spcBef>
            </a:pPr>
            <a:r>
              <a:rPr lang="zh-CN" altLang="en-US" dirty="0">
                <a:sym typeface="+mn-ea"/>
              </a:rPr>
              <a:t>基金：</a:t>
            </a:r>
            <a:r>
              <a:rPr lang="en-US" altLang="zh-CN" dirty="0">
                <a:sym typeface="+mn-ea"/>
              </a:rPr>
              <a:t>ETF</a:t>
            </a:r>
            <a:r>
              <a:rPr lang="zh-CN" altLang="en-US" dirty="0">
                <a:sym typeface="+mn-ea"/>
              </a:rPr>
              <a:t>、</a:t>
            </a:r>
            <a:r>
              <a:rPr lang="en-US" altLang="zh-CN" dirty="0">
                <a:sym typeface="+mn-ea"/>
              </a:rPr>
              <a:t>LOF</a:t>
            </a:r>
            <a:r>
              <a:rPr lang="zh-CN" altLang="en-US" dirty="0">
                <a:sym typeface="+mn-ea"/>
              </a:rPr>
              <a:t>、</a:t>
            </a:r>
            <a:r>
              <a:rPr lang="en-US" altLang="zh-CN" dirty="0">
                <a:sym typeface="+mn-ea"/>
              </a:rPr>
              <a:t>REITS</a:t>
            </a:r>
            <a:r>
              <a:rPr lang="zh-CN" altLang="en-US" dirty="0">
                <a:sym typeface="+mn-ea"/>
              </a:rPr>
              <a:t>、定开基金</a:t>
            </a:r>
            <a:endParaRPr lang="en-US" altLang="zh-CN" dirty="0">
              <a:sym typeface="+mn-ea"/>
            </a:endParaRPr>
          </a:p>
          <a:p>
            <a:pPr>
              <a:lnSpc>
                <a:spcPct val="100000"/>
              </a:lnSpc>
              <a:spcBef>
                <a:spcPts val="0"/>
              </a:spcBef>
            </a:pPr>
            <a:r>
              <a:rPr lang="zh-CN" altLang="en-US" dirty="0">
                <a:sym typeface="+mn-ea"/>
              </a:rPr>
              <a:t>债券：利率债、信用债、资金市场、可转债</a:t>
            </a:r>
            <a:endParaRPr lang="en-US" altLang="zh-CN" dirty="0">
              <a:sym typeface="+mn-ea"/>
            </a:endParaRPr>
          </a:p>
          <a:p>
            <a:pPr>
              <a:lnSpc>
                <a:spcPct val="100000"/>
              </a:lnSpc>
              <a:spcBef>
                <a:spcPts val="0"/>
              </a:spcBef>
            </a:pPr>
            <a:r>
              <a:rPr lang="zh-CN" altLang="en-US" dirty="0">
                <a:sym typeface="+mn-ea"/>
              </a:rPr>
              <a:t>衍生品：期货、期权、债券远期、利率互换</a:t>
            </a:r>
            <a:endParaRPr lang="en-US" altLang="zh-CN" dirty="0">
              <a:sym typeface="+mn-ea"/>
            </a:endParaRPr>
          </a:p>
          <a:p>
            <a:pPr>
              <a:lnSpc>
                <a:spcPct val="100000"/>
              </a:lnSpc>
              <a:spcBef>
                <a:spcPts val="0"/>
              </a:spcBef>
            </a:pPr>
            <a:r>
              <a:rPr lang="zh-CN" altLang="en-US" dirty="0">
                <a:sym typeface="+mn-ea"/>
              </a:rPr>
              <a:t>外汇：各类即期、掉期、远期汇率</a:t>
            </a:r>
            <a:endParaRPr lang="en-US" altLang="zh-CN" dirty="0">
              <a:sym typeface="+mn-ea"/>
            </a:endParaRPr>
          </a:p>
        </p:txBody>
      </p:sp>
      <p:sp>
        <p:nvSpPr>
          <p:cNvPr id="8" name="文本占位符 7"/>
          <p:cNvSpPr>
            <a:spLocks noGrp="1"/>
          </p:cNvSpPr>
          <p:nvPr>
            <p:ph type="body" sz="quarter" idx="21"/>
          </p:nvPr>
        </p:nvSpPr>
        <p:spPr>
          <a:xfrm>
            <a:off x="7550785" y="1265530"/>
            <a:ext cx="4649780" cy="1096962"/>
          </a:xfrm>
        </p:spPr>
        <p:txBody>
          <a:bodyPr/>
          <a:lstStyle/>
          <a:p>
            <a:pPr algn="l">
              <a:lnSpc>
                <a:spcPct val="100000"/>
              </a:lnSpc>
              <a:spcBef>
                <a:spcPts val="0"/>
              </a:spcBef>
              <a:buClrTx/>
              <a:buSzTx/>
            </a:pPr>
            <a:r>
              <a:rPr lang="zh-CN" altLang="en-US" dirty="0">
                <a:sym typeface="Lato Light" charset="0"/>
              </a:rPr>
              <a:t>股票分析：技术分析、资金分析、财务分析、风险分析</a:t>
            </a:r>
            <a:endParaRPr lang="en-US" altLang="zh-CN" dirty="0">
              <a:sym typeface="Lato Light" charset="0"/>
            </a:endParaRPr>
          </a:p>
          <a:p>
            <a:pPr algn="l">
              <a:lnSpc>
                <a:spcPct val="100000"/>
              </a:lnSpc>
              <a:spcBef>
                <a:spcPts val="0"/>
              </a:spcBef>
              <a:buClrTx/>
              <a:buSzTx/>
            </a:pPr>
            <a:r>
              <a:rPr lang="zh-CN" altLang="en-US" dirty="0">
                <a:sym typeface="Lato Light" charset="0"/>
              </a:rPr>
              <a:t>债券分析：利率债分析、信用债分析、城投债分析、合理性分析</a:t>
            </a:r>
            <a:endParaRPr lang="en-US" altLang="zh-CN" dirty="0">
              <a:sym typeface="Lato Light" charset="0"/>
            </a:endParaRPr>
          </a:p>
          <a:p>
            <a:pPr algn="l">
              <a:lnSpc>
                <a:spcPct val="100000"/>
              </a:lnSpc>
              <a:spcBef>
                <a:spcPts val="0"/>
              </a:spcBef>
              <a:buClrTx/>
              <a:buSzTx/>
            </a:pPr>
            <a:r>
              <a:rPr lang="zh-CN" altLang="en-US" dirty="0">
                <a:sym typeface="Lato Light" charset="0"/>
              </a:rPr>
              <a:t>基金分析：基金经理分析、基金公司分析、持仓分析、净值分析</a:t>
            </a:r>
            <a:endParaRPr lang="en-US" altLang="zh-CN" dirty="0">
              <a:sym typeface="Lato Light" charset="0"/>
            </a:endParaRPr>
          </a:p>
          <a:p>
            <a:pPr algn="l">
              <a:lnSpc>
                <a:spcPct val="100000"/>
              </a:lnSpc>
              <a:buClrTx/>
              <a:buSzTx/>
            </a:pPr>
            <a:endParaRPr lang="zh-CN" altLang="en-US" dirty="0"/>
          </a:p>
        </p:txBody>
      </p:sp>
      <p:sp>
        <p:nvSpPr>
          <p:cNvPr id="9" name="文本占位符 8"/>
          <p:cNvSpPr>
            <a:spLocks noGrp="1"/>
          </p:cNvSpPr>
          <p:nvPr>
            <p:ph type="body" sz="quarter" idx="22"/>
          </p:nvPr>
        </p:nvSpPr>
        <p:spPr>
          <a:xfrm>
            <a:off x="7576504" y="5210958"/>
            <a:ext cx="3878262" cy="1303770"/>
          </a:xfrm>
        </p:spPr>
        <p:txBody>
          <a:bodyPr/>
          <a:lstStyle/>
          <a:p>
            <a:pPr>
              <a:lnSpc>
                <a:spcPct val="100000"/>
              </a:lnSpc>
              <a:spcBef>
                <a:spcPts val="0"/>
              </a:spcBef>
            </a:pPr>
            <a:r>
              <a:rPr lang="en-US" altLang="zh-CN" dirty="0"/>
              <a:t>Excel</a:t>
            </a:r>
            <a:r>
              <a:rPr lang="zh-CN" altLang="en-US" dirty="0"/>
              <a:t>插件</a:t>
            </a:r>
            <a:endParaRPr lang="en-US" altLang="zh-CN" dirty="0"/>
          </a:p>
          <a:p>
            <a:pPr>
              <a:lnSpc>
                <a:spcPct val="100000"/>
              </a:lnSpc>
              <a:spcBef>
                <a:spcPts val="0"/>
              </a:spcBef>
            </a:pPr>
            <a:r>
              <a:rPr lang="zh-CN" altLang="en-US" dirty="0"/>
              <a:t>股票池、自定义选股、</a:t>
            </a:r>
            <a:r>
              <a:rPr lang="en-US" altLang="zh-CN" dirty="0"/>
              <a:t>AI</a:t>
            </a:r>
            <a:r>
              <a:rPr lang="zh-CN" altLang="en-US" dirty="0"/>
              <a:t>选股</a:t>
            </a:r>
            <a:endParaRPr lang="en-US" altLang="zh-CN" dirty="0"/>
          </a:p>
          <a:p>
            <a:pPr>
              <a:lnSpc>
                <a:spcPct val="100000"/>
              </a:lnSpc>
              <a:spcBef>
                <a:spcPts val="0"/>
              </a:spcBef>
            </a:pPr>
            <a:r>
              <a:rPr lang="zh-CN" altLang="en-US" dirty="0"/>
              <a:t>条件预警</a:t>
            </a:r>
            <a:endParaRPr lang="en-US" altLang="zh-CN" dirty="0"/>
          </a:p>
          <a:p>
            <a:pPr>
              <a:lnSpc>
                <a:spcPct val="100000"/>
              </a:lnSpc>
              <a:spcBef>
                <a:spcPts val="0"/>
              </a:spcBef>
            </a:pPr>
            <a:r>
              <a:rPr lang="zh-CN" altLang="en-US" dirty="0"/>
              <a:t>定制版面、分屏与副屏、自定义看盘风格</a:t>
            </a:r>
            <a:endParaRPr lang="en-US" altLang="zh-CN" dirty="0"/>
          </a:p>
          <a:p>
            <a:pPr>
              <a:lnSpc>
                <a:spcPct val="100000"/>
              </a:lnSpc>
              <a:spcBef>
                <a:spcPts val="0"/>
              </a:spcBef>
            </a:pPr>
            <a:r>
              <a:rPr lang="zh-CN" altLang="en-US" dirty="0"/>
              <a:t>画线工具、电子教鞭</a:t>
            </a:r>
            <a:endParaRPr lang="en-US" altLang="zh-CN" dirty="0"/>
          </a:p>
        </p:txBody>
      </p:sp>
      <p:sp>
        <p:nvSpPr>
          <p:cNvPr id="10" name="文本占位符 9"/>
          <p:cNvSpPr>
            <a:spLocks noGrp="1"/>
          </p:cNvSpPr>
          <p:nvPr>
            <p:ph type="body" sz="quarter" idx="23"/>
          </p:nvPr>
        </p:nvSpPr>
        <p:spPr>
          <a:xfrm>
            <a:off x="806779" y="3148041"/>
            <a:ext cx="3878262" cy="1462933"/>
          </a:xfrm>
        </p:spPr>
        <p:txBody>
          <a:bodyPr/>
          <a:lstStyle/>
          <a:p>
            <a:pPr>
              <a:lnSpc>
                <a:spcPct val="100000"/>
              </a:lnSpc>
              <a:spcBef>
                <a:spcPts val="0"/>
              </a:spcBef>
            </a:pPr>
            <a:r>
              <a:rPr lang="zh-CN" altLang="en-US" dirty="0">
                <a:cs typeface="微软雅黑" panose="020B0503020204020204" charset="-122"/>
                <a:sym typeface="+mn-ea"/>
              </a:rPr>
              <a:t>全市场资讯：</a:t>
            </a:r>
            <a:r>
              <a:rPr lang="en-US" altLang="zh-CN" dirty="0">
                <a:cs typeface="微软雅黑" panose="020B0503020204020204" charset="-122"/>
                <a:sym typeface="+mn-ea"/>
              </a:rPr>
              <a:t>7*24</a:t>
            </a:r>
            <a:r>
              <a:rPr lang="zh-CN" altLang="en-US" dirty="0">
                <a:cs typeface="微软雅黑" panose="020B0503020204020204" charset="-122"/>
                <a:sym typeface="+mn-ea"/>
              </a:rPr>
              <a:t>小时</a:t>
            </a:r>
            <a:endParaRPr lang="en-US" altLang="zh-CN" dirty="0">
              <a:cs typeface="微软雅黑" panose="020B0503020204020204" charset="-122"/>
              <a:sym typeface="+mn-ea"/>
            </a:endParaRPr>
          </a:p>
          <a:p>
            <a:pPr>
              <a:lnSpc>
                <a:spcPct val="100000"/>
              </a:lnSpc>
              <a:spcBef>
                <a:spcPts val="0"/>
              </a:spcBef>
            </a:pPr>
            <a:r>
              <a:rPr lang="zh-CN" altLang="en-US" dirty="0"/>
              <a:t>全市场研报：自定义搜索及</a:t>
            </a:r>
            <a:r>
              <a:rPr lang="en-US" altLang="zh-CN" dirty="0"/>
              <a:t>PDF</a:t>
            </a:r>
            <a:r>
              <a:rPr lang="zh-CN" altLang="en-US" dirty="0"/>
              <a:t>下载</a:t>
            </a:r>
            <a:endParaRPr lang="en-US" altLang="zh-CN" dirty="0"/>
          </a:p>
          <a:p>
            <a:pPr>
              <a:lnSpc>
                <a:spcPct val="100000"/>
              </a:lnSpc>
              <a:spcBef>
                <a:spcPts val="0"/>
              </a:spcBef>
            </a:pPr>
            <a:r>
              <a:rPr lang="zh-CN" altLang="en-US" dirty="0"/>
              <a:t>互动易、路演活动</a:t>
            </a:r>
            <a:endParaRPr lang="en-US" altLang="zh-CN" dirty="0"/>
          </a:p>
          <a:p>
            <a:pPr>
              <a:lnSpc>
                <a:spcPct val="100000"/>
              </a:lnSpc>
              <a:spcBef>
                <a:spcPts val="0"/>
              </a:spcBef>
            </a:pPr>
            <a:r>
              <a:rPr lang="zh-CN" altLang="en-US" dirty="0"/>
              <a:t>舆情监控、法律法规</a:t>
            </a:r>
            <a:endParaRPr lang="en-US" altLang="zh-CN" dirty="0"/>
          </a:p>
        </p:txBody>
      </p:sp>
      <p:sp>
        <p:nvSpPr>
          <p:cNvPr id="11" name="文本占位符 10"/>
          <p:cNvSpPr>
            <a:spLocks noGrp="1"/>
          </p:cNvSpPr>
          <p:nvPr>
            <p:ph type="body" sz="quarter" idx="24"/>
          </p:nvPr>
        </p:nvSpPr>
        <p:spPr>
          <a:xfrm>
            <a:off x="7567931" y="2809072"/>
            <a:ext cx="3886835" cy="383540"/>
          </a:xfrm>
        </p:spPr>
        <p:txBody>
          <a:bodyPr>
            <a:normAutofit fontScale="95000"/>
          </a:bodyPr>
          <a:lstStyle/>
          <a:p>
            <a:r>
              <a:rPr lang="en-US" altLang="zh-CN" dirty="0"/>
              <a:t>5.</a:t>
            </a:r>
            <a:r>
              <a:rPr lang="zh-CN" altLang="en-US" dirty="0"/>
              <a:t>板块、主题与行业</a:t>
            </a:r>
          </a:p>
        </p:txBody>
      </p:sp>
      <p:sp>
        <p:nvSpPr>
          <p:cNvPr id="12" name="文本占位符 11"/>
          <p:cNvSpPr>
            <a:spLocks noGrp="1"/>
          </p:cNvSpPr>
          <p:nvPr>
            <p:ph type="body" sz="quarter" idx="25"/>
          </p:nvPr>
        </p:nvSpPr>
        <p:spPr>
          <a:xfrm>
            <a:off x="7567931" y="3148041"/>
            <a:ext cx="4517569" cy="1096962"/>
          </a:xfrm>
        </p:spPr>
        <p:txBody>
          <a:bodyPr/>
          <a:lstStyle/>
          <a:p>
            <a:pPr>
              <a:lnSpc>
                <a:spcPct val="100000"/>
              </a:lnSpc>
              <a:spcBef>
                <a:spcPts val="0"/>
              </a:spcBef>
            </a:pPr>
            <a:r>
              <a:rPr lang="zh-CN" altLang="en-US" dirty="0">
                <a:sym typeface="+mn-ea"/>
              </a:rPr>
              <a:t>板块地图、板块云图</a:t>
            </a:r>
            <a:endParaRPr lang="en-US" altLang="zh-CN" dirty="0">
              <a:sym typeface="+mn-ea"/>
            </a:endParaRPr>
          </a:p>
          <a:p>
            <a:pPr>
              <a:lnSpc>
                <a:spcPct val="100000"/>
              </a:lnSpc>
              <a:spcBef>
                <a:spcPts val="0"/>
              </a:spcBef>
            </a:pPr>
            <a:r>
              <a:rPr lang="zh-CN" altLang="en-US" dirty="0">
                <a:sym typeface="+mn-ea"/>
              </a:rPr>
              <a:t>主题库、主题投资</a:t>
            </a:r>
            <a:endParaRPr lang="en-US" altLang="zh-CN" dirty="0">
              <a:sym typeface="+mn-ea"/>
            </a:endParaRPr>
          </a:p>
          <a:p>
            <a:pPr>
              <a:lnSpc>
                <a:spcPct val="100000"/>
              </a:lnSpc>
              <a:spcBef>
                <a:spcPts val="0"/>
              </a:spcBef>
            </a:pPr>
            <a:r>
              <a:rPr lang="zh-CN" altLang="en-US" dirty="0">
                <a:sym typeface="+mn-ea"/>
              </a:rPr>
              <a:t>通达信行业分类、行业经济数据、行业对比分析、行业数据专题</a:t>
            </a:r>
            <a:endParaRPr lang="en-US" altLang="zh-CN" dirty="0">
              <a:sym typeface="+mn-ea"/>
            </a:endParaRPr>
          </a:p>
          <a:p>
            <a:pPr>
              <a:lnSpc>
                <a:spcPct val="100000"/>
              </a:lnSpc>
              <a:spcBef>
                <a:spcPts val="0"/>
              </a:spcBef>
            </a:pPr>
            <a:r>
              <a:rPr lang="zh-CN" altLang="en-US" dirty="0">
                <a:sym typeface="+mn-ea"/>
              </a:rPr>
              <a:t>产业链平台</a:t>
            </a:r>
            <a:endParaRPr lang="en-US" altLang="zh-CN" dirty="0">
              <a:sym typeface="+mn-ea"/>
            </a:endParaRPr>
          </a:p>
        </p:txBody>
      </p:sp>
      <p:sp>
        <p:nvSpPr>
          <p:cNvPr id="13" name="文本占位符 12"/>
          <p:cNvSpPr>
            <a:spLocks noGrp="1"/>
          </p:cNvSpPr>
          <p:nvPr>
            <p:ph type="body" sz="quarter" idx="26"/>
          </p:nvPr>
        </p:nvSpPr>
        <p:spPr>
          <a:xfrm>
            <a:off x="806303" y="4889558"/>
            <a:ext cx="3672866" cy="383540"/>
          </a:xfrm>
        </p:spPr>
        <p:txBody>
          <a:bodyPr>
            <a:normAutofit lnSpcReduction="10000"/>
          </a:bodyPr>
          <a:lstStyle/>
          <a:p>
            <a:pPr algn="l"/>
            <a:r>
              <a:rPr lang="en-US" altLang="zh-CN" dirty="0">
                <a:sym typeface="+mn-ea"/>
              </a:rPr>
              <a:t>3.</a:t>
            </a:r>
            <a:r>
              <a:rPr lang="zh-CN" altLang="en-US" dirty="0">
                <a:sym typeface="+mn-ea"/>
              </a:rPr>
              <a:t>大数据</a:t>
            </a:r>
            <a:endParaRPr lang="zh-CN" altLang="en-US" dirty="0"/>
          </a:p>
        </p:txBody>
      </p:sp>
      <p:sp>
        <p:nvSpPr>
          <p:cNvPr id="14" name="文本占位符 13"/>
          <p:cNvSpPr>
            <a:spLocks noGrp="1"/>
          </p:cNvSpPr>
          <p:nvPr>
            <p:ph type="body" sz="quarter" idx="27"/>
          </p:nvPr>
        </p:nvSpPr>
        <p:spPr>
          <a:xfrm>
            <a:off x="806303" y="5210958"/>
            <a:ext cx="4749108" cy="1096962"/>
          </a:xfrm>
        </p:spPr>
        <p:txBody>
          <a:bodyPr/>
          <a:lstStyle/>
          <a:p>
            <a:pPr>
              <a:lnSpc>
                <a:spcPct val="100000"/>
              </a:lnSpc>
              <a:spcBef>
                <a:spcPts val="0"/>
              </a:spcBef>
            </a:pPr>
            <a:r>
              <a:rPr lang="zh-CN" altLang="en-US" dirty="0"/>
              <a:t>宏观行业</a:t>
            </a:r>
            <a:r>
              <a:rPr lang="en-US" altLang="zh-CN" dirty="0"/>
              <a:t>EDB</a:t>
            </a:r>
            <a:r>
              <a:rPr lang="zh-CN" altLang="en-US" dirty="0"/>
              <a:t>：</a:t>
            </a:r>
            <a:r>
              <a:rPr lang="zh-CN" altLang="en-US" dirty="0">
                <a:cs typeface="微软雅黑" panose="020B0503020204020204" charset="-122"/>
                <a:sym typeface="+mn-ea"/>
              </a:rPr>
              <a:t>近</a:t>
            </a:r>
            <a:r>
              <a:rPr lang="en-US" altLang="zh-CN" dirty="0">
                <a:cs typeface="微软雅黑" panose="020B0503020204020204" charset="-122"/>
                <a:sym typeface="+mn-ea"/>
              </a:rPr>
              <a:t>200</a:t>
            </a:r>
            <a:r>
              <a:rPr lang="zh-CN" altLang="en-US" dirty="0">
                <a:cs typeface="微软雅黑" panose="020B0503020204020204" charset="-122"/>
                <a:sym typeface="+mn-ea"/>
              </a:rPr>
              <a:t>万指标数据随心查</a:t>
            </a:r>
            <a:endParaRPr lang="en-US" altLang="zh-CN" dirty="0"/>
          </a:p>
          <a:p>
            <a:pPr>
              <a:lnSpc>
                <a:spcPct val="100000"/>
              </a:lnSpc>
              <a:spcBef>
                <a:spcPts val="0"/>
              </a:spcBef>
            </a:pPr>
            <a:r>
              <a:rPr lang="zh-CN" altLang="en-US" dirty="0"/>
              <a:t>股票</a:t>
            </a:r>
            <a:r>
              <a:rPr lang="en-US" altLang="zh-CN" dirty="0"/>
              <a:t>/</a:t>
            </a:r>
            <a:r>
              <a:rPr lang="zh-CN" altLang="en-US" dirty="0"/>
              <a:t>债券</a:t>
            </a:r>
            <a:r>
              <a:rPr lang="en-US" altLang="zh-CN" dirty="0"/>
              <a:t>/</a:t>
            </a:r>
            <a:r>
              <a:rPr lang="zh-CN" altLang="en-US" dirty="0"/>
              <a:t>基金浏览器：自定义提取任意数据</a:t>
            </a:r>
            <a:endParaRPr lang="en-US" altLang="zh-CN" dirty="0"/>
          </a:p>
          <a:p>
            <a:pPr>
              <a:lnSpc>
                <a:spcPct val="100000"/>
              </a:lnSpc>
              <a:spcBef>
                <a:spcPts val="0"/>
              </a:spcBef>
            </a:pPr>
            <a:r>
              <a:rPr lang="zh-CN" altLang="en-US" dirty="0"/>
              <a:t>深度资料</a:t>
            </a:r>
            <a:r>
              <a:rPr lang="en-US" altLang="zh-CN" dirty="0"/>
              <a:t>F9</a:t>
            </a:r>
            <a:r>
              <a:rPr lang="zh-CN" altLang="en-US" dirty="0"/>
              <a:t>：全方位挖掘深度资料、图文对比</a:t>
            </a:r>
            <a:endParaRPr lang="en-US" altLang="zh-CN" dirty="0"/>
          </a:p>
          <a:p>
            <a:pPr>
              <a:lnSpc>
                <a:spcPct val="100000"/>
              </a:lnSpc>
              <a:spcBef>
                <a:spcPts val="0"/>
              </a:spcBef>
            </a:pPr>
            <a:r>
              <a:rPr lang="zh-CN" altLang="en-US" dirty="0"/>
              <a:t>各类专题：股票专题、债券专题、理财专题、行业专题</a:t>
            </a:r>
            <a:endParaRPr lang="en-US" altLang="zh-CN" dirty="0"/>
          </a:p>
          <a:p>
            <a:pPr>
              <a:lnSpc>
                <a:spcPct val="100000"/>
              </a:lnSpc>
              <a:spcBef>
                <a:spcPts val="0"/>
              </a:spcBef>
            </a:pPr>
            <a:r>
              <a:rPr lang="zh-CN" altLang="en-US" dirty="0"/>
              <a:t>启金宝：</a:t>
            </a:r>
            <a:r>
              <a:rPr lang="en-US" altLang="zh-CN" dirty="0"/>
              <a:t>5000</a:t>
            </a:r>
            <a:r>
              <a:rPr lang="zh-CN" altLang="en-US" dirty="0"/>
              <a:t>万</a:t>
            </a:r>
            <a:r>
              <a:rPr lang="en-US" altLang="zh-CN" dirty="0"/>
              <a:t>+</a:t>
            </a:r>
            <a:r>
              <a:rPr lang="zh-CN" altLang="en-US" dirty="0"/>
              <a:t>企业和</a:t>
            </a:r>
            <a:r>
              <a:rPr lang="en-US" altLang="zh-CN" dirty="0"/>
              <a:t>2.6</a:t>
            </a:r>
            <a:r>
              <a:rPr lang="zh-CN" altLang="en-US" dirty="0"/>
              <a:t>亿</a:t>
            </a:r>
            <a:r>
              <a:rPr lang="en-US" altLang="zh-CN" dirty="0"/>
              <a:t>+</a:t>
            </a:r>
            <a:r>
              <a:rPr lang="zh-CN" altLang="en-US" dirty="0"/>
              <a:t>个体工商户信息</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781691" y="3960495"/>
            <a:ext cx="1981559" cy="726440"/>
          </a:xfrm>
        </p:spPr>
        <p:txBody>
          <a:bodyPr/>
          <a:lstStyle/>
          <a:p>
            <a:r>
              <a:rPr lang="en-US" altLang="zh-CN" sz="6000" dirty="0"/>
              <a:t>01</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990000"/>
                </a:solidFill>
              </a:rPr>
              <a:t>行情与看盘</a:t>
            </a:r>
          </a:p>
        </p:txBody>
      </p:sp>
    </p:spTree>
    <p:extLst>
      <p:ext uri="{BB962C8B-B14F-4D97-AF65-F5344CB8AC3E}">
        <p14:creationId xmlns:p14="http://schemas.microsoft.com/office/powerpoint/2010/main" val="3186093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31AC58B-25CA-69AD-E1A9-C000883D58BC}"/>
              </a:ext>
            </a:extLst>
          </p:cNvPr>
          <p:cNvPicPr>
            <a:picLocks noChangeAspect="1"/>
          </p:cNvPicPr>
          <p:nvPr/>
        </p:nvPicPr>
        <p:blipFill>
          <a:blip r:embed="rId3"/>
          <a:stretch>
            <a:fillRect/>
          </a:stretch>
        </p:blipFill>
        <p:spPr>
          <a:xfrm>
            <a:off x="566521" y="888520"/>
            <a:ext cx="11020578" cy="5969479"/>
          </a:xfrm>
          <a:prstGeom prst="rect">
            <a:avLst/>
          </a:prstGeom>
        </p:spPr>
      </p:pic>
    </p:spTree>
    <p:custDataLst>
      <p:tags r:id="rId1"/>
    </p:custDataLst>
    <p:extLst>
      <p:ext uri="{BB962C8B-B14F-4D97-AF65-F5344CB8AC3E}">
        <p14:creationId xmlns:p14="http://schemas.microsoft.com/office/powerpoint/2010/main" val="22458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8722077" cy="460375"/>
          </a:xfrm>
        </p:spPr>
        <p:txBody>
          <a:bodyPr>
            <a:normAutofit fontScale="90000"/>
          </a:bodyPr>
          <a:lstStyle/>
          <a:p>
            <a:r>
              <a:rPr lang="en-US" altLang="zh-CN" dirty="0"/>
              <a:t>1-1 </a:t>
            </a:r>
            <a:r>
              <a:rPr dirty="0"/>
              <a:t>行情</a:t>
            </a:r>
            <a:r>
              <a:rPr lang="en-US" altLang="zh-CN" dirty="0"/>
              <a:t>-</a:t>
            </a:r>
            <a:r>
              <a:rPr lang="zh-CN" altLang="en-US" dirty="0"/>
              <a:t>股票（</a:t>
            </a:r>
            <a:r>
              <a:rPr lang="en-US" altLang="zh-CN" dirty="0"/>
              <a:t>A</a:t>
            </a:r>
            <a:r>
              <a:rPr lang="zh-CN" altLang="en-US" dirty="0"/>
              <a:t>股、</a:t>
            </a:r>
            <a:r>
              <a:rPr lang="en-US" altLang="zh-CN" dirty="0"/>
              <a:t>B</a:t>
            </a:r>
            <a:r>
              <a:rPr lang="zh-CN" altLang="en-US" dirty="0"/>
              <a:t>股、新三板、港股、美股、德股等）</a:t>
            </a:r>
            <a:endParaRPr dirty="0"/>
          </a:p>
        </p:txBody>
      </p:sp>
      <p:pic>
        <p:nvPicPr>
          <p:cNvPr id="3" name="图片 2"/>
          <p:cNvPicPr>
            <a:picLocks noChangeAspect="1"/>
          </p:cNvPicPr>
          <p:nvPr/>
        </p:nvPicPr>
        <p:blipFill>
          <a:blip r:embed="rId3"/>
          <a:stretch>
            <a:fillRect/>
          </a:stretch>
        </p:blipFill>
        <p:spPr>
          <a:xfrm>
            <a:off x="490934" y="978926"/>
            <a:ext cx="5450914" cy="2834476"/>
          </a:xfrm>
          <a:prstGeom prst="rect">
            <a:avLst/>
          </a:prstGeom>
        </p:spPr>
      </p:pic>
      <p:pic>
        <p:nvPicPr>
          <p:cNvPr id="2" name="图片 1">
            <a:extLst>
              <a:ext uri="{FF2B5EF4-FFF2-40B4-BE49-F238E27FC236}">
                <a16:creationId xmlns:a16="http://schemas.microsoft.com/office/drawing/2014/main" id="{F62D3926-1A56-6B6C-60C8-E9113F2B3518}"/>
              </a:ext>
            </a:extLst>
          </p:cNvPr>
          <p:cNvPicPr>
            <a:picLocks noChangeAspect="1"/>
          </p:cNvPicPr>
          <p:nvPr/>
        </p:nvPicPr>
        <p:blipFill>
          <a:blip r:embed="rId4"/>
          <a:stretch>
            <a:fillRect/>
          </a:stretch>
        </p:blipFill>
        <p:spPr>
          <a:xfrm>
            <a:off x="6458103" y="978926"/>
            <a:ext cx="5242963" cy="2834476"/>
          </a:xfrm>
          <a:prstGeom prst="rect">
            <a:avLst/>
          </a:prstGeom>
        </p:spPr>
      </p:pic>
      <p:pic>
        <p:nvPicPr>
          <p:cNvPr id="5" name="图片 4">
            <a:extLst>
              <a:ext uri="{FF2B5EF4-FFF2-40B4-BE49-F238E27FC236}">
                <a16:creationId xmlns:a16="http://schemas.microsoft.com/office/drawing/2014/main" id="{FD532B35-B286-BA23-E21A-192A2227581C}"/>
              </a:ext>
            </a:extLst>
          </p:cNvPr>
          <p:cNvPicPr>
            <a:picLocks noChangeAspect="1"/>
          </p:cNvPicPr>
          <p:nvPr/>
        </p:nvPicPr>
        <p:blipFill>
          <a:blip r:embed="rId5"/>
          <a:stretch>
            <a:fillRect/>
          </a:stretch>
        </p:blipFill>
        <p:spPr>
          <a:xfrm>
            <a:off x="490934" y="3908260"/>
            <a:ext cx="5450914" cy="2949740"/>
          </a:xfrm>
          <a:prstGeom prst="rect">
            <a:avLst/>
          </a:prstGeom>
        </p:spPr>
      </p:pic>
      <p:pic>
        <p:nvPicPr>
          <p:cNvPr id="7" name="图片 6">
            <a:extLst>
              <a:ext uri="{FF2B5EF4-FFF2-40B4-BE49-F238E27FC236}">
                <a16:creationId xmlns:a16="http://schemas.microsoft.com/office/drawing/2014/main" id="{9FA8D10E-53EF-493B-B4D4-83425C66D5C3}"/>
              </a:ext>
            </a:extLst>
          </p:cNvPr>
          <p:cNvPicPr>
            <a:picLocks noChangeAspect="1"/>
          </p:cNvPicPr>
          <p:nvPr/>
        </p:nvPicPr>
        <p:blipFill>
          <a:blip r:embed="rId6"/>
          <a:stretch>
            <a:fillRect/>
          </a:stretch>
        </p:blipFill>
        <p:spPr>
          <a:xfrm>
            <a:off x="6458103" y="3908260"/>
            <a:ext cx="5242963" cy="294974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1-2 </a:t>
            </a:r>
            <a:r>
              <a:rPr dirty="0"/>
              <a:t>行情</a:t>
            </a:r>
            <a:r>
              <a:rPr lang="en-US" altLang="zh-CN" dirty="0"/>
              <a:t>-</a:t>
            </a:r>
            <a:r>
              <a:rPr lang="zh-CN" altLang="en-US" dirty="0"/>
              <a:t>基金（</a:t>
            </a:r>
            <a:r>
              <a:rPr lang="en-US" altLang="zh-CN" dirty="0"/>
              <a:t>EFT</a:t>
            </a:r>
            <a:r>
              <a:rPr lang="zh-CN" altLang="en-US" dirty="0"/>
              <a:t>基金、</a:t>
            </a:r>
            <a:r>
              <a:rPr lang="en-US" altLang="zh-CN" dirty="0"/>
              <a:t>LOF</a:t>
            </a:r>
            <a:r>
              <a:rPr lang="zh-CN" altLang="en-US" dirty="0"/>
              <a:t>基金、</a:t>
            </a:r>
            <a:r>
              <a:rPr lang="en-US" altLang="zh-CN" dirty="0"/>
              <a:t>REITS</a:t>
            </a:r>
            <a:r>
              <a:rPr lang="zh-CN" altLang="en-US" dirty="0"/>
              <a:t>等）</a:t>
            </a:r>
            <a:endParaRPr dirty="0"/>
          </a:p>
        </p:txBody>
      </p:sp>
      <p:pic>
        <p:nvPicPr>
          <p:cNvPr id="6" name="图片 5">
            <a:extLst>
              <a:ext uri="{FF2B5EF4-FFF2-40B4-BE49-F238E27FC236}">
                <a16:creationId xmlns:a16="http://schemas.microsoft.com/office/drawing/2014/main" id="{AAAA53F2-B296-B296-68BB-DFFAA4F7DD83}"/>
              </a:ext>
            </a:extLst>
          </p:cNvPr>
          <p:cNvPicPr>
            <a:picLocks noChangeAspect="1"/>
          </p:cNvPicPr>
          <p:nvPr/>
        </p:nvPicPr>
        <p:blipFill>
          <a:blip r:embed="rId3"/>
          <a:stretch>
            <a:fillRect/>
          </a:stretch>
        </p:blipFill>
        <p:spPr>
          <a:xfrm>
            <a:off x="551319" y="929298"/>
            <a:ext cx="5196536" cy="2820204"/>
          </a:xfrm>
          <a:prstGeom prst="rect">
            <a:avLst/>
          </a:prstGeom>
        </p:spPr>
      </p:pic>
      <p:pic>
        <p:nvPicPr>
          <p:cNvPr id="8" name="图片 7">
            <a:extLst>
              <a:ext uri="{FF2B5EF4-FFF2-40B4-BE49-F238E27FC236}">
                <a16:creationId xmlns:a16="http://schemas.microsoft.com/office/drawing/2014/main" id="{3B178517-1318-C0D9-A0A0-EA4BB199B54B}"/>
              </a:ext>
            </a:extLst>
          </p:cNvPr>
          <p:cNvPicPr>
            <a:picLocks noChangeAspect="1"/>
          </p:cNvPicPr>
          <p:nvPr/>
        </p:nvPicPr>
        <p:blipFill>
          <a:blip r:embed="rId4"/>
          <a:stretch>
            <a:fillRect/>
          </a:stretch>
        </p:blipFill>
        <p:spPr>
          <a:xfrm>
            <a:off x="6365735" y="929298"/>
            <a:ext cx="5196537" cy="2777650"/>
          </a:xfrm>
          <a:prstGeom prst="rect">
            <a:avLst/>
          </a:prstGeom>
        </p:spPr>
      </p:pic>
      <p:pic>
        <p:nvPicPr>
          <p:cNvPr id="10" name="图片 9">
            <a:extLst>
              <a:ext uri="{FF2B5EF4-FFF2-40B4-BE49-F238E27FC236}">
                <a16:creationId xmlns:a16="http://schemas.microsoft.com/office/drawing/2014/main" id="{D03A8F58-F90D-F064-2415-02F2D63D3465}"/>
              </a:ext>
            </a:extLst>
          </p:cNvPr>
          <p:cNvPicPr>
            <a:picLocks noChangeAspect="1"/>
          </p:cNvPicPr>
          <p:nvPr/>
        </p:nvPicPr>
        <p:blipFill>
          <a:blip r:embed="rId5"/>
          <a:stretch>
            <a:fillRect/>
          </a:stretch>
        </p:blipFill>
        <p:spPr>
          <a:xfrm>
            <a:off x="551319" y="3959580"/>
            <a:ext cx="5196536" cy="2820204"/>
          </a:xfrm>
          <a:prstGeom prst="rect">
            <a:avLst/>
          </a:prstGeom>
        </p:spPr>
      </p:pic>
      <p:pic>
        <p:nvPicPr>
          <p:cNvPr id="12" name="图片 11">
            <a:extLst>
              <a:ext uri="{FF2B5EF4-FFF2-40B4-BE49-F238E27FC236}">
                <a16:creationId xmlns:a16="http://schemas.microsoft.com/office/drawing/2014/main" id="{24B71C4E-AE00-3D9A-A7FC-2C972603B128}"/>
              </a:ext>
            </a:extLst>
          </p:cNvPr>
          <p:cNvPicPr>
            <a:picLocks noChangeAspect="1"/>
          </p:cNvPicPr>
          <p:nvPr/>
        </p:nvPicPr>
        <p:blipFill>
          <a:blip r:embed="rId6"/>
          <a:stretch>
            <a:fillRect/>
          </a:stretch>
        </p:blipFill>
        <p:spPr>
          <a:xfrm>
            <a:off x="6365735" y="3959580"/>
            <a:ext cx="5196537" cy="2820204"/>
          </a:xfrm>
          <a:prstGeom prst="rect">
            <a:avLst/>
          </a:prstGeom>
        </p:spPr>
      </p:pic>
    </p:spTree>
    <p:custDataLst>
      <p:tags r:id="rId1"/>
    </p:custDataLst>
    <p:extLst>
      <p:ext uri="{BB962C8B-B14F-4D97-AF65-F5344CB8AC3E}">
        <p14:creationId xmlns:p14="http://schemas.microsoft.com/office/powerpoint/2010/main" val="2711854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9463949" cy="460375"/>
          </a:xfrm>
        </p:spPr>
        <p:txBody>
          <a:bodyPr>
            <a:normAutofit fontScale="90000"/>
          </a:bodyPr>
          <a:lstStyle/>
          <a:p>
            <a:r>
              <a:rPr lang="en-US" altLang="zh-CN" dirty="0"/>
              <a:t>1-3 </a:t>
            </a:r>
            <a:r>
              <a:rPr dirty="0"/>
              <a:t>行情</a:t>
            </a:r>
            <a:r>
              <a:rPr lang="en-US" altLang="zh-CN" dirty="0"/>
              <a:t>-</a:t>
            </a:r>
            <a:r>
              <a:rPr lang="zh-CN" altLang="en-US" dirty="0"/>
              <a:t>债券（债券现券、资金市场、可转债等）</a:t>
            </a:r>
            <a:endParaRPr dirty="0"/>
          </a:p>
        </p:txBody>
      </p:sp>
      <p:pic>
        <p:nvPicPr>
          <p:cNvPr id="14" name="图片 13">
            <a:extLst>
              <a:ext uri="{FF2B5EF4-FFF2-40B4-BE49-F238E27FC236}">
                <a16:creationId xmlns:a16="http://schemas.microsoft.com/office/drawing/2014/main" id="{FE54CCDB-1A12-A05F-438C-31F888913FB7}"/>
              </a:ext>
            </a:extLst>
          </p:cNvPr>
          <p:cNvPicPr>
            <a:picLocks noChangeAspect="1"/>
          </p:cNvPicPr>
          <p:nvPr/>
        </p:nvPicPr>
        <p:blipFill>
          <a:blip r:embed="rId3"/>
          <a:stretch>
            <a:fillRect/>
          </a:stretch>
        </p:blipFill>
        <p:spPr>
          <a:xfrm>
            <a:off x="551319" y="888085"/>
            <a:ext cx="5421705" cy="2942404"/>
          </a:xfrm>
          <a:prstGeom prst="rect">
            <a:avLst/>
          </a:prstGeom>
        </p:spPr>
      </p:pic>
      <p:pic>
        <p:nvPicPr>
          <p:cNvPr id="16" name="图片 15">
            <a:extLst>
              <a:ext uri="{FF2B5EF4-FFF2-40B4-BE49-F238E27FC236}">
                <a16:creationId xmlns:a16="http://schemas.microsoft.com/office/drawing/2014/main" id="{86480403-FB47-06CC-EF75-41DF061936ED}"/>
              </a:ext>
            </a:extLst>
          </p:cNvPr>
          <p:cNvPicPr>
            <a:picLocks noChangeAspect="1"/>
          </p:cNvPicPr>
          <p:nvPr/>
        </p:nvPicPr>
        <p:blipFill>
          <a:blip r:embed="rId4"/>
          <a:stretch>
            <a:fillRect/>
          </a:stretch>
        </p:blipFill>
        <p:spPr>
          <a:xfrm>
            <a:off x="6285775" y="888085"/>
            <a:ext cx="5421705" cy="2942404"/>
          </a:xfrm>
          <a:prstGeom prst="rect">
            <a:avLst/>
          </a:prstGeom>
        </p:spPr>
      </p:pic>
      <p:pic>
        <p:nvPicPr>
          <p:cNvPr id="18" name="图片 17">
            <a:extLst>
              <a:ext uri="{FF2B5EF4-FFF2-40B4-BE49-F238E27FC236}">
                <a16:creationId xmlns:a16="http://schemas.microsoft.com/office/drawing/2014/main" id="{E3EE05C9-A89E-76DD-6902-9CEDD685170E}"/>
              </a:ext>
            </a:extLst>
          </p:cNvPr>
          <p:cNvPicPr>
            <a:picLocks noChangeAspect="1"/>
          </p:cNvPicPr>
          <p:nvPr/>
        </p:nvPicPr>
        <p:blipFill>
          <a:blip r:embed="rId5"/>
          <a:stretch>
            <a:fillRect/>
          </a:stretch>
        </p:blipFill>
        <p:spPr>
          <a:xfrm>
            <a:off x="551318" y="3915595"/>
            <a:ext cx="5421705" cy="2942405"/>
          </a:xfrm>
          <a:prstGeom prst="rect">
            <a:avLst/>
          </a:prstGeom>
        </p:spPr>
      </p:pic>
      <p:pic>
        <p:nvPicPr>
          <p:cNvPr id="20" name="图片 19">
            <a:extLst>
              <a:ext uri="{FF2B5EF4-FFF2-40B4-BE49-F238E27FC236}">
                <a16:creationId xmlns:a16="http://schemas.microsoft.com/office/drawing/2014/main" id="{8A9E090E-E7BB-F7C4-5435-77998DE571B5}"/>
              </a:ext>
            </a:extLst>
          </p:cNvPr>
          <p:cNvPicPr>
            <a:picLocks noChangeAspect="1"/>
          </p:cNvPicPr>
          <p:nvPr/>
        </p:nvPicPr>
        <p:blipFill>
          <a:blip r:embed="rId6"/>
          <a:stretch>
            <a:fillRect/>
          </a:stretch>
        </p:blipFill>
        <p:spPr>
          <a:xfrm>
            <a:off x="6256843" y="3887850"/>
            <a:ext cx="5472828" cy="2970150"/>
          </a:xfrm>
          <a:prstGeom prst="rect">
            <a:avLst/>
          </a:prstGeom>
        </p:spPr>
      </p:pic>
    </p:spTree>
    <p:custDataLst>
      <p:tags r:id="rId1"/>
    </p:custDataLst>
    <p:extLst>
      <p:ext uri="{BB962C8B-B14F-4D97-AF65-F5344CB8AC3E}">
        <p14:creationId xmlns:p14="http://schemas.microsoft.com/office/powerpoint/2010/main" val="1779345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9463949" cy="460375"/>
          </a:xfrm>
        </p:spPr>
        <p:txBody>
          <a:bodyPr>
            <a:normAutofit fontScale="90000"/>
          </a:bodyPr>
          <a:lstStyle/>
          <a:p>
            <a:r>
              <a:rPr lang="zh-CN" altLang="en-US" dirty="0"/>
              <a:t>债券行情源（经纪商、</a:t>
            </a:r>
            <a:r>
              <a:rPr lang="en-US" altLang="zh-CN" dirty="0"/>
              <a:t>CFETS</a:t>
            </a:r>
            <a:r>
              <a:rPr lang="zh-CN" altLang="en-US" dirty="0"/>
              <a:t>、沪深交易所、上证固收平台等）</a:t>
            </a:r>
            <a:endParaRPr dirty="0"/>
          </a:p>
        </p:txBody>
      </p:sp>
      <p:pic>
        <p:nvPicPr>
          <p:cNvPr id="5" name="图片 4">
            <a:extLst>
              <a:ext uri="{FF2B5EF4-FFF2-40B4-BE49-F238E27FC236}">
                <a16:creationId xmlns:a16="http://schemas.microsoft.com/office/drawing/2014/main" id="{35F752B0-1911-8C13-2BE1-3C517E0A6176}"/>
              </a:ext>
            </a:extLst>
          </p:cNvPr>
          <p:cNvPicPr>
            <a:picLocks noChangeAspect="1"/>
          </p:cNvPicPr>
          <p:nvPr/>
        </p:nvPicPr>
        <p:blipFill>
          <a:blip r:embed="rId3"/>
          <a:stretch>
            <a:fillRect/>
          </a:stretch>
        </p:blipFill>
        <p:spPr>
          <a:xfrm>
            <a:off x="551319" y="888085"/>
            <a:ext cx="5421704" cy="2942404"/>
          </a:xfrm>
          <a:prstGeom prst="rect">
            <a:avLst/>
          </a:prstGeom>
        </p:spPr>
      </p:pic>
      <p:pic>
        <p:nvPicPr>
          <p:cNvPr id="8" name="图片 7">
            <a:extLst>
              <a:ext uri="{FF2B5EF4-FFF2-40B4-BE49-F238E27FC236}">
                <a16:creationId xmlns:a16="http://schemas.microsoft.com/office/drawing/2014/main" id="{649C19D6-7E3F-1CFD-BC97-5241F555F481}"/>
              </a:ext>
            </a:extLst>
          </p:cNvPr>
          <p:cNvPicPr>
            <a:picLocks noChangeAspect="1"/>
          </p:cNvPicPr>
          <p:nvPr/>
        </p:nvPicPr>
        <p:blipFill>
          <a:blip r:embed="rId4"/>
          <a:stretch>
            <a:fillRect/>
          </a:stretch>
        </p:blipFill>
        <p:spPr>
          <a:xfrm>
            <a:off x="6285777" y="888085"/>
            <a:ext cx="5421705" cy="2942404"/>
          </a:xfrm>
          <a:prstGeom prst="rect">
            <a:avLst/>
          </a:prstGeom>
        </p:spPr>
      </p:pic>
      <p:pic>
        <p:nvPicPr>
          <p:cNvPr id="10" name="图片 9">
            <a:extLst>
              <a:ext uri="{FF2B5EF4-FFF2-40B4-BE49-F238E27FC236}">
                <a16:creationId xmlns:a16="http://schemas.microsoft.com/office/drawing/2014/main" id="{864F4664-13AB-795E-83FD-E34898C6082E}"/>
              </a:ext>
            </a:extLst>
          </p:cNvPr>
          <p:cNvPicPr>
            <a:picLocks noChangeAspect="1"/>
          </p:cNvPicPr>
          <p:nvPr/>
        </p:nvPicPr>
        <p:blipFill>
          <a:blip r:embed="rId5"/>
          <a:stretch>
            <a:fillRect/>
          </a:stretch>
        </p:blipFill>
        <p:spPr>
          <a:xfrm>
            <a:off x="551319" y="3915596"/>
            <a:ext cx="5421705" cy="2942404"/>
          </a:xfrm>
          <a:prstGeom prst="rect">
            <a:avLst/>
          </a:prstGeom>
        </p:spPr>
      </p:pic>
      <p:pic>
        <p:nvPicPr>
          <p:cNvPr id="12" name="图片 11">
            <a:extLst>
              <a:ext uri="{FF2B5EF4-FFF2-40B4-BE49-F238E27FC236}">
                <a16:creationId xmlns:a16="http://schemas.microsoft.com/office/drawing/2014/main" id="{0863F05D-DAE4-16EA-D332-B740213EB1E6}"/>
              </a:ext>
            </a:extLst>
          </p:cNvPr>
          <p:cNvPicPr>
            <a:picLocks noChangeAspect="1"/>
          </p:cNvPicPr>
          <p:nvPr/>
        </p:nvPicPr>
        <p:blipFill>
          <a:blip r:embed="rId6"/>
          <a:stretch>
            <a:fillRect/>
          </a:stretch>
        </p:blipFill>
        <p:spPr>
          <a:xfrm>
            <a:off x="6285776" y="3915596"/>
            <a:ext cx="5421705" cy="2942405"/>
          </a:xfrm>
          <a:prstGeom prst="rect">
            <a:avLst/>
          </a:prstGeom>
        </p:spPr>
      </p:pic>
    </p:spTree>
    <p:custDataLst>
      <p:tags r:id="rId1"/>
    </p:custDataLst>
    <p:extLst>
      <p:ext uri="{BB962C8B-B14F-4D97-AF65-F5344CB8AC3E}">
        <p14:creationId xmlns:p14="http://schemas.microsoft.com/office/powerpoint/2010/main" val="3157972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1-4 </a:t>
            </a:r>
            <a:r>
              <a:rPr dirty="0"/>
              <a:t>行情</a:t>
            </a:r>
            <a:r>
              <a:rPr lang="en-US" altLang="zh-CN" dirty="0"/>
              <a:t>-</a:t>
            </a:r>
            <a:r>
              <a:rPr lang="zh-CN" altLang="en-US" dirty="0"/>
              <a:t>期货</a:t>
            </a:r>
            <a:r>
              <a:rPr lang="en-US" altLang="zh-CN" dirty="0"/>
              <a:t>/</a:t>
            </a:r>
            <a:r>
              <a:rPr lang="zh-CN" altLang="en-US" dirty="0"/>
              <a:t>期权</a:t>
            </a:r>
            <a:endParaRPr dirty="0"/>
          </a:p>
        </p:txBody>
      </p:sp>
      <p:pic>
        <p:nvPicPr>
          <p:cNvPr id="5" name="图片 4">
            <a:extLst>
              <a:ext uri="{FF2B5EF4-FFF2-40B4-BE49-F238E27FC236}">
                <a16:creationId xmlns:a16="http://schemas.microsoft.com/office/drawing/2014/main" id="{9DE7EEF6-6B85-2AD9-7018-FFB51D04FABF}"/>
              </a:ext>
            </a:extLst>
          </p:cNvPr>
          <p:cNvPicPr>
            <a:picLocks noChangeAspect="1"/>
          </p:cNvPicPr>
          <p:nvPr/>
        </p:nvPicPr>
        <p:blipFill>
          <a:blip r:embed="rId3"/>
          <a:stretch>
            <a:fillRect/>
          </a:stretch>
        </p:blipFill>
        <p:spPr>
          <a:xfrm>
            <a:off x="604234" y="897146"/>
            <a:ext cx="10983531" cy="5960854"/>
          </a:xfrm>
          <a:prstGeom prst="rect">
            <a:avLst/>
          </a:prstGeom>
        </p:spPr>
      </p:pic>
    </p:spTree>
    <p:custDataLst>
      <p:tags r:id="rId1"/>
    </p:custDataLst>
    <p:extLst>
      <p:ext uri="{BB962C8B-B14F-4D97-AF65-F5344CB8AC3E}">
        <p14:creationId xmlns:p14="http://schemas.microsoft.com/office/powerpoint/2010/main" val="2202737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1-5 </a:t>
            </a:r>
            <a:r>
              <a:rPr dirty="0"/>
              <a:t>行情</a:t>
            </a:r>
            <a:r>
              <a:rPr lang="en-US" altLang="zh-CN" dirty="0"/>
              <a:t>-</a:t>
            </a:r>
            <a:r>
              <a:rPr lang="zh-CN" altLang="en-US" dirty="0"/>
              <a:t>外汇</a:t>
            </a:r>
            <a:endParaRPr dirty="0"/>
          </a:p>
        </p:txBody>
      </p:sp>
      <p:pic>
        <p:nvPicPr>
          <p:cNvPr id="5" name="图片 4">
            <a:extLst>
              <a:ext uri="{FF2B5EF4-FFF2-40B4-BE49-F238E27FC236}">
                <a16:creationId xmlns:a16="http://schemas.microsoft.com/office/drawing/2014/main" id="{69F6A107-3B8F-6671-E234-98F407737827}"/>
              </a:ext>
            </a:extLst>
          </p:cNvPr>
          <p:cNvPicPr>
            <a:picLocks noChangeAspect="1"/>
          </p:cNvPicPr>
          <p:nvPr/>
        </p:nvPicPr>
        <p:blipFill>
          <a:blip r:embed="rId3"/>
          <a:stretch>
            <a:fillRect/>
          </a:stretch>
        </p:blipFill>
        <p:spPr>
          <a:xfrm>
            <a:off x="625415" y="920136"/>
            <a:ext cx="10941170" cy="5937864"/>
          </a:xfrm>
          <a:prstGeom prst="rect">
            <a:avLst/>
          </a:prstGeom>
        </p:spPr>
      </p:pic>
    </p:spTree>
    <p:custDataLst>
      <p:tags r:id="rId1"/>
    </p:custDataLst>
    <p:extLst>
      <p:ext uri="{BB962C8B-B14F-4D97-AF65-F5344CB8AC3E}">
        <p14:creationId xmlns:p14="http://schemas.microsoft.com/office/powerpoint/2010/main" val="1405764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D25F4-54FD-6A89-4BA0-C7B3BAA3D0E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27561E2-1D0B-8195-C92A-9088C3FEC5DD}"/>
              </a:ext>
            </a:extLst>
          </p:cNvPr>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多股行情</a:t>
            </a:r>
            <a:r>
              <a:rPr lang="en-US" altLang="zh-CN" dirty="0"/>
              <a:t>-</a:t>
            </a:r>
            <a:r>
              <a:rPr lang="zh-CN" altLang="en-US" dirty="0"/>
              <a:t>自定义栏目</a:t>
            </a:r>
            <a:endParaRPr dirty="0"/>
          </a:p>
        </p:txBody>
      </p:sp>
      <p:pic>
        <p:nvPicPr>
          <p:cNvPr id="3" name="图片 2">
            <a:extLst>
              <a:ext uri="{FF2B5EF4-FFF2-40B4-BE49-F238E27FC236}">
                <a16:creationId xmlns:a16="http://schemas.microsoft.com/office/drawing/2014/main" id="{9BCD4669-B219-3960-C90B-C241B67053CD}"/>
              </a:ext>
            </a:extLst>
          </p:cNvPr>
          <p:cNvPicPr>
            <a:picLocks noChangeAspect="1"/>
          </p:cNvPicPr>
          <p:nvPr/>
        </p:nvPicPr>
        <p:blipFill>
          <a:blip r:embed="rId3"/>
          <a:stretch>
            <a:fillRect/>
          </a:stretch>
        </p:blipFill>
        <p:spPr>
          <a:xfrm>
            <a:off x="729042" y="1043796"/>
            <a:ext cx="10733916" cy="5814204"/>
          </a:xfrm>
          <a:prstGeom prst="rect">
            <a:avLst/>
          </a:prstGeom>
        </p:spPr>
      </p:pic>
    </p:spTree>
    <p:custDataLst>
      <p:tags r:id="rId1"/>
    </p:custDataLst>
    <p:extLst>
      <p:ext uri="{BB962C8B-B14F-4D97-AF65-F5344CB8AC3E}">
        <p14:creationId xmlns:p14="http://schemas.microsoft.com/office/powerpoint/2010/main" val="1338355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F06E-0482-551C-9091-9AFFAEE87A7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5472917-1F44-8988-3B48-AB9B11B505D1}"/>
              </a:ext>
            </a:extLst>
          </p:cNvPr>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多股行情</a:t>
            </a:r>
            <a:r>
              <a:rPr lang="en-US" altLang="zh-CN" dirty="0"/>
              <a:t>-</a:t>
            </a:r>
            <a:r>
              <a:rPr lang="zh-CN" altLang="en-US" dirty="0"/>
              <a:t>行情筛选</a:t>
            </a:r>
            <a:endParaRPr dirty="0"/>
          </a:p>
        </p:txBody>
      </p:sp>
      <p:pic>
        <p:nvPicPr>
          <p:cNvPr id="5" name="图片 4">
            <a:extLst>
              <a:ext uri="{FF2B5EF4-FFF2-40B4-BE49-F238E27FC236}">
                <a16:creationId xmlns:a16="http://schemas.microsoft.com/office/drawing/2014/main" id="{9D0A2A59-B872-3E68-6550-AD100EC17C1F}"/>
              </a:ext>
            </a:extLst>
          </p:cNvPr>
          <p:cNvPicPr>
            <a:picLocks noChangeAspect="1"/>
          </p:cNvPicPr>
          <p:nvPr/>
        </p:nvPicPr>
        <p:blipFill>
          <a:blip r:embed="rId3"/>
          <a:stretch>
            <a:fillRect/>
          </a:stretch>
        </p:blipFill>
        <p:spPr>
          <a:xfrm>
            <a:off x="551319" y="942022"/>
            <a:ext cx="10921806" cy="5915978"/>
          </a:xfrm>
          <a:prstGeom prst="rect">
            <a:avLst/>
          </a:prstGeom>
        </p:spPr>
      </p:pic>
    </p:spTree>
    <p:custDataLst>
      <p:tags r:id="rId1"/>
    </p:custDataLst>
    <p:extLst>
      <p:ext uri="{BB962C8B-B14F-4D97-AF65-F5344CB8AC3E}">
        <p14:creationId xmlns:p14="http://schemas.microsoft.com/office/powerpoint/2010/main" val="1296781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zh-CN" altLang="en-US" dirty="0"/>
              <a:t> </a:t>
            </a:r>
            <a:r>
              <a:rPr lang="en-US" altLang="zh-CN" dirty="0"/>
              <a:t>1-6 </a:t>
            </a:r>
            <a:r>
              <a:rPr lang="zh-CN" altLang="en-US" dirty="0"/>
              <a:t>股票看盘</a:t>
            </a:r>
            <a:r>
              <a:rPr lang="en-US" altLang="zh-CN" dirty="0"/>
              <a:t>-</a:t>
            </a:r>
            <a:r>
              <a:rPr lang="zh-CN" altLang="en-US" dirty="0"/>
              <a:t>多股行情</a:t>
            </a:r>
            <a:r>
              <a:rPr lang="en-US" altLang="zh-CN" dirty="0"/>
              <a:t>-</a:t>
            </a:r>
            <a:r>
              <a:rPr lang="zh-CN" altLang="en-US" dirty="0"/>
              <a:t>多股同列</a:t>
            </a:r>
            <a:endParaRPr dirty="0"/>
          </a:p>
        </p:txBody>
      </p:sp>
      <p:pic>
        <p:nvPicPr>
          <p:cNvPr id="3" name="图片 2">
            <a:extLst>
              <a:ext uri="{FF2B5EF4-FFF2-40B4-BE49-F238E27FC236}">
                <a16:creationId xmlns:a16="http://schemas.microsoft.com/office/drawing/2014/main" id="{31D29143-21EB-EA52-02BE-139284E1D27D}"/>
              </a:ext>
            </a:extLst>
          </p:cNvPr>
          <p:cNvPicPr>
            <a:picLocks noChangeAspect="1"/>
          </p:cNvPicPr>
          <p:nvPr/>
        </p:nvPicPr>
        <p:blipFill>
          <a:blip r:embed="rId3"/>
          <a:stretch>
            <a:fillRect/>
          </a:stretch>
        </p:blipFill>
        <p:spPr>
          <a:xfrm>
            <a:off x="655608" y="892047"/>
            <a:ext cx="10992928" cy="5965953"/>
          </a:xfrm>
          <a:prstGeom prst="rect">
            <a:avLst/>
          </a:prstGeom>
        </p:spPr>
      </p:pic>
    </p:spTree>
    <p:custDataLst>
      <p:tags r:id="rId1"/>
    </p:custDataLst>
    <p:extLst>
      <p:ext uri="{BB962C8B-B14F-4D97-AF65-F5344CB8AC3E}">
        <p14:creationId xmlns:p14="http://schemas.microsoft.com/office/powerpoint/2010/main" val="3228463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5CE4-0D57-2F08-7934-2A31858AA05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EF07567-304D-5B93-9D0E-80D68C0669BD}"/>
              </a:ext>
            </a:extLst>
          </p:cNvPr>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个股行情</a:t>
            </a:r>
            <a:r>
              <a:rPr lang="en-US" altLang="zh-CN" dirty="0"/>
              <a:t>-</a:t>
            </a:r>
            <a:r>
              <a:rPr lang="zh-CN" altLang="en-US" dirty="0"/>
              <a:t>股票盘口</a:t>
            </a:r>
            <a:endParaRPr dirty="0"/>
          </a:p>
        </p:txBody>
      </p:sp>
      <p:pic>
        <p:nvPicPr>
          <p:cNvPr id="7" name="图片 6">
            <a:extLst>
              <a:ext uri="{FF2B5EF4-FFF2-40B4-BE49-F238E27FC236}">
                <a16:creationId xmlns:a16="http://schemas.microsoft.com/office/drawing/2014/main" id="{1DD160BE-ACB6-D280-67D1-2D4330247135}"/>
              </a:ext>
            </a:extLst>
          </p:cNvPr>
          <p:cNvPicPr>
            <a:picLocks noChangeAspect="1"/>
          </p:cNvPicPr>
          <p:nvPr/>
        </p:nvPicPr>
        <p:blipFill>
          <a:blip r:embed="rId3"/>
          <a:stretch>
            <a:fillRect/>
          </a:stretch>
        </p:blipFill>
        <p:spPr>
          <a:xfrm>
            <a:off x="634041" y="929499"/>
            <a:ext cx="10923917" cy="5928501"/>
          </a:xfrm>
          <a:prstGeom prst="rect">
            <a:avLst/>
          </a:prstGeom>
        </p:spPr>
      </p:pic>
    </p:spTree>
    <p:custDataLst>
      <p:tags r:id="rId1"/>
    </p:custDataLst>
    <p:extLst>
      <p:ext uri="{BB962C8B-B14F-4D97-AF65-F5344CB8AC3E}">
        <p14:creationId xmlns:p14="http://schemas.microsoft.com/office/powerpoint/2010/main" val="3906472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个股行情</a:t>
            </a:r>
            <a:r>
              <a:rPr lang="en-US" altLang="zh-CN" dirty="0"/>
              <a:t>-</a:t>
            </a:r>
            <a:r>
              <a:rPr lang="zh-CN" altLang="en-US" dirty="0"/>
              <a:t>超级盘口</a:t>
            </a:r>
            <a:endParaRPr dirty="0"/>
          </a:p>
        </p:txBody>
      </p:sp>
      <p:pic>
        <p:nvPicPr>
          <p:cNvPr id="5" name="图片 4">
            <a:extLst>
              <a:ext uri="{FF2B5EF4-FFF2-40B4-BE49-F238E27FC236}">
                <a16:creationId xmlns:a16="http://schemas.microsoft.com/office/drawing/2014/main" id="{DEF53922-5DFE-6A20-7735-91DF7560C4B9}"/>
              </a:ext>
            </a:extLst>
          </p:cNvPr>
          <p:cNvPicPr>
            <a:picLocks noChangeAspect="1"/>
          </p:cNvPicPr>
          <p:nvPr/>
        </p:nvPicPr>
        <p:blipFill>
          <a:blip r:embed="rId3"/>
          <a:stretch>
            <a:fillRect/>
          </a:stretch>
        </p:blipFill>
        <p:spPr>
          <a:xfrm>
            <a:off x="551319" y="905672"/>
            <a:ext cx="10967821" cy="5952328"/>
          </a:xfrm>
          <a:prstGeom prst="rect">
            <a:avLst/>
          </a:prstGeom>
        </p:spPr>
      </p:pic>
    </p:spTree>
    <p:custDataLst>
      <p:tags r:id="rId1"/>
    </p:custDataLst>
    <p:extLst>
      <p:ext uri="{BB962C8B-B14F-4D97-AF65-F5344CB8AC3E}">
        <p14:creationId xmlns:p14="http://schemas.microsoft.com/office/powerpoint/2010/main" val="1395686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个股行情</a:t>
            </a:r>
            <a:r>
              <a:rPr lang="en-US" altLang="zh-CN" dirty="0"/>
              <a:t>-</a:t>
            </a:r>
            <a:r>
              <a:rPr lang="zh-CN" altLang="en-US" dirty="0"/>
              <a:t>多周期看盘</a:t>
            </a:r>
            <a:endParaRPr dirty="0"/>
          </a:p>
        </p:txBody>
      </p:sp>
      <p:pic>
        <p:nvPicPr>
          <p:cNvPr id="3" name="图片 2">
            <a:extLst>
              <a:ext uri="{FF2B5EF4-FFF2-40B4-BE49-F238E27FC236}">
                <a16:creationId xmlns:a16="http://schemas.microsoft.com/office/drawing/2014/main" id="{D8DD70DA-2979-072E-6E29-E052179FFDFA}"/>
              </a:ext>
            </a:extLst>
          </p:cNvPr>
          <p:cNvPicPr>
            <a:picLocks noChangeAspect="1"/>
          </p:cNvPicPr>
          <p:nvPr/>
        </p:nvPicPr>
        <p:blipFill>
          <a:blip r:embed="rId3"/>
          <a:stretch>
            <a:fillRect/>
          </a:stretch>
        </p:blipFill>
        <p:spPr>
          <a:xfrm>
            <a:off x="586982" y="878420"/>
            <a:ext cx="11018036" cy="5979580"/>
          </a:xfrm>
          <a:prstGeom prst="rect">
            <a:avLst/>
          </a:prstGeom>
        </p:spPr>
      </p:pic>
    </p:spTree>
    <p:custDataLst>
      <p:tags r:id="rId1"/>
    </p:custDataLst>
    <p:extLst>
      <p:ext uri="{BB962C8B-B14F-4D97-AF65-F5344CB8AC3E}">
        <p14:creationId xmlns:p14="http://schemas.microsoft.com/office/powerpoint/2010/main" val="969931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1-6 </a:t>
            </a:r>
            <a:r>
              <a:rPr lang="zh-CN" altLang="en-US" dirty="0"/>
              <a:t>股票看盘</a:t>
            </a:r>
            <a:r>
              <a:rPr lang="en-US" altLang="zh-CN" dirty="0"/>
              <a:t>-</a:t>
            </a:r>
            <a:r>
              <a:rPr lang="zh-CN" altLang="en-US" dirty="0"/>
              <a:t>指标看盘</a:t>
            </a:r>
            <a:endParaRPr dirty="0"/>
          </a:p>
        </p:txBody>
      </p:sp>
      <p:pic>
        <p:nvPicPr>
          <p:cNvPr id="3" name="图片 2">
            <a:extLst>
              <a:ext uri="{FF2B5EF4-FFF2-40B4-BE49-F238E27FC236}">
                <a16:creationId xmlns:a16="http://schemas.microsoft.com/office/drawing/2014/main" id="{BBC4490D-6A92-A5F1-5001-C4F33D5AD41D}"/>
              </a:ext>
            </a:extLst>
          </p:cNvPr>
          <p:cNvPicPr>
            <a:picLocks noChangeAspect="1"/>
          </p:cNvPicPr>
          <p:nvPr/>
        </p:nvPicPr>
        <p:blipFill>
          <a:blip r:embed="rId3"/>
          <a:stretch>
            <a:fillRect/>
          </a:stretch>
        </p:blipFill>
        <p:spPr>
          <a:xfrm>
            <a:off x="668547" y="966952"/>
            <a:ext cx="10854906" cy="5891048"/>
          </a:xfrm>
          <a:prstGeom prst="rect">
            <a:avLst/>
          </a:prstGeom>
        </p:spPr>
      </p:pic>
    </p:spTree>
    <p:custDataLst>
      <p:tags r:id="rId1"/>
    </p:custDataLst>
    <p:extLst>
      <p:ext uri="{BB962C8B-B14F-4D97-AF65-F5344CB8AC3E}">
        <p14:creationId xmlns:p14="http://schemas.microsoft.com/office/powerpoint/2010/main" val="332078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2500" b="1" noProof="1">
                <a:solidFill>
                  <a:srgbClr val="9A0000"/>
                </a:solidFill>
                <a:latin typeface="微软雅黑" panose="020B0503020204020204" charset="-122"/>
                <a:ea typeface="微软雅黑" panose="020B0503020204020204" charset="-122"/>
              </a:rPr>
              <a:t>1-7 </a:t>
            </a:r>
            <a:r>
              <a:rPr kumimoji="1" lang="zh-CN" altLang="en-US" sz="2500" b="1" noProof="1">
                <a:solidFill>
                  <a:srgbClr val="9A0000"/>
                </a:solidFill>
                <a:latin typeface="微软雅黑" panose="020B0503020204020204" charset="-122"/>
                <a:ea typeface="微软雅黑" panose="020B0503020204020204" charset="-122"/>
              </a:rPr>
              <a:t>债券看盘</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多券行情</a:t>
            </a:r>
          </a:p>
        </p:txBody>
      </p:sp>
      <p:pic>
        <p:nvPicPr>
          <p:cNvPr id="3" name="图片 2"/>
          <p:cNvPicPr>
            <a:picLocks noChangeAspect="1"/>
          </p:cNvPicPr>
          <p:nvPr/>
        </p:nvPicPr>
        <p:blipFill>
          <a:blip r:embed="rId4"/>
          <a:stretch>
            <a:fillRect/>
          </a:stretch>
        </p:blipFill>
        <p:spPr>
          <a:xfrm>
            <a:off x="710565" y="914400"/>
            <a:ext cx="10618470" cy="5787390"/>
          </a:xfrm>
          <a:prstGeom prst="rect">
            <a:avLst/>
          </a:prstGeom>
        </p:spPr>
      </p:pic>
      <p:sp>
        <p:nvSpPr>
          <p:cNvPr id="4" name="线形标注 2(带强调线) 3"/>
          <p:cNvSpPr/>
          <p:nvPr>
            <p:custDataLst>
              <p:tags r:id="rId1"/>
            </p:custDataLst>
          </p:nvPr>
        </p:nvSpPr>
        <p:spPr>
          <a:xfrm>
            <a:off x="3383280" y="1608455"/>
            <a:ext cx="3143885" cy="151511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行情源：</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、全品类，债券、资金、衍生品、外汇、指数；竞品无衍生品、外汇、指数</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、全市场，经纪商、</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CFETS</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、沪深、中金所；竞品无</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CFETS</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、中金所</a:t>
            </a:r>
          </a:p>
        </p:txBody>
      </p:sp>
      <p:sp>
        <p:nvSpPr>
          <p:cNvPr id="7" name="线形标注 2(带强调线) 6"/>
          <p:cNvSpPr/>
          <p:nvPr>
            <p:custDataLst>
              <p:tags r:id="rId2"/>
            </p:custDataLst>
          </p:nvPr>
        </p:nvSpPr>
        <p:spPr>
          <a:xfrm>
            <a:off x="7624445" y="2301875"/>
            <a:ext cx="3437890" cy="211963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行情列表：</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、标签数量，支持</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系统标签，竞品只有少数几个标签</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所有行情列表可展示系统标签，竞品不展示标签或只有部分行情列表展示</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所有字段均可排序，竞品只有部分字段支持</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行情栏目字段支持</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个，竞品只有</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7"/>
          <a:stretch>
            <a:fillRect/>
          </a:stretch>
        </p:blipFill>
        <p:spPr>
          <a:xfrm>
            <a:off x="403225" y="935990"/>
            <a:ext cx="11392535" cy="5593080"/>
          </a:xfrm>
          <a:prstGeom prst="rect">
            <a:avLst/>
          </a:prstGeom>
        </p:spPr>
      </p:pic>
      <p:sp>
        <p:nvSpPr>
          <p:cNvPr id="4" name="线形标注 2(带强调线) 3"/>
          <p:cNvSpPr/>
          <p:nvPr>
            <p:custDataLst>
              <p:tags r:id="rId1"/>
            </p:custDataLst>
          </p:nvPr>
        </p:nvSpPr>
        <p:spPr>
          <a:xfrm>
            <a:off x="1561465" y="2294890"/>
            <a:ext cx="2502535" cy="1454785"/>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报价明细：（竞品无此功能）</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、全</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行情源综合报价明细</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跨市场全行情源综合报价明细</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支持报价来源筛选</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支持清算速度筛选</a:t>
            </a:r>
          </a:p>
        </p:txBody>
      </p:sp>
      <p:sp>
        <p:nvSpPr>
          <p:cNvPr id="7" name="线形标注 2(带强调线) 6"/>
          <p:cNvSpPr/>
          <p:nvPr>
            <p:custDataLst>
              <p:tags r:id="rId2"/>
            </p:custDataLst>
          </p:nvPr>
        </p:nvSpPr>
        <p:spPr>
          <a:xfrm>
            <a:off x="5937250" y="1649095"/>
            <a:ext cx="3081020" cy="1964055"/>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分时图：</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、支持全行情源报价</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成交分时；竞品只有单行情源分时</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、支持跨市场全行情源报价</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成交分时；竞品不支持跨市场分时</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、支持多日分时，最多可</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日，竞品只有固定几个时间段</a:t>
            </a:r>
          </a:p>
        </p:txBody>
      </p:sp>
      <p:sp>
        <p:nvSpPr>
          <p:cNvPr id="6" name="线形标注 2(带强调线) 5"/>
          <p:cNvSpPr/>
          <p:nvPr>
            <p:custDataLst>
              <p:tags r:id="rId3"/>
            </p:custDataLst>
          </p:nvPr>
        </p:nvSpPr>
        <p:spPr>
          <a:xfrm>
            <a:off x="6490970" y="4645660"/>
            <a:ext cx="2761615" cy="123317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历史图：</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主图、副图支持技术指标公式；竞品不支持</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可支持</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指标窗口；竞品不支持</a:t>
            </a:r>
          </a:p>
        </p:txBody>
      </p:sp>
      <p:sp>
        <p:nvSpPr>
          <p:cNvPr id="8" name="线形标注 2(带强调线) 7"/>
          <p:cNvSpPr/>
          <p:nvPr>
            <p:custDataLst>
              <p:tags r:id="rId4"/>
            </p:custDataLst>
          </p:nvPr>
        </p:nvSpPr>
        <p:spPr>
          <a:xfrm>
            <a:off x="9919335" y="3350260"/>
            <a:ext cx="1876425" cy="70358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侧边栏：（竞品无此功能）</a:t>
            </a:r>
          </a:p>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行情与资讯数据耦合展示</a:t>
            </a:r>
          </a:p>
        </p:txBody>
      </p:sp>
      <p:sp>
        <p:nvSpPr>
          <p:cNvPr id="9" name="线形标注 2(带强调线) 8"/>
          <p:cNvSpPr/>
          <p:nvPr>
            <p:custDataLst>
              <p:tags r:id="rId5"/>
            </p:custDataLst>
          </p:nvPr>
        </p:nvSpPr>
        <p:spPr>
          <a:xfrm>
            <a:off x="1732280" y="4904105"/>
            <a:ext cx="2331720" cy="70358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版面特色：（竞品无此功能）</a:t>
            </a:r>
          </a:p>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支持自定义个券详情版面</a:t>
            </a:r>
          </a:p>
        </p:txBody>
      </p:sp>
      <p:sp>
        <p:nvSpPr>
          <p:cNvPr id="11" name="标题 3">
            <a:extLst>
              <a:ext uri="{FF2B5EF4-FFF2-40B4-BE49-F238E27FC236}">
                <a16:creationId xmlns:a16="http://schemas.microsoft.com/office/drawing/2014/main" id="{BA48336F-CD74-BEAF-5207-B923014D25B6}"/>
              </a:ext>
            </a:extLst>
          </p:cNvPr>
          <p:cNvSpPr>
            <a:spLocks noGrp="1"/>
          </p:cNvSpPr>
          <p:nvPr>
            <p:ph type="title"/>
          </p:nvPr>
        </p:nvSpPr>
        <p:spPr>
          <a:xfrm>
            <a:off x="403225" y="328930"/>
            <a:ext cx="6854747" cy="460375"/>
          </a:xfrm>
        </p:spPr>
        <p:txBody>
          <a:bodyPr>
            <a:normAutofit/>
          </a:bodyPr>
          <a:lstStyle/>
          <a:p>
            <a:r>
              <a:rPr kumimoji="1" lang="zh-CN" altLang="en-US" sz="2500" b="1" noProof="1">
                <a:solidFill>
                  <a:srgbClr val="9A0000"/>
                </a:solidFill>
                <a:latin typeface="微软雅黑" panose="020B0503020204020204" charset="-122"/>
                <a:ea typeface="微软雅黑" panose="020B0503020204020204" charset="-122"/>
              </a:rPr>
              <a:t> </a:t>
            </a:r>
            <a:r>
              <a:rPr kumimoji="1" lang="en-US" altLang="zh-CN" sz="2500" b="1" noProof="1">
                <a:solidFill>
                  <a:srgbClr val="9A0000"/>
                </a:solidFill>
                <a:latin typeface="微软雅黑" panose="020B0503020204020204" charset="-122"/>
                <a:ea typeface="微软雅黑" panose="020B0503020204020204" charset="-122"/>
              </a:rPr>
              <a:t>1-7 </a:t>
            </a:r>
            <a:r>
              <a:rPr kumimoji="1" lang="zh-CN" altLang="en-US" sz="2500" b="1" noProof="1">
                <a:solidFill>
                  <a:srgbClr val="9A0000"/>
                </a:solidFill>
                <a:latin typeface="微软雅黑" panose="020B0503020204020204" charset="-122"/>
                <a:ea typeface="微软雅黑" panose="020B0503020204020204" charset="-122"/>
              </a:rPr>
              <a:t>债券看盘</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个券行情</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747185" y="3960495"/>
            <a:ext cx="2016065" cy="726440"/>
          </a:xfrm>
        </p:spPr>
        <p:txBody>
          <a:bodyPr/>
          <a:lstStyle/>
          <a:p>
            <a:r>
              <a:rPr lang="en-US" altLang="zh-CN" sz="6000" dirty="0"/>
              <a:t>02</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C00000"/>
                </a:solidFill>
              </a:rPr>
              <a:t>资讯与研报</a:t>
            </a:r>
          </a:p>
        </p:txBody>
      </p:sp>
    </p:spTree>
    <p:extLst>
      <p:ext uri="{BB962C8B-B14F-4D97-AF65-F5344CB8AC3E}">
        <p14:creationId xmlns:p14="http://schemas.microsoft.com/office/powerpoint/2010/main" val="1769460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sz="2400" dirty="0"/>
              <a:t>2-1  </a:t>
            </a:r>
            <a:r>
              <a:rPr lang="zh-CN" altLang="en-US" sz="2400" dirty="0"/>
              <a:t>资讯与研报</a:t>
            </a:r>
            <a:r>
              <a:rPr lang="en-US" altLang="zh-CN" sz="2400" dirty="0"/>
              <a:t>-</a:t>
            </a:r>
            <a:r>
              <a:rPr lang="en-US" sz="2400" dirty="0"/>
              <a:t>7*24</a:t>
            </a:r>
            <a:r>
              <a:rPr lang="zh-CN" altLang="en-US" sz="2400" dirty="0"/>
              <a:t>小时资讯</a:t>
            </a:r>
            <a:endParaRPr sz="2400" dirty="0"/>
          </a:p>
        </p:txBody>
      </p:sp>
      <p:pic>
        <p:nvPicPr>
          <p:cNvPr id="8" name="图片 7">
            <a:extLst>
              <a:ext uri="{FF2B5EF4-FFF2-40B4-BE49-F238E27FC236}">
                <a16:creationId xmlns:a16="http://schemas.microsoft.com/office/drawing/2014/main" id="{2A4C0F92-5857-C02A-EBF0-0D4642D859B4}"/>
              </a:ext>
            </a:extLst>
          </p:cNvPr>
          <p:cNvPicPr>
            <a:picLocks noChangeAspect="1"/>
          </p:cNvPicPr>
          <p:nvPr/>
        </p:nvPicPr>
        <p:blipFill>
          <a:blip r:embed="rId3"/>
          <a:stretch>
            <a:fillRect/>
          </a:stretch>
        </p:blipFill>
        <p:spPr>
          <a:xfrm>
            <a:off x="694426" y="995042"/>
            <a:ext cx="10803147" cy="5862958"/>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a:t>覆盖机构多</a:t>
            </a:r>
          </a:p>
        </p:txBody>
      </p:sp>
      <p:sp>
        <p:nvSpPr>
          <p:cNvPr id="3" name="标题 2"/>
          <p:cNvSpPr>
            <a:spLocks noGrp="1"/>
          </p:cNvSpPr>
          <p:nvPr>
            <p:ph type="title"/>
          </p:nvPr>
        </p:nvSpPr>
        <p:spPr/>
        <p:txBody>
          <a:bodyPr>
            <a:normAutofit/>
          </a:bodyPr>
          <a:lstStyle/>
          <a:p>
            <a:r>
              <a:rPr lang="en-US" sz="2400" dirty="0">
                <a:sym typeface="+mn-ea"/>
              </a:rPr>
              <a:t>2-2 </a:t>
            </a:r>
            <a:r>
              <a:rPr lang="zh-CN" altLang="en-US" sz="2400" dirty="0"/>
              <a:t>资讯与研报</a:t>
            </a:r>
            <a:r>
              <a:rPr lang="en-US" altLang="zh-CN" sz="2400" dirty="0"/>
              <a:t>-</a:t>
            </a:r>
            <a:r>
              <a:rPr sz="2400" dirty="0"/>
              <a:t>研报大全</a:t>
            </a:r>
          </a:p>
        </p:txBody>
      </p:sp>
      <p:sp>
        <p:nvSpPr>
          <p:cNvPr id="4" name="文本占位符 3"/>
          <p:cNvSpPr>
            <a:spLocks noGrp="1"/>
          </p:cNvSpPr>
          <p:nvPr>
            <p:ph type="body" sz="quarter" idx="13"/>
          </p:nvPr>
        </p:nvSpPr>
        <p:spPr/>
        <p:txBody>
          <a:bodyPr/>
          <a:lstStyle/>
          <a:p>
            <a:r>
              <a:rPr lang="zh-CN" altLang="en-US"/>
              <a:t>覆盖时间久</a:t>
            </a:r>
          </a:p>
        </p:txBody>
      </p:sp>
      <p:sp>
        <p:nvSpPr>
          <p:cNvPr id="5" name="文本占位符 4"/>
          <p:cNvSpPr>
            <a:spLocks noGrp="1"/>
          </p:cNvSpPr>
          <p:nvPr>
            <p:ph type="body" sz="quarter" idx="15"/>
          </p:nvPr>
        </p:nvSpPr>
        <p:spPr/>
        <p:txBody>
          <a:bodyPr/>
          <a:lstStyle/>
          <a:p>
            <a:r>
              <a:rPr lang="zh-CN" altLang="en-US"/>
              <a:t>结构化处理精细</a:t>
            </a:r>
          </a:p>
        </p:txBody>
      </p:sp>
      <p:sp>
        <p:nvSpPr>
          <p:cNvPr id="6" name="文本占位符 5"/>
          <p:cNvSpPr>
            <a:spLocks noGrp="1"/>
          </p:cNvSpPr>
          <p:nvPr>
            <p:ph type="body" sz="quarter" idx="21"/>
          </p:nvPr>
        </p:nvSpPr>
        <p:spPr/>
        <p:txBody>
          <a:bodyPr/>
          <a:lstStyle/>
          <a:p>
            <a:r>
              <a:rPr lang="zh-CN" altLang="en-US" dirty="0"/>
              <a:t>覆盖超过</a:t>
            </a:r>
            <a:r>
              <a:rPr lang="en-US" altLang="zh-CN" dirty="0"/>
              <a:t>391</a:t>
            </a:r>
            <a:r>
              <a:rPr lang="zh-CN" altLang="en-US" dirty="0"/>
              <a:t>家机构，主流机构超过</a:t>
            </a:r>
            <a:r>
              <a:rPr lang="en-US" altLang="zh-CN" dirty="0"/>
              <a:t>110</a:t>
            </a:r>
            <a:r>
              <a:rPr lang="zh-CN" altLang="en-US" dirty="0"/>
              <a:t>家</a:t>
            </a:r>
          </a:p>
        </p:txBody>
      </p:sp>
      <p:sp>
        <p:nvSpPr>
          <p:cNvPr id="7" name="文本占位符 6"/>
          <p:cNvSpPr>
            <a:spLocks noGrp="1"/>
          </p:cNvSpPr>
          <p:nvPr>
            <p:ph type="body" sz="quarter" idx="22"/>
          </p:nvPr>
        </p:nvSpPr>
        <p:spPr/>
        <p:txBody>
          <a:bodyPr/>
          <a:lstStyle/>
          <a:p>
            <a:r>
              <a:rPr lang="zh-CN" altLang="en-US"/>
              <a:t>包含自</a:t>
            </a:r>
            <a:r>
              <a:rPr lang="en-US" altLang="zh-CN"/>
              <a:t>2010</a:t>
            </a:r>
            <a:r>
              <a:rPr lang="zh-CN" altLang="en-US"/>
              <a:t>年以来超过</a:t>
            </a:r>
            <a:r>
              <a:rPr lang="en-US" altLang="zh-CN"/>
              <a:t>156</a:t>
            </a:r>
            <a:r>
              <a:rPr lang="zh-CN" altLang="en-US"/>
              <a:t>万份研报</a:t>
            </a:r>
          </a:p>
        </p:txBody>
      </p:sp>
      <p:sp>
        <p:nvSpPr>
          <p:cNvPr id="8" name="文本占位符 7"/>
          <p:cNvSpPr>
            <a:spLocks noGrp="1"/>
          </p:cNvSpPr>
          <p:nvPr>
            <p:ph type="body" sz="quarter" idx="23"/>
          </p:nvPr>
        </p:nvSpPr>
        <p:spPr>
          <a:xfrm>
            <a:off x="6356985" y="4787900"/>
            <a:ext cx="4884420" cy="1021715"/>
          </a:xfrm>
        </p:spPr>
        <p:txBody>
          <a:bodyPr/>
          <a:lstStyle/>
          <a:p>
            <a:r>
              <a:rPr lang="zh-CN" altLang="en-US"/>
              <a:t>行业评级、个股评级、策略研判、一致预期</a:t>
            </a:r>
            <a:r>
              <a:rPr lang="zh-CN" altLang="en-US">
                <a:sym typeface="+mn-ea"/>
              </a:rPr>
              <a:t>、机构关注度</a:t>
            </a:r>
            <a:r>
              <a:rPr lang="zh-CN" altLang="en-US"/>
              <a:t>、最佳分析师、最佳研究机构等各类结构化数据一应俱全</a:t>
            </a:r>
          </a:p>
        </p:txBody>
      </p:sp>
      <p:pic>
        <p:nvPicPr>
          <p:cNvPr id="13" name="内容占位符 12"/>
          <p:cNvPicPr>
            <a:picLocks noGrp="1" noChangeAspect="1"/>
          </p:cNvPicPr>
          <p:nvPr>
            <p:ph sz="quarter" idx="10"/>
          </p:nvPr>
        </p:nvPicPr>
        <p:blipFill>
          <a:blip r:embed="rId2"/>
          <a:stretch>
            <a:fillRect/>
          </a:stretch>
        </p:blipFill>
        <p:spPr>
          <a:xfrm>
            <a:off x="790001" y="1281776"/>
            <a:ext cx="5283528" cy="4527839"/>
          </a:xfrm>
          <a:prstGeom prst="rect">
            <a:avLst/>
          </a:prstGeom>
        </p:spPr>
      </p:pic>
    </p:spTree>
    <p:extLst>
      <p:ext uri="{BB962C8B-B14F-4D97-AF65-F5344CB8AC3E}">
        <p14:creationId xmlns:p14="http://schemas.microsoft.com/office/powerpoint/2010/main" val="2615638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sz="2400" dirty="0">
                <a:sym typeface="+mn-ea"/>
              </a:rPr>
              <a:t>2-2 </a:t>
            </a:r>
            <a:r>
              <a:rPr lang="zh-CN" altLang="en-US" sz="2400" dirty="0"/>
              <a:t>资讯与研报</a:t>
            </a:r>
            <a:r>
              <a:rPr lang="en-US" altLang="zh-CN" sz="2400" dirty="0"/>
              <a:t>-</a:t>
            </a:r>
            <a:r>
              <a:rPr sz="2400" dirty="0"/>
              <a:t>研报大全</a:t>
            </a:r>
            <a:r>
              <a:rPr lang="zh-CN" altLang="en-US" sz="2400" dirty="0"/>
              <a:t>（按来源搜索）</a:t>
            </a:r>
            <a:endParaRPr sz="2400" dirty="0"/>
          </a:p>
        </p:txBody>
      </p:sp>
      <p:pic>
        <p:nvPicPr>
          <p:cNvPr id="28" name="图片 27">
            <a:extLst>
              <a:ext uri="{FF2B5EF4-FFF2-40B4-BE49-F238E27FC236}">
                <a16:creationId xmlns:a16="http://schemas.microsoft.com/office/drawing/2014/main" id="{75F7B0D4-9EBD-CDE9-6AEB-A087EE31EF10}"/>
              </a:ext>
            </a:extLst>
          </p:cNvPr>
          <p:cNvPicPr>
            <a:picLocks noChangeAspect="1"/>
          </p:cNvPicPr>
          <p:nvPr/>
        </p:nvPicPr>
        <p:blipFill>
          <a:blip r:embed="rId2"/>
          <a:stretch>
            <a:fillRect/>
          </a:stretch>
        </p:blipFill>
        <p:spPr>
          <a:xfrm>
            <a:off x="551319" y="879894"/>
            <a:ext cx="11036503" cy="5978106"/>
          </a:xfrm>
          <a:prstGeom prst="rect">
            <a:avLst/>
          </a:prstGeom>
        </p:spPr>
      </p:pic>
    </p:spTree>
    <p:extLst>
      <p:ext uri="{BB962C8B-B14F-4D97-AF65-F5344CB8AC3E}">
        <p14:creationId xmlns:p14="http://schemas.microsoft.com/office/powerpoint/2010/main" val="3167170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sz="2400" dirty="0">
                <a:sym typeface="+mn-ea"/>
              </a:rPr>
              <a:t>2-2 </a:t>
            </a:r>
            <a:r>
              <a:rPr lang="zh-CN" altLang="en-US" sz="2400" dirty="0"/>
              <a:t>资讯与研报</a:t>
            </a:r>
            <a:r>
              <a:rPr lang="en-US" altLang="zh-CN" sz="2400" dirty="0">
                <a:sym typeface="+mn-ea"/>
              </a:rPr>
              <a:t>-</a:t>
            </a:r>
            <a:r>
              <a:rPr sz="2400" dirty="0"/>
              <a:t>研报大全</a:t>
            </a:r>
            <a:r>
              <a:rPr lang="zh-CN" altLang="en-US" sz="2400" dirty="0"/>
              <a:t>（按公司搜索）</a:t>
            </a:r>
            <a:endParaRPr sz="2400" dirty="0"/>
          </a:p>
        </p:txBody>
      </p:sp>
      <p:pic>
        <p:nvPicPr>
          <p:cNvPr id="30" name="图片 29">
            <a:extLst>
              <a:ext uri="{FF2B5EF4-FFF2-40B4-BE49-F238E27FC236}">
                <a16:creationId xmlns:a16="http://schemas.microsoft.com/office/drawing/2014/main" id="{F9B880E4-7679-49DC-C024-0BC2470395B0}"/>
              </a:ext>
            </a:extLst>
          </p:cNvPr>
          <p:cNvPicPr>
            <a:picLocks noChangeAspect="1"/>
          </p:cNvPicPr>
          <p:nvPr/>
        </p:nvPicPr>
        <p:blipFill>
          <a:blip r:embed="rId2"/>
          <a:stretch>
            <a:fillRect/>
          </a:stretch>
        </p:blipFill>
        <p:spPr>
          <a:xfrm>
            <a:off x="551319" y="867255"/>
            <a:ext cx="11059836" cy="5990745"/>
          </a:xfrm>
          <a:prstGeom prst="rect">
            <a:avLst/>
          </a:prstGeom>
        </p:spPr>
      </p:pic>
    </p:spTree>
    <p:extLst>
      <p:ext uri="{BB962C8B-B14F-4D97-AF65-F5344CB8AC3E}">
        <p14:creationId xmlns:p14="http://schemas.microsoft.com/office/powerpoint/2010/main" val="4168663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sz="2400" dirty="0">
                <a:sym typeface="+mn-ea"/>
              </a:rPr>
              <a:t>2-2 </a:t>
            </a:r>
            <a:r>
              <a:rPr lang="zh-CN" altLang="en-US" sz="2400" dirty="0"/>
              <a:t>资讯与研报</a:t>
            </a:r>
            <a:r>
              <a:rPr lang="en-US" altLang="zh-CN" sz="2400" dirty="0"/>
              <a:t>-</a:t>
            </a:r>
            <a:r>
              <a:rPr sz="2400" dirty="0"/>
              <a:t>研报大全</a:t>
            </a:r>
            <a:r>
              <a:rPr lang="en-US" sz="2400" dirty="0"/>
              <a:t>-</a:t>
            </a:r>
            <a:r>
              <a:rPr lang="zh-CN" altLang="en-US" sz="2400" dirty="0"/>
              <a:t>券商金股</a:t>
            </a:r>
            <a:endParaRPr sz="2400" dirty="0"/>
          </a:p>
        </p:txBody>
      </p:sp>
      <p:pic>
        <p:nvPicPr>
          <p:cNvPr id="25" name="图片 24">
            <a:extLst>
              <a:ext uri="{FF2B5EF4-FFF2-40B4-BE49-F238E27FC236}">
                <a16:creationId xmlns:a16="http://schemas.microsoft.com/office/drawing/2014/main" id="{11E8E540-FD48-F717-01B7-80BCF2980DBF}"/>
              </a:ext>
            </a:extLst>
          </p:cNvPr>
          <p:cNvPicPr>
            <a:picLocks noChangeAspect="1"/>
          </p:cNvPicPr>
          <p:nvPr/>
        </p:nvPicPr>
        <p:blipFill>
          <a:blip r:embed="rId2"/>
          <a:stretch>
            <a:fillRect/>
          </a:stretch>
        </p:blipFill>
        <p:spPr>
          <a:xfrm>
            <a:off x="611704" y="851263"/>
            <a:ext cx="11089362" cy="6006737"/>
          </a:xfrm>
          <a:prstGeom prst="rect">
            <a:avLst/>
          </a:prstGeom>
        </p:spPr>
      </p:pic>
    </p:spTree>
    <p:extLst>
      <p:ext uri="{BB962C8B-B14F-4D97-AF65-F5344CB8AC3E}">
        <p14:creationId xmlns:p14="http://schemas.microsoft.com/office/powerpoint/2010/main" val="1502144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2-3 </a:t>
            </a:r>
            <a:r>
              <a:rPr lang="zh-CN" altLang="en-US" sz="2800" dirty="0"/>
              <a:t>资讯与研报</a:t>
            </a:r>
            <a:r>
              <a:rPr lang="en-US" altLang="zh-CN" sz="2800" dirty="0"/>
              <a:t>-</a:t>
            </a:r>
            <a:r>
              <a:rPr lang="zh-CN" altLang="en-US" dirty="0"/>
              <a:t>互动易</a:t>
            </a:r>
            <a:endParaRPr dirty="0"/>
          </a:p>
        </p:txBody>
      </p:sp>
      <p:pic>
        <p:nvPicPr>
          <p:cNvPr id="3" name="图片 2">
            <a:extLst>
              <a:ext uri="{FF2B5EF4-FFF2-40B4-BE49-F238E27FC236}">
                <a16:creationId xmlns:a16="http://schemas.microsoft.com/office/drawing/2014/main" id="{DEEAB854-DFAD-34F4-4308-2C71AFF4BF15}"/>
              </a:ext>
            </a:extLst>
          </p:cNvPr>
          <p:cNvPicPr>
            <a:picLocks noChangeAspect="1"/>
          </p:cNvPicPr>
          <p:nvPr/>
        </p:nvPicPr>
        <p:blipFill>
          <a:blip r:embed="rId3"/>
          <a:stretch>
            <a:fillRect/>
          </a:stretch>
        </p:blipFill>
        <p:spPr>
          <a:xfrm>
            <a:off x="551319" y="924399"/>
            <a:ext cx="10933315" cy="5933601"/>
          </a:xfrm>
          <a:prstGeom prst="rect">
            <a:avLst/>
          </a:prstGeom>
        </p:spPr>
      </p:pic>
    </p:spTree>
    <p:custDataLst>
      <p:tags r:id="rId1"/>
    </p:custDataLst>
    <p:extLst>
      <p:ext uri="{BB962C8B-B14F-4D97-AF65-F5344CB8AC3E}">
        <p14:creationId xmlns:p14="http://schemas.microsoft.com/office/powerpoint/2010/main" val="1178009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2-4 </a:t>
            </a:r>
            <a:r>
              <a:rPr lang="zh-CN" altLang="en-US" sz="2800" dirty="0"/>
              <a:t>资讯与研报</a:t>
            </a:r>
            <a:r>
              <a:rPr lang="en-US" altLang="zh-CN" sz="2800" dirty="0"/>
              <a:t>-</a:t>
            </a:r>
            <a:r>
              <a:rPr lang="zh-CN" altLang="en-US" dirty="0"/>
              <a:t>路演活动</a:t>
            </a:r>
            <a:endParaRPr dirty="0"/>
          </a:p>
        </p:txBody>
      </p:sp>
      <p:pic>
        <p:nvPicPr>
          <p:cNvPr id="3" name="图片 2">
            <a:extLst>
              <a:ext uri="{FF2B5EF4-FFF2-40B4-BE49-F238E27FC236}">
                <a16:creationId xmlns:a16="http://schemas.microsoft.com/office/drawing/2014/main" id="{A983EC90-1B24-4A44-F58F-F7454DE6C1DB}"/>
              </a:ext>
            </a:extLst>
          </p:cNvPr>
          <p:cNvPicPr>
            <a:picLocks noChangeAspect="1"/>
          </p:cNvPicPr>
          <p:nvPr/>
        </p:nvPicPr>
        <p:blipFill>
          <a:blip r:embed="rId3"/>
          <a:stretch>
            <a:fillRect/>
          </a:stretch>
        </p:blipFill>
        <p:spPr>
          <a:xfrm>
            <a:off x="566082" y="867256"/>
            <a:ext cx="11059836" cy="5990744"/>
          </a:xfrm>
          <a:prstGeom prst="rect">
            <a:avLst/>
          </a:prstGeom>
        </p:spPr>
      </p:pic>
    </p:spTree>
    <p:custDataLst>
      <p:tags r:id="rId1"/>
    </p:custDataLst>
    <p:extLst>
      <p:ext uri="{BB962C8B-B14F-4D97-AF65-F5344CB8AC3E}">
        <p14:creationId xmlns:p14="http://schemas.microsoft.com/office/powerpoint/2010/main" val="441264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2-5 </a:t>
            </a:r>
            <a:r>
              <a:rPr lang="zh-CN" altLang="en-US" sz="2800" dirty="0"/>
              <a:t>资讯与研报</a:t>
            </a:r>
            <a:r>
              <a:rPr lang="en-US" altLang="zh-CN" sz="2800" dirty="0"/>
              <a:t>-</a:t>
            </a:r>
            <a:r>
              <a:rPr lang="zh-CN" altLang="en-US" dirty="0"/>
              <a:t>舆情监控</a:t>
            </a:r>
            <a:endParaRPr dirty="0"/>
          </a:p>
        </p:txBody>
      </p:sp>
      <p:pic>
        <p:nvPicPr>
          <p:cNvPr id="3" name="图片 2">
            <a:extLst>
              <a:ext uri="{FF2B5EF4-FFF2-40B4-BE49-F238E27FC236}">
                <a16:creationId xmlns:a16="http://schemas.microsoft.com/office/drawing/2014/main" id="{7BB22974-E34F-64EA-7A9E-A6C13463061E}"/>
              </a:ext>
            </a:extLst>
          </p:cNvPr>
          <p:cNvPicPr>
            <a:picLocks noChangeAspect="1"/>
          </p:cNvPicPr>
          <p:nvPr/>
        </p:nvPicPr>
        <p:blipFill>
          <a:blip r:embed="rId3"/>
          <a:stretch>
            <a:fillRect/>
          </a:stretch>
        </p:blipFill>
        <p:spPr>
          <a:xfrm>
            <a:off x="623258" y="917795"/>
            <a:ext cx="10945483" cy="5940205"/>
          </a:xfrm>
          <a:prstGeom prst="rect">
            <a:avLst/>
          </a:prstGeom>
        </p:spPr>
      </p:pic>
    </p:spTree>
    <p:custDataLst>
      <p:tags r:id="rId1"/>
    </p:custDataLst>
    <p:extLst>
      <p:ext uri="{BB962C8B-B14F-4D97-AF65-F5344CB8AC3E}">
        <p14:creationId xmlns:p14="http://schemas.microsoft.com/office/powerpoint/2010/main" val="910168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2-6 </a:t>
            </a:r>
            <a:r>
              <a:rPr lang="zh-CN" altLang="en-US" sz="2800" dirty="0"/>
              <a:t>资讯与研报</a:t>
            </a:r>
            <a:r>
              <a:rPr lang="en-US" altLang="zh-CN" sz="2800" dirty="0"/>
              <a:t>-</a:t>
            </a:r>
            <a:r>
              <a:rPr lang="zh-CN" altLang="en-US" dirty="0"/>
              <a:t>法律法规</a:t>
            </a:r>
            <a:endParaRPr dirty="0"/>
          </a:p>
        </p:txBody>
      </p:sp>
      <p:pic>
        <p:nvPicPr>
          <p:cNvPr id="3" name="图片 2">
            <a:extLst>
              <a:ext uri="{FF2B5EF4-FFF2-40B4-BE49-F238E27FC236}">
                <a16:creationId xmlns:a16="http://schemas.microsoft.com/office/drawing/2014/main" id="{B5C0F23A-FE52-3BBD-EDD8-367AE88354DC}"/>
              </a:ext>
            </a:extLst>
          </p:cNvPr>
          <p:cNvPicPr>
            <a:picLocks noChangeAspect="1"/>
          </p:cNvPicPr>
          <p:nvPr/>
        </p:nvPicPr>
        <p:blipFill>
          <a:blip r:embed="rId3"/>
          <a:stretch>
            <a:fillRect/>
          </a:stretch>
        </p:blipFill>
        <p:spPr>
          <a:xfrm>
            <a:off x="608162" y="901410"/>
            <a:ext cx="10975675" cy="5956590"/>
          </a:xfrm>
          <a:prstGeom prst="rect">
            <a:avLst/>
          </a:prstGeom>
        </p:spPr>
      </p:pic>
    </p:spTree>
    <p:custDataLst>
      <p:tags r:id="rId1"/>
    </p:custDataLst>
    <p:extLst>
      <p:ext uri="{BB962C8B-B14F-4D97-AF65-F5344CB8AC3E}">
        <p14:creationId xmlns:p14="http://schemas.microsoft.com/office/powerpoint/2010/main" val="560911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341743" y="3960495"/>
            <a:ext cx="2421507" cy="726440"/>
          </a:xfrm>
        </p:spPr>
        <p:txBody>
          <a:bodyPr/>
          <a:lstStyle/>
          <a:p>
            <a:r>
              <a:rPr lang="en-US" altLang="zh-CN" sz="6000" dirty="0"/>
              <a:t>03</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C00000"/>
                </a:solidFill>
              </a:rPr>
              <a:t>大数据</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lstStyle/>
          <a:p>
            <a:r>
              <a:t>自有数据</a:t>
            </a:r>
            <a:endParaRPr lang="zh-CN" altLang="en-US"/>
          </a:p>
        </p:txBody>
      </p:sp>
      <p:sp>
        <p:nvSpPr>
          <p:cNvPr id="4" name="文本占位符 3"/>
          <p:cNvSpPr>
            <a:spLocks noGrp="1"/>
          </p:cNvSpPr>
          <p:nvPr>
            <p:ph type="body" sz="quarter" idx="14"/>
          </p:nvPr>
        </p:nvSpPr>
        <p:spPr/>
        <p:txBody>
          <a:bodyPr/>
          <a:lstStyle/>
          <a:p>
            <a:r>
              <a:t>合作数据</a:t>
            </a:r>
            <a:endParaRPr lang="zh-CN" altLang="en-US"/>
          </a:p>
        </p:txBody>
      </p:sp>
      <p:sp>
        <p:nvSpPr>
          <p:cNvPr id="5" name="文本占位符 4"/>
          <p:cNvSpPr>
            <a:spLocks noGrp="1"/>
          </p:cNvSpPr>
          <p:nvPr>
            <p:ph type="body" sz="quarter" idx="16"/>
          </p:nvPr>
        </p:nvSpPr>
        <p:spPr/>
        <p:txBody>
          <a:bodyPr/>
          <a:lstStyle/>
          <a:p>
            <a:r>
              <a:t>用户数据</a:t>
            </a:r>
            <a:endParaRPr lang="zh-CN" altLang="en-US"/>
          </a:p>
        </p:txBody>
      </p:sp>
      <p:sp>
        <p:nvSpPr>
          <p:cNvPr id="6" name="文本占位符 5"/>
          <p:cNvSpPr>
            <a:spLocks noGrp="1"/>
          </p:cNvSpPr>
          <p:nvPr>
            <p:ph type="body" sz="quarter" idx="22"/>
          </p:nvPr>
        </p:nvSpPr>
        <p:spPr/>
        <p:txBody>
          <a:bodyPr/>
          <a:lstStyle/>
          <a:p>
            <a:r>
              <a:rPr lang="zh-CN" altLang="en-US">
                <a:solidFill>
                  <a:srgbClr val="000000">
                    <a:lumMod val="50000"/>
                    <a:lumOff val="50000"/>
                  </a:srgbClr>
                </a:solidFill>
                <a:latin typeface="微软雅黑" panose="020B0503020204020204" charset="-122"/>
                <a:ea typeface="微软雅黑" panose="020B0503020204020204" charset="-122"/>
              </a:rPr>
              <a:t>拥有自己的数据库和数据采集团队，收集整理全球各类市场和企业数据</a:t>
            </a:r>
          </a:p>
          <a:p>
            <a:r>
              <a:rPr lang="zh-CN" altLang="en-US">
                <a:solidFill>
                  <a:srgbClr val="000000">
                    <a:lumMod val="50000"/>
                    <a:lumOff val="50000"/>
                  </a:srgbClr>
                </a:solidFill>
                <a:latin typeface="微软雅黑" panose="020B0503020204020204" charset="-122"/>
                <a:ea typeface="微软雅黑" panose="020B0503020204020204" charset="-122"/>
              </a:rPr>
              <a:t>来自</a:t>
            </a:r>
            <a:r>
              <a:rPr lang="zh-CN" altLang="en-US">
                <a:solidFill>
                  <a:srgbClr val="000000">
                    <a:lumMod val="50000"/>
                    <a:lumOff val="50000"/>
                  </a:srgbClr>
                </a:solidFill>
                <a:cs typeface="+mn-ea"/>
                <a:sym typeface="+mn-ea"/>
              </a:rPr>
              <a:t>交易所、证监会、国家统计局、中债登记结算公司、中央结算公司、证券业协会等</a:t>
            </a:r>
            <a:endParaRPr lang="zh-CN" altLang="en-US">
              <a:solidFill>
                <a:srgbClr val="000000">
                  <a:lumMod val="50000"/>
                  <a:lumOff val="50000"/>
                </a:srgbClr>
              </a:solidFill>
              <a:latin typeface="微软雅黑" panose="020B0503020204020204" charset="-122"/>
              <a:ea typeface="微软雅黑" panose="020B0503020204020204" charset="-122"/>
              <a:cs typeface="+mn-ea"/>
              <a:sym typeface="+mn-ea"/>
            </a:endParaRPr>
          </a:p>
        </p:txBody>
      </p:sp>
      <p:sp>
        <p:nvSpPr>
          <p:cNvPr id="7" name="文本占位符 6"/>
          <p:cNvSpPr>
            <a:spLocks noGrp="1"/>
          </p:cNvSpPr>
          <p:nvPr>
            <p:ph type="body" sz="quarter" idx="23"/>
          </p:nvPr>
        </p:nvSpPr>
        <p:spPr/>
        <p:txBody>
          <a:bodyPr/>
          <a:lstStyle/>
          <a:p>
            <a:pPr marL="0" indent="0"/>
            <a:r>
              <a:rPr lang="zh-CN" altLang="en-US">
                <a:solidFill>
                  <a:srgbClr val="000000">
                    <a:lumMod val="50000"/>
                    <a:lumOff val="50000"/>
                  </a:srgbClr>
                </a:solidFill>
                <a:cs typeface="+mn-ea"/>
                <a:sym typeface="+mn-ea"/>
              </a:rPr>
              <a:t>与各大交易所、数据提供商、媒体等机构合作，获取相关数据和信息</a:t>
            </a:r>
          </a:p>
          <a:p>
            <a:pPr algn="l"/>
            <a:r>
              <a:rPr lang="zh-CN" altLang="en-US">
                <a:solidFill>
                  <a:srgbClr val="000000">
                    <a:lumMod val="50000"/>
                    <a:lumOff val="50000"/>
                  </a:srgbClr>
                </a:solidFill>
                <a:cs typeface="+mn-ea"/>
                <a:sym typeface="+mn-ea"/>
              </a:rPr>
              <a:t>如上海证券交易所、深圳证券信息有限公司、中证指数有限公司、中证信息技术服务有限责任公司、智通财经、财联社等</a:t>
            </a:r>
            <a:endParaRPr lang="zh-CN" altLang="en-US" sz="1050" b="0">
              <a:solidFill>
                <a:srgbClr val="000000">
                  <a:lumMod val="50000"/>
                  <a:lumOff val="50000"/>
                </a:srgbClr>
              </a:solidFill>
              <a:ea typeface="-apple-system"/>
              <a:cs typeface="+mn-ea"/>
              <a:sym typeface="+mn-ea"/>
            </a:endParaRPr>
          </a:p>
        </p:txBody>
      </p:sp>
      <p:sp>
        <p:nvSpPr>
          <p:cNvPr id="8" name="文本占位符 7"/>
          <p:cNvSpPr>
            <a:spLocks noGrp="1"/>
          </p:cNvSpPr>
          <p:nvPr>
            <p:ph type="body" sz="quarter" idx="24"/>
          </p:nvPr>
        </p:nvSpPr>
        <p:spPr/>
        <p:txBody>
          <a:bodyPr/>
          <a:lstStyle/>
          <a:p>
            <a:pPr algn="l"/>
            <a:r>
              <a:rPr lang="zh-CN" altLang="en-US">
                <a:solidFill>
                  <a:srgbClr val="000000">
                    <a:lumMod val="50000"/>
                    <a:lumOff val="50000"/>
                  </a:srgbClr>
                </a:solidFill>
                <a:cs typeface="+mn-ea"/>
                <a:sym typeface="+mn-ea"/>
              </a:rPr>
              <a:t>对用户的行为和使用数据，进行数据分析和挖掘</a:t>
            </a:r>
            <a:r>
              <a:rPr lang="zh-CN" altLang="en-US">
                <a:solidFill>
                  <a:srgbClr val="000000">
                    <a:lumMod val="50000"/>
                    <a:lumOff val="50000"/>
                  </a:srgbClr>
                </a:solidFill>
                <a:latin typeface="微软雅黑" panose="020B0503020204020204" charset="-122"/>
                <a:ea typeface="微软雅黑" panose="020B0503020204020204" charset="-122"/>
              </a:rPr>
              <a:t>，为用户提供更加个性化和准确的服务</a:t>
            </a:r>
          </a:p>
          <a:p>
            <a:pPr algn="l"/>
            <a:r>
              <a:rPr lang="zh-CN" altLang="en-US">
                <a:solidFill>
                  <a:srgbClr val="000000">
                    <a:lumMod val="50000"/>
                    <a:lumOff val="50000"/>
                  </a:srgbClr>
                </a:solidFill>
                <a:latin typeface="微软雅黑" panose="020B0503020204020204" charset="-122"/>
                <a:ea typeface="微软雅黑" panose="020B0503020204020204" charset="-122"/>
              </a:rPr>
              <a:t>如搜索数据，点击数据等，主要通过行情主站收集并加以计算处理</a:t>
            </a:r>
          </a:p>
        </p:txBody>
      </p:sp>
      <p:sp>
        <p:nvSpPr>
          <p:cNvPr id="9" name="文本占位符 8"/>
          <p:cNvSpPr>
            <a:spLocks noGrp="1"/>
          </p:cNvSpPr>
          <p:nvPr>
            <p:ph type="body" sz="quarter" idx="25"/>
          </p:nvPr>
        </p:nvSpPr>
        <p:spPr>
          <a:xfrm>
            <a:off x="551378" y="947420"/>
            <a:ext cx="10124440" cy="705485"/>
          </a:xfrm>
        </p:spPr>
        <p:txBody>
          <a:bodyPr/>
          <a:lstStyle/>
          <a:p>
            <a:pPr algn="l"/>
            <a:r>
              <a:rPr sz="1600" dirty="0"/>
              <a:t>通达信数据主要包含自有数据、合作数据、用户数据三方面</a:t>
            </a:r>
            <a:endParaRPr lang="zh-CN" altLang="en-US" sz="1600" dirty="0"/>
          </a:p>
        </p:txBody>
      </p:sp>
    </p:spTree>
    <p:extLst>
      <p:ext uri="{BB962C8B-B14F-4D97-AF65-F5344CB8AC3E}">
        <p14:creationId xmlns:p14="http://schemas.microsoft.com/office/powerpoint/2010/main" val="3369269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sz="2400" b="1" dirty="0">
                <a:solidFill>
                  <a:srgbClr val="9A0000"/>
                </a:solidFill>
                <a:latin typeface="微软雅黑" panose="020B0503020204020204" charset="-122"/>
                <a:ea typeface="微软雅黑" panose="020B0503020204020204" charset="-122"/>
                <a:sym typeface="+mn-ea"/>
              </a:rPr>
              <a:t>3-1 </a:t>
            </a:r>
            <a:r>
              <a:rPr sz="2400" b="1" dirty="0" err="1">
                <a:solidFill>
                  <a:srgbClr val="9A0000"/>
                </a:solidFill>
                <a:latin typeface="微软雅黑" panose="020B0503020204020204" charset="-122"/>
                <a:ea typeface="微软雅黑" panose="020B0503020204020204" charset="-122"/>
                <a:sym typeface="+mn-ea"/>
              </a:rPr>
              <a:t>宏观数据概览</a:t>
            </a:r>
            <a:endParaRPr sz="2400" b="1" dirty="0">
              <a:solidFill>
                <a:srgbClr val="9A0000"/>
              </a:solidFill>
              <a:latin typeface="微软雅黑" panose="020B0503020204020204" charset="-122"/>
              <a:ea typeface="微软雅黑" panose="020B0503020204020204" charset="-122"/>
              <a:sym typeface="+mn-ea"/>
            </a:endParaRPr>
          </a:p>
        </p:txBody>
      </p:sp>
      <p:sp>
        <p:nvSpPr>
          <p:cNvPr id="5" name="文本占位符 4"/>
          <p:cNvSpPr>
            <a:spLocks noGrp="1"/>
          </p:cNvSpPr>
          <p:nvPr>
            <p:ph type="body" sz="quarter" idx="13"/>
          </p:nvPr>
        </p:nvSpPr>
        <p:spPr/>
        <p:txBody>
          <a:bodyPr/>
          <a:lstStyle/>
          <a:p>
            <a:r>
              <a:rPr>
                <a:sym typeface="+mn-ea"/>
              </a:rPr>
              <a:t>中国统计局数据</a:t>
            </a:r>
            <a:endParaRPr lang="zh-CN" altLang="en-US"/>
          </a:p>
        </p:txBody>
      </p:sp>
      <p:sp>
        <p:nvSpPr>
          <p:cNvPr id="6" name="文本占位符 5"/>
          <p:cNvSpPr>
            <a:spLocks noGrp="1"/>
          </p:cNvSpPr>
          <p:nvPr>
            <p:ph type="body" sz="quarter" idx="14"/>
          </p:nvPr>
        </p:nvSpPr>
        <p:spPr/>
        <p:txBody>
          <a:bodyPr/>
          <a:lstStyle/>
          <a:p>
            <a:r>
              <a:rPr>
                <a:sym typeface="+mn-ea"/>
              </a:rPr>
              <a:t>中国金融类数据</a:t>
            </a:r>
            <a:endParaRPr lang="zh-CN" altLang="en-US"/>
          </a:p>
          <a:p>
            <a:endParaRPr lang="zh-CN" altLang="en-US"/>
          </a:p>
        </p:txBody>
      </p:sp>
      <p:sp>
        <p:nvSpPr>
          <p:cNvPr id="7" name="文本占位符 6"/>
          <p:cNvSpPr>
            <a:spLocks noGrp="1"/>
          </p:cNvSpPr>
          <p:nvPr>
            <p:ph type="body" sz="quarter" idx="15"/>
          </p:nvPr>
        </p:nvSpPr>
        <p:spPr/>
        <p:txBody>
          <a:bodyPr/>
          <a:lstStyle/>
          <a:p>
            <a:r>
              <a:rPr>
                <a:sym typeface="+mn-ea"/>
              </a:rPr>
              <a:t>中国相关部门数据</a:t>
            </a:r>
            <a:endParaRPr lang="zh-CN" altLang="en-US"/>
          </a:p>
        </p:txBody>
      </p:sp>
      <p:sp>
        <p:nvSpPr>
          <p:cNvPr id="8" name="文本占位符 7"/>
          <p:cNvSpPr>
            <a:spLocks noGrp="1"/>
          </p:cNvSpPr>
          <p:nvPr>
            <p:ph type="body" sz="quarter" idx="17"/>
          </p:nvPr>
        </p:nvSpPr>
        <p:spPr/>
        <p:txBody>
          <a:bodyPr/>
          <a:lstStyle/>
          <a:p>
            <a:r>
              <a:rPr>
                <a:sym typeface="+mn-ea"/>
              </a:rPr>
              <a:t>美国主要宏观指标</a:t>
            </a:r>
            <a:endParaRPr lang="zh-CN" altLang="en-US"/>
          </a:p>
        </p:txBody>
      </p:sp>
      <p:sp>
        <p:nvSpPr>
          <p:cNvPr id="9" name="文本占位符 8"/>
          <p:cNvSpPr>
            <a:spLocks noGrp="1"/>
          </p:cNvSpPr>
          <p:nvPr>
            <p:ph type="body" sz="quarter" idx="19"/>
          </p:nvPr>
        </p:nvSpPr>
        <p:spPr/>
        <p:txBody>
          <a:bodyPr/>
          <a:lstStyle/>
          <a:p>
            <a:r>
              <a:rPr lang="zh-CN" altLang="en-US"/>
              <a:t>其他国家地区宏观指标</a:t>
            </a:r>
          </a:p>
        </p:txBody>
      </p:sp>
      <p:sp>
        <p:nvSpPr>
          <p:cNvPr id="10" name="文本占位符 9"/>
          <p:cNvSpPr>
            <a:spLocks noGrp="1"/>
          </p:cNvSpPr>
          <p:nvPr>
            <p:ph type="body" sz="quarter" idx="21"/>
          </p:nvPr>
        </p:nvSpPr>
        <p:spPr/>
        <p:txBody>
          <a:bodyPr/>
          <a:lstStyle/>
          <a:p>
            <a:r>
              <a:rPr lang="zh-CN" altLang="en-US"/>
              <a:t>通达信特色宏观指标</a:t>
            </a:r>
          </a:p>
        </p:txBody>
      </p:sp>
      <p:sp>
        <p:nvSpPr>
          <p:cNvPr id="11" name="文本占位符 10"/>
          <p:cNvSpPr>
            <a:spLocks noGrp="1"/>
          </p:cNvSpPr>
          <p:nvPr>
            <p:ph type="body" sz="quarter" idx="23"/>
          </p:nvPr>
        </p:nvSpPr>
        <p:spPr/>
        <p:txBody>
          <a:bodyPr/>
          <a:lstStyle/>
          <a:p>
            <a:r>
              <a:rPr lang="zh-CN" sz="1200" dirty="0">
                <a:cs typeface="Times New Roman" panose="02020603050405020304"/>
                <a:sym typeface="+mn-ea"/>
              </a:rPr>
              <a:t>收录了国家统计局公布的</a:t>
            </a:r>
            <a:r>
              <a:rPr lang="zh-CN" altLang="en-US" sz="1200" dirty="0">
                <a:cs typeface="宋体" panose="02010600030101010101" pitchFamily="2" charset="-122"/>
                <a:sym typeface="+mn-ea"/>
              </a:rPr>
              <a:t>国民经济核算、工业、人口、价格指数、贸易、投资、金融、财政等</a:t>
            </a:r>
            <a:r>
              <a:rPr lang="zh-CN" sz="1200" dirty="0">
                <a:cs typeface="Times New Roman" panose="02020603050405020304"/>
                <a:sym typeface="+mn-ea"/>
              </a:rPr>
              <a:t>各</a:t>
            </a:r>
            <a:r>
              <a:rPr lang="zh-CN" altLang="en-US" sz="1200" dirty="0">
                <a:cs typeface="Times New Roman" panose="02020603050405020304"/>
                <a:sym typeface="+mn-ea"/>
              </a:rPr>
              <a:t>个</a:t>
            </a:r>
            <a:r>
              <a:rPr lang="zh-CN" sz="1200" dirty="0">
                <a:cs typeface="Times New Roman" panose="02020603050405020304"/>
                <a:sym typeface="+mn-ea"/>
              </a:rPr>
              <a:t>项目的月频、季频、年频数据及其衍生数据</a:t>
            </a:r>
            <a:endParaRPr lang="zh-CN" altLang="en-US" sz="1200"/>
          </a:p>
          <a:p>
            <a:endParaRPr lang="zh-CN" altLang="en-US" sz="1200"/>
          </a:p>
        </p:txBody>
      </p:sp>
      <p:sp>
        <p:nvSpPr>
          <p:cNvPr id="12" name="文本占位符 11"/>
          <p:cNvSpPr>
            <a:spLocks noGrp="1"/>
          </p:cNvSpPr>
          <p:nvPr>
            <p:ph type="body" sz="quarter" idx="24"/>
          </p:nvPr>
        </p:nvSpPr>
        <p:spPr/>
        <p:txBody>
          <a:bodyPr/>
          <a:lstStyle/>
          <a:p>
            <a:r>
              <a:rPr lang="zh-CN" altLang="en-US" sz="1200" dirty="0">
                <a:cs typeface="微软雅黑" panose="020B0503020204020204" charset="-122"/>
                <a:sym typeface="+mn-ea"/>
              </a:rPr>
              <a:t>涵盖中国人民银行、证监会、国家外汇管理局等发布的</a:t>
            </a:r>
            <a:r>
              <a:rPr lang="zh-CN" sz="1200" dirty="0">
                <a:sym typeface="+mn-ea"/>
              </a:rPr>
              <a:t>货币供应量、社会融资规模、人民币贷款、利率等金融数据以及汇率、债券收益率、股票市场数据</a:t>
            </a:r>
            <a:r>
              <a:rPr sz="1200" dirty="0">
                <a:sym typeface="+mn-ea"/>
              </a:rPr>
              <a:t>等</a:t>
            </a:r>
            <a:endParaRPr lang="zh-CN" altLang="en-US" sz="1200"/>
          </a:p>
          <a:p>
            <a:endParaRPr lang="zh-CN" altLang="en-US" sz="1200"/>
          </a:p>
        </p:txBody>
      </p:sp>
      <p:sp>
        <p:nvSpPr>
          <p:cNvPr id="13" name="文本占位符 12"/>
          <p:cNvSpPr>
            <a:spLocks noGrp="1"/>
          </p:cNvSpPr>
          <p:nvPr>
            <p:ph type="body" sz="quarter" idx="25"/>
          </p:nvPr>
        </p:nvSpPr>
        <p:spPr/>
        <p:txBody>
          <a:bodyPr/>
          <a:lstStyle/>
          <a:p>
            <a:r>
              <a:rPr lang="zh-CN" altLang="en-US" sz="1200" dirty="0">
                <a:cs typeface="Times New Roman" panose="02020603050405020304" charset="0"/>
                <a:sym typeface="+mn-ea"/>
              </a:rPr>
              <a:t>包括海关总署发布的进出口数据以及商务部、国资委、工信部等部门发布的相关数据</a:t>
            </a:r>
          </a:p>
          <a:p>
            <a:endParaRPr lang="zh-CN" altLang="en-US" sz="1200" dirty="0">
              <a:cs typeface="Times New Roman" panose="02020603050405020304" charset="0"/>
              <a:sym typeface="+mn-ea"/>
            </a:endParaRPr>
          </a:p>
        </p:txBody>
      </p:sp>
      <p:sp>
        <p:nvSpPr>
          <p:cNvPr id="14" name="文本占位符 13"/>
          <p:cNvSpPr>
            <a:spLocks noGrp="1"/>
          </p:cNvSpPr>
          <p:nvPr>
            <p:ph type="body" sz="quarter" idx="26"/>
          </p:nvPr>
        </p:nvSpPr>
        <p:spPr/>
        <p:txBody>
          <a:bodyPr/>
          <a:lstStyle/>
          <a:p>
            <a:r>
              <a:rPr lang="zh-CN" altLang="en-US" sz="1200">
                <a:sym typeface="+mn-ea"/>
              </a:rPr>
              <a:t>包括</a:t>
            </a:r>
            <a:r>
              <a:rPr lang="en-US" altLang="zh-CN" sz="1200">
                <a:sym typeface="+mn-ea"/>
              </a:rPr>
              <a:t>OECD</a:t>
            </a:r>
            <a:r>
              <a:rPr lang="zh-CN" altLang="en-US" sz="1200">
                <a:sym typeface="+mn-ea"/>
              </a:rPr>
              <a:t>、</a:t>
            </a:r>
            <a:r>
              <a:rPr sz="1200" dirty="0">
                <a:sym typeface="+mn-ea"/>
              </a:rPr>
              <a:t>美国经济分析局</a:t>
            </a:r>
            <a:r>
              <a:rPr lang="zh-CN" sz="1200" dirty="0">
                <a:sym typeface="+mn-ea"/>
              </a:rPr>
              <a:t>、</a:t>
            </a:r>
            <a:r>
              <a:rPr sz="1200">
                <a:sym typeface="+mn-ea"/>
              </a:rPr>
              <a:t>美国人口普查局</a:t>
            </a:r>
            <a:r>
              <a:rPr lang="zh-CN" sz="1200">
                <a:sym typeface="+mn-ea"/>
              </a:rPr>
              <a:t>、</a:t>
            </a:r>
            <a:r>
              <a:rPr sz="1200" dirty="0">
                <a:sym typeface="+mn-ea"/>
              </a:rPr>
              <a:t>美国劳工统计局</a:t>
            </a:r>
            <a:r>
              <a:rPr lang="zh-CN" sz="1200" dirty="0">
                <a:sym typeface="+mn-ea"/>
              </a:rPr>
              <a:t>、</a:t>
            </a:r>
            <a:r>
              <a:rPr lang="zh-CN" altLang="en-US" sz="1200">
                <a:sym typeface="+mn-ea"/>
              </a:rPr>
              <a:t>联邦储备经济数据库等一手权威源</a:t>
            </a:r>
            <a:endParaRPr lang="zh-CN" altLang="en-US" sz="1200">
              <a:cs typeface="微软雅黑" panose="020B0503020204020204" charset="-122"/>
              <a:sym typeface="+mn-ea"/>
            </a:endParaRPr>
          </a:p>
          <a:p>
            <a:endParaRPr lang="zh-CN" altLang="en-US" sz="1200" dirty="0">
              <a:sym typeface="+mn-ea"/>
            </a:endParaRPr>
          </a:p>
        </p:txBody>
      </p:sp>
      <p:sp>
        <p:nvSpPr>
          <p:cNvPr id="15" name="文本占位符 14"/>
          <p:cNvSpPr>
            <a:spLocks noGrp="1"/>
          </p:cNvSpPr>
          <p:nvPr>
            <p:ph type="body" sz="quarter" idx="27"/>
          </p:nvPr>
        </p:nvSpPr>
        <p:spPr/>
        <p:txBody>
          <a:bodyPr/>
          <a:lstStyle/>
          <a:p>
            <a:r>
              <a:rPr lang="zh-CN" altLang="en-US" sz="1200">
                <a:sym typeface="+mn-ea"/>
              </a:rPr>
              <a:t>包括世界银行、经合组织、国际能源署、</a:t>
            </a:r>
            <a:r>
              <a:rPr lang="zh-CN" altLang="en-US" sz="1200">
                <a:cs typeface="微软雅黑" panose="020B0503020204020204" charset="-122"/>
                <a:sym typeface="+mn-ea"/>
              </a:rPr>
              <a:t>日本、欧盟等国家和地区公布的数据，如日本内阁府、日本</a:t>
            </a:r>
            <a:r>
              <a:rPr lang="en-US" altLang="zh-CN" sz="1200">
                <a:cs typeface="微软雅黑" panose="020B0503020204020204" charset="-122"/>
                <a:sym typeface="+mn-ea"/>
              </a:rPr>
              <a:t>e-Stat</a:t>
            </a:r>
            <a:r>
              <a:rPr lang="zh-CN" altLang="en-US" sz="1200">
                <a:cs typeface="微软雅黑" panose="020B0503020204020204" charset="-122"/>
                <a:sym typeface="+mn-ea"/>
              </a:rPr>
              <a:t>、欧洲统计局、欧洲央行等。</a:t>
            </a:r>
          </a:p>
        </p:txBody>
      </p:sp>
      <p:sp>
        <p:nvSpPr>
          <p:cNvPr id="16" name="文本占位符 15"/>
          <p:cNvSpPr>
            <a:spLocks noGrp="1"/>
          </p:cNvSpPr>
          <p:nvPr>
            <p:ph type="body" sz="quarter" idx="28"/>
          </p:nvPr>
        </p:nvSpPr>
        <p:spPr/>
        <p:txBody>
          <a:bodyPr/>
          <a:lstStyle/>
          <a:p>
            <a:pPr>
              <a:buNone/>
            </a:pPr>
            <a:r>
              <a:rPr lang="zh-CN" altLang="en-US" sz="1200">
                <a:cs typeface="微软雅黑" panose="020B0503020204020204" charset="-122"/>
                <a:sym typeface="+mn-ea"/>
              </a:rPr>
              <a:t>从各大机构发布的研报中提取相应的数据，通过汇集、分类、整理形成特色化的数据，如宏观经济预测数据等</a:t>
            </a:r>
            <a:endParaRPr lang="zh-CN" altLang="en-US" sz="1200">
              <a:cs typeface="微软雅黑" panose="020B0503020204020204" charset="-122"/>
            </a:endParaRPr>
          </a:p>
        </p:txBody>
      </p:sp>
    </p:spTree>
    <p:extLst>
      <p:ext uri="{BB962C8B-B14F-4D97-AF65-F5344CB8AC3E}">
        <p14:creationId xmlns:p14="http://schemas.microsoft.com/office/powerpoint/2010/main" val="4966196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sz="2400" dirty="0">
                <a:sym typeface="+mn-ea"/>
              </a:rPr>
              <a:t>3-1 </a:t>
            </a:r>
            <a:r>
              <a:rPr lang="zh-CN" altLang="en-US" sz="2400" dirty="0">
                <a:sym typeface="+mn-ea"/>
              </a:rPr>
              <a:t>宏观数据来源</a:t>
            </a:r>
            <a:endParaRPr lang="zh-CN" altLang="en-US" sz="2400" b="0" dirty="0">
              <a:sym typeface="+mn-ea"/>
            </a:endParaRPr>
          </a:p>
        </p:txBody>
      </p:sp>
      <p:sp>
        <p:nvSpPr>
          <p:cNvPr id="102" name="圆角矩形 101"/>
          <p:cNvSpPr/>
          <p:nvPr>
            <p:custDataLst>
              <p:tags r:id="rId3"/>
            </p:custDataLst>
          </p:nvPr>
        </p:nvSpPr>
        <p:spPr>
          <a:xfrm>
            <a:off x="1156335" y="1269365"/>
            <a:ext cx="3039745" cy="1640840"/>
          </a:xfrm>
          <a:prstGeom prst="roundRect">
            <a:avLst/>
          </a:prstGeom>
          <a:noFill/>
          <a:ln w="12700">
            <a:solidFill>
              <a:srgbClr val="BE2623"/>
            </a:solidFill>
            <a:prstDash val="sysDot"/>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0" name="文本框 19"/>
          <p:cNvSpPr txBox="1"/>
          <p:nvPr>
            <p:custDataLst>
              <p:tags r:id="rId4"/>
            </p:custDataLst>
          </p:nvPr>
        </p:nvSpPr>
        <p:spPr>
          <a:xfrm>
            <a:off x="5277485" y="3351530"/>
            <a:ext cx="1642745" cy="1092835"/>
          </a:xfrm>
          <a:prstGeom prst="rect">
            <a:avLst/>
          </a:prstGeom>
          <a:noFill/>
        </p:spPr>
        <p:txBody>
          <a:bodyPr wrap="square" bIns="0" rtlCol="0"/>
          <a:lstStyle/>
          <a:p>
            <a:pPr algn="ctr"/>
            <a:r>
              <a:rPr lang="zh-CN" altLang="en-US" sz="2800" b="1" spc="300" dirty="0">
                <a:solidFill>
                  <a:srgbClr val="333333"/>
                </a:solidFill>
                <a:latin typeface="微软雅黑" panose="020B0503020204020204" charset="-122"/>
                <a:ea typeface="微软雅黑" panose="020B0503020204020204" charset="-122"/>
              </a:rPr>
              <a:t>统计局数据</a:t>
            </a:r>
          </a:p>
        </p:txBody>
      </p:sp>
      <p:sp>
        <p:nvSpPr>
          <p:cNvPr id="21" name="文本框 20"/>
          <p:cNvSpPr txBox="1"/>
          <p:nvPr>
            <p:custDataLst>
              <p:tags r:id="rId5"/>
            </p:custDataLst>
          </p:nvPr>
        </p:nvSpPr>
        <p:spPr>
          <a:xfrm flipH="1">
            <a:off x="1558925" y="1753235"/>
            <a:ext cx="2451100" cy="1068070"/>
          </a:xfrm>
          <a:prstGeom prst="rect">
            <a:avLst/>
          </a:prstGeom>
          <a:noFill/>
        </p:spPr>
        <p:txBody>
          <a:bodyPr wrap="square" rtlCol="0">
            <a:noAutofit/>
          </a:bodyPr>
          <a:lstStyle/>
          <a:p>
            <a:pPr algn="just" fontAlgn="auto">
              <a:lnSpc>
                <a:spcPct val="130000"/>
              </a:lnSpc>
              <a:spcAft>
                <a:spcPts val="1000"/>
              </a:spcAft>
            </a:pPr>
            <a:r>
              <a:rPr lang="zh-CN" sz="1200" spc="150" dirty="0">
                <a:solidFill>
                  <a:schemeClr val="tx1"/>
                </a:solidFill>
                <a:latin typeface="微软雅黑" panose="020B0503020204020204" charset="-122"/>
                <a:ea typeface="微软雅黑" panose="020B0503020204020204" charset="-122"/>
                <a:cs typeface="Microsoft YaHei Regular" panose="020B0502040204020203" charset="-122"/>
                <a:sym typeface="+mn-ea"/>
              </a:rPr>
              <a:t>涵盖中国、美国、日本等全球多个国家和地区宏观经济数据</a:t>
            </a:r>
            <a:r>
              <a:rPr lang="zh-CN" altLang="en-US" sz="1200" spc="150">
                <a:latin typeface="微软雅黑" panose="020B0503020204020204" charset="-122"/>
                <a:ea typeface="微软雅黑" panose="020B0503020204020204" charset="-122"/>
                <a:sym typeface="+mn-ea"/>
              </a:rPr>
              <a:t>，可追溯时间长</a:t>
            </a:r>
            <a:endParaRPr lang="zh-CN" altLang="en-US" sz="1200" spc="150" dirty="0">
              <a:solidFill>
                <a:schemeClr val="tx1"/>
              </a:solidFill>
              <a:latin typeface="微软雅黑" panose="020B0503020204020204" charset="-122"/>
              <a:ea typeface="微软雅黑" panose="020B0503020204020204" charset="-122"/>
              <a:cs typeface="Microsoft YaHei Regular" panose="020B0502040204020203" charset="-122"/>
            </a:endParaRPr>
          </a:p>
          <a:p>
            <a:pPr algn="just" fontAlgn="auto">
              <a:lnSpc>
                <a:spcPct val="130000"/>
              </a:lnSpc>
              <a:spcAft>
                <a:spcPts val="1000"/>
              </a:spcAft>
            </a:pPr>
            <a:endParaRPr lang="zh-CN" altLang="en-US" sz="1200" spc="150" dirty="0">
              <a:solidFill>
                <a:schemeClr val="tx1"/>
              </a:solidFill>
              <a:latin typeface="微软雅黑" panose="020B0503020204020204" charset="-122"/>
              <a:ea typeface="微软雅黑" panose="020B0503020204020204" charset="-122"/>
              <a:cs typeface="Microsoft YaHei Regular" panose="020B0502040204020203" charset="-122"/>
              <a:sym typeface="+mn-ea"/>
            </a:endParaRPr>
          </a:p>
        </p:txBody>
      </p:sp>
      <p:sp>
        <p:nvSpPr>
          <p:cNvPr id="24" name="文本框 23"/>
          <p:cNvSpPr txBox="1"/>
          <p:nvPr>
            <p:custDataLst>
              <p:tags r:id="rId6"/>
            </p:custDataLst>
          </p:nvPr>
        </p:nvSpPr>
        <p:spPr>
          <a:xfrm>
            <a:off x="1562735" y="1346835"/>
            <a:ext cx="1731010" cy="398780"/>
          </a:xfrm>
          <a:prstGeom prst="rect">
            <a:avLst/>
          </a:prstGeom>
          <a:noFill/>
        </p:spPr>
        <p:txBody>
          <a:bodyPr wrap="square" bIns="0" rtlCol="0"/>
          <a:lstStyle/>
          <a:p>
            <a:pPr algn="l"/>
            <a:r>
              <a:rPr lang="zh-CN" altLang="en-US" sz="2000" b="1" spc="300">
                <a:solidFill>
                  <a:schemeClr val="tx1"/>
                </a:solidFill>
                <a:latin typeface="微软雅黑" panose="020B0503020204020204" charset="-122"/>
                <a:ea typeface="微软雅黑" panose="020B0503020204020204" charset="-122"/>
              </a:rPr>
              <a:t>涵盖范围广</a:t>
            </a:r>
          </a:p>
        </p:txBody>
      </p:sp>
      <p:sp>
        <p:nvSpPr>
          <p:cNvPr id="27" name="文本框 26"/>
          <p:cNvSpPr txBox="1"/>
          <p:nvPr>
            <p:custDataLst>
              <p:tags r:id="rId7"/>
            </p:custDataLst>
          </p:nvPr>
        </p:nvSpPr>
        <p:spPr>
          <a:xfrm flipH="1">
            <a:off x="8416925" y="4991735"/>
            <a:ext cx="2496820" cy="906780"/>
          </a:xfrm>
          <a:prstGeom prst="rect">
            <a:avLst/>
          </a:prstGeom>
          <a:noFill/>
        </p:spPr>
        <p:txBody>
          <a:bodyPr wrap="square" rtlCol="0">
            <a:noAutofit/>
          </a:bodyPr>
          <a:lstStyle/>
          <a:p>
            <a:pPr lvl="0" algn="l">
              <a:lnSpc>
                <a:spcPct val="130000"/>
              </a:lnSpc>
              <a:spcAft>
                <a:spcPts val="1000"/>
              </a:spcAft>
              <a:buClrTx/>
              <a:buSzTx/>
              <a:buFontTx/>
            </a:pPr>
            <a:r>
              <a:rPr lang="zh-CN" altLang="en-US" sz="1200" spc="150">
                <a:latin typeface="微软雅黑" panose="020B0503020204020204" charset="-122"/>
                <a:ea typeface="微软雅黑" panose="020B0503020204020204" charset="-122"/>
                <a:sym typeface="+mn-ea"/>
              </a:rPr>
              <a:t>核心数据在数据发布后</a:t>
            </a:r>
            <a:r>
              <a:rPr lang="zh-CN" altLang="en-US" sz="1200" b="1" spc="150">
                <a:solidFill>
                  <a:srgbClr val="C00000"/>
                </a:solidFill>
                <a:latin typeface="微软雅黑" panose="020B0503020204020204" charset="-122"/>
                <a:ea typeface="微软雅黑" panose="020B0503020204020204" charset="-122"/>
                <a:sym typeface="+mn-ea"/>
              </a:rPr>
              <a:t>15分钟内</a:t>
            </a:r>
            <a:r>
              <a:rPr lang="zh-CN" altLang="en-US" sz="1200" spc="150">
                <a:latin typeface="微软雅黑" panose="020B0503020204020204" charset="-122"/>
                <a:ea typeface="微软雅黑" panose="020B0503020204020204" charset="-122"/>
                <a:sym typeface="+mn-ea"/>
              </a:rPr>
              <a:t>即可更新至数据库，数据同步系统高效实用，可以全面满足各类群体的投研、分析等各类业务需求。</a:t>
            </a:r>
            <a:endParaRPr lang="zh-CN" altLang="en-US" sz="1200" spc="150" dirty="0">
              <a:solidFill>
                <a:schemeClr val="tx1"/>
              </a:solidFill>
              <a:latin typeface="微软雅黑" panose="020B0503020204020204" charset="-122"/>
              <a:ea typeface="微软雅黑" panose="020B0503020204020204" charset="-122"/>
              <a:cs typeface="Microsoft YaHei Regular" panose="020B0502040204020203" charset="-122"/>
            </a:endParaRPr>
          </a:p>
        </p:txBody>
      </p:sp>
      <p:sp>
        <p:nvSpPr>
          <p:cNvPr id="31" name="文本框 30"/>
          <p:cNvSpPr txBox="1"/>
          <p:nvPr>
            <p:custDataLst>
              <p:tags r:id="rId8"/>
            </p:custDataLst>
          </p:nvPr>
        </p:nvSpPr>
        <p:spPr>
          <a:xfrm>
            <a:off x="8416925" y="4620895"/>
            <a:ext cx="2059940" cy="398780"/>
          </a:xfrm>
          <a:prstGeom prst="rect">
            <a:avLst/>
          </a:prstGeom>
          <a:noFill/>
        </p:spPr>
        <p:txBody>
          <a:bodyPr wrap="square" bIns="0" rtlCol="0">
            <a:noAutofit/>
          </a:bodyPr>
          <a:lstStyle/>
          <a:p>
            <a:pPr lvl="0" algn="l">
              <a:buClrTx/>
              <a:buSzTx/>
              <a:buFontTx/>
            </a:pPr>
            <a:r>
              <a:rPr lang="zh-CN" altLang="en-US" sz="2000" b="1" spc="300">
                <a:latin typeface="微软雅黑" panose="020B0503020204020204" charset="-122"/>
                <a:ea typeface="微软雅黑" panose="020B0503020204020204" charset="-122"/>
                <a:sym typeface="+mn-ea"/>
              </a:rPr>
              <a:t>运维更新及时</a:t>
            </a:r>
          </a:p>
        </p:txBody>
      </p:sp>
      <p:sp>
        <p:nvSpPr>
          <p:cNvPr id="34" name="文本框 33"/>
          <p:cNvSpPr txBox="1"/>
          <p:nvPr>
            <p:custDataLst>
              <p:tags r:id="rId9"/>
            </p:custDataLst>
          </p:nvPr>
        </p:nvSpPr>
        <p:spPr>
          <a:xfrm flipH="1">
            <a:off x="1661795" y="4987925"/>
            <a:ext cx="2482850" cy="636905"/>
          </a:xfrm>
          <a:prstGeom prst="rect">
            <a:avLst/>
          </a:prstGeom>
          <a:noFill/>
        </p:spPr>
        <p:txBody>
          <a:bodyPr wrap="square" rtlCol="0">
            <a:noAutofit/>
          </a:bodyPr>
          <a:lstStyle/>
          <a:p>
            <a:pPr lvl="0" algn="l">
              <a:lnSpc>
                <a:spcPct val="130000"/>
              </a:lnSpc>
              <a:spcAft>
                <a:spcPts val="1000"/>
              </a:spcAft>
              <a:buClrTx/>
              <a:buSzTx/>
              <a:buFontTx/>
            </a:pPr>
            <a:r>
              <a:rPr lang="zh-CN" altLang="en-US" sz="1200" spc="150">
                <a:latin typeface="微软雅黑" panose="020B0503020204020204" charset="-122"/>
                <a:ea typeface="微软雅黑" panose="020B0503020204020204" charset="-122"/>
                <a:sym typeface="+mn-ea"/>
              </a:rPr>
              <a:t>包括年度、季度、月度数据等，不仅收录相关机构公布的宏观数据，还在此基础上根据用户需求生产特色化的衍生数据，以满足用户的多样化需求</a:t>
            </a:r>
          </a:p>
        </p:txBody>
      </p:sp>
      <p:sp>
        <p:nvSpPr>
          <p:cNvPr id="35" name="文本框 34"/>
          <p:cNvSpPr txBox="1"/>
          <p:nvPr>
            <p:custDataLst>
              <p:tags r:id="rId10"/>
            </p:custDataLst>
          </p:nvPr>
        </p:nvSpPr>
        <p:spPr>
          <a:xfrm>
            <a:off x="1661795" y="4642803"/>
            <a:ext cx="1893570" cy="398780"/>
          </a:xfrm>
          <a:prstGeom prst="rect">
            <a:avLst/>
          </a:prstGeom>
          <a:noFill/>
        </p:spPr>
        <p:txBody>
          <a:bodyPr wrap="square" bIns="0" rtlCol="0">
            <a:normAutofit fontScale="90000"/>
          </a:bodyPr>
          <a:lstStyle/>
          <a:p>
            <a:pPr algn="l"/>
            <a:r>
              <a:rPr lang="zh-CN" altLang="en-US" sz="2000" b="1" spc="300">
                <a:solidFill>
                  <a:schemeClr val="tx1"/>
                </a:solidFill>
                <a:latin typeface="微软雅黑" panose="020B0503020204020204" charset="-122"/>
                <a:ea typeface="微软雅黑" panose="020B0503020204020204" charset="-122"/>
                <a:sym typeface="+mn-ea"/>
              </a:rPr>
              <a:t>数据格式丰富</a:t>
            </a:r>
          </a:p>
        </p:txBody>
      </p:sp>
      <p:sp>
        <p:nvSpPr>
          <p:cNvPr id="36" name="文本框 35"/>
          <p:cNvSpPr txBox="1"/>
          <p:nvPr>
            <p:custDataLst>
              <p:tags r:id="rId11"/>
            </p:custDataLst>
          </p:nvPr>
        </p:nvSpPr>
        <p:spPr>
          <a:xfrm flipH="1">
            <a:off x="8352155" y="1709420"/>
            <a:ext cx="2454275" cy="1050925"/>
          </a:xfrm>
          <a:prstGeom prst="rect">
            <a:avLst/>
          </a:prstGeom>
          <a:noFill/>
        </p:spPr>
        <p:txBody>
          <a:bodyPr wrap="square" rtlCol="0">
            <a:noAutofit/>
          </a:bodyPr>
          <a:lstStyle/>
          <a:p>
            <a:pPr lvl="0" algn="just">
              <a:lnSpc>
                <a:spcPct val="130000"/>
              </a:lnSpc>
              <a:spcAft>
                <a:spcPts val="1000"/>
              </a:spcAft>
              <a:buClrTx/>
              <a:buSzTx/>
              <a:buFontTx/>
            </a:pPr>
            <a:r>
              <a:rPr lang="zh-CN" sz="1200" spc="150" dirty="0">
                <a:latin typeface="微软雅黑" panose="020B0503020204020204" charset="-122"/>
                <a:ea typeface="微软雅黑" panose="020B0503020204020204" charset="-122"/>
                <a:cs typeface="Microsoft YaHei Regular" panose="020B0502040204020203" charset="-122"/>
                <a:sym typeface="+mn-ea"/>
              </a:rPr>
              <a:t>通过智能识别技术和专门质检团队层层把关，</a:t>
            </a:r>
            <a:r>
              <a:rPr lang="zh-CN" altLang="en-US" sz="1200">
                <a:cs typeface="微软雅黑" panose="020B0503020204020204" charset="-122"/>
                <a:sym typeface="+mn-ea"/>
              </a:rPr>
              <a:t>对结构化表格、图片表格以及pdf、txt、json、xml、XBRL等非机构号数据进行标准化处理，保障数据质量。</a:t>
            </a:r>
            <a:endParaRPr lang="zh-CN" altLang="en-US" sz="1200">
              <a:cs typeface="微软雅黑" panose="020B0503020204020204" charset="-122"/>
            </a:endParaRPr>
          </a:p>
          <a:p>
            <a:pPr lvl="0" algn="just">
              <a:lnSpc>
                <a:spcPct val="130000"/>
              </a:lnSpc>
              <a:spcAft>
                <a:spcPts val="1000"/>
              </a:spcAft>
              <a:buClrTx/>
              <a:buSzTx/>
              <a:buFontTx/>
            </a:pPr>
            <a:endParaRPr lang="zh-CN" sz="1200" spc="150" dirty="0">
              <a:latin typeface="微软雅黑" panose="020B0503020204020204" charset="-122"/>
              <a:ea typeface="微软雅黑" panose="020B0503020204020204" charset="-122"/>
              <a:cs typeface="Microsoft YaHei Regular" panose="020B0502040204020203" charset="-122"/>
              <a:sym typeface="+mn-ea"/>
            </a:endParaRPr>
          </a:p>
        </p:txBody>
      </p:sp>
      <p:sp>
        <p:nvSpPr>
          <p:cNvPr id="38" name="文本框 37"/>
          <p:cNvSpPr txBox="1"/>
          <p:nvPr>
            <p:custDataLst>
              <p:tags r:id="rId12"/>
            </p:custDataLst>
          </p:nvPr>
        </p:nvSpPr>
        <p:spPr>
          <a:xfrm>
            <a:off x="8348345" y="1346518"/>
            <a:ext cx="2780665" cy="398780"/>
          </a:xfrm>
          <a:prstGeom prst="rect">
            <a:avLst/>
          </a:prstGeom>
          <a:noFill/>
        </p:spPr>
        <p:txBody>
          <a:bodyPr wrap="square" bIns="0" rtlCol="0">
            <a:normAutofit/>
          </a:bodyPr>
          <a:lstStyle/>
          <a:p>
            <a:pPr algn="l"/>
            <a:r>
              <a:rPr lang="zh-CN" altLang="en-US" sz="2000" b="1" spc="300">
                <a:solidFill>
                  <a:schemeClr val="tx1"/>
                </a:solidFill>
                <a:latin typeface="微软雅黑" panose="020B0503020204020204" charset="-122"/>
                <a:ea typeface="微软雅黑" panose="020B0503020204020204" charset="-122"/>
                <a:sym typeface="+mn-ea"/>
              </a:rPr>
              <a:t>数据质量高</a:t>
            </a:r>
          </a:p>
        </p:txBody>
      </p:sp>
      <p:grpSp>
        <p:nvGrpSpPr>
          <p:cNvPr id="40" name="组合 39"/>
          <p:cNvGrpSpPr/>
          <p:nvPr/>
        </p:nvGrpSpPr>
        <p:grpSpPr>
          <a:xfrm>
            <a:off x="4125595" y="1912620"/>
            <a:ext cx="3949065" cy="3948430"/>
            <a:chOff x="6469" y="2811"/>
            <a:chExt cx="6219" cy="6218"/>
          </a:xfrm>
        </p:grpSpPr>
        <p:grpSp>
          <p:nvGrpSpPr>
            <p:cNvPr id="41" name="组合 40"/>
            <p:cNvGrpSpPr/>
            <p:nvPr/>
          </p:nvGrpSpPr>
          <p:grpSpPr>
            <a:xfrm>
              <a:off x="6572" y="2898"/>
              <a:ext cx="6116" cy="6116"/>
              <a:chOff x="6572" y="2898"/>
              <a:chExt cx="6116" cy="6116"/>
            </a:xfrm>
          </p:grpSpPr>
          <p:sp>
            <p:nvSpPr>
              <p:cNvPr id="42" name="空心弧 41"/>
              <p:cNvSpPr/>
              <p:nvPr>
                <p:custDataLst>
                  <p:tags r:id="rId33"/>
                </p:custDataLst>
              </p:nvPr>
            </p:nvSpPr>
            <p:spPr>
              <a:xfrm rot="18000000">
                <a:off x="6572" y="2898"/>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3" name="图片 42" descr="/Users/yangli/Downloads/切图/1/品类齐全-白.png品类齐全-白"/>
              <p:cNvPicPr>
                <a:picLocks noChangeAspect="1"/>
              </p:cNvPicPr>
              <p:nvPr>
                <p:custDataLst>
                  <p:tags r:id="rId34"/>
                </p:custDataLst>
              </p:nvPr>
            </p:nvPicPr>
            <p:blipFill>
              <a:blip r:embed="rId36"/>
              <a:srcRect/>
              <a:stretch>
                <a:fillRect/>
              </a:stretch>
            </p:blipFill>
            <p:spPr>
              <a:xfrm>
                <a:off x="10151" y="7705"/>
                <a:ext cx="719" cy="813"/>
              </a:xfrm>
              <a:prstGeom prst="rect">
                <a:avLst/>
              </a:prstGeom>
            </p:spPr>
          </p:pic>
        </p:grpSp>
        <p:grpSp>
          <p:nvGrpSpPr>
            <p:cNvPr id="44" name="组合 43"/>
            <p:cNvGrpSpPr/>
            <p:nvPr/>
          </p:nvGrpSpPr>
          <p:grpSpPr>
            <a:xfrm>
              <a:off x="6469" y="2834"/>
              <a:ext cx="6116" cy="6116"/>
              <a:chOff x="6469" y="2834"/>
              <a:chExt cx="6116" cy="6116"/>
            </a:xfrm>
          </p:grpSpPr>
          <p:sp>
            <p:nvSpPr>
              <p:cNvPr id="45" name="空心弧 44"/>
              <p:cNvSpPr/>
              <p:nvPr>
                <p:custDataLst>
                  <p:tags r:id="rId31"/>
                </p:custDataLst>
              </p:nvPr>
            </p:nvSpPr>
            <p:spPr>
              <a:xfrm rot="3600000">
                <a:off x="6469" y="2834"/>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6" name="图片 45" descr="/Users/yangli/Downloads/切图/1/开放对接-白.png开放对接-白"/>
              <p:cNvPicPr>
                <a:picLocks noChangeAspect="1"/>
              </p:cNvPicPr>
              <p:nvPr>
                <p:custDataLst>
                  <p:tags r:id="rId32"/>
                </p:custDataLst>
              </p:nvPr>
            </p:nvPicPr>
            <p:blipFill>
              <a:blip r:embed="rId37"/>
              <a:srcRect/>
              <a:stretch>
                <a:fillRect/>
              </a:stretch>
            </p:blipFill>
            <p:spPr>
              <a:xfrm>
                <a:off x="6880" y="5228"/>
                <a:ext cx="726" cy="726"/>
              </a:xfrm>
              <a:prstGeom prst="rect">
                <a:avLst/>
              </a:prstGeom>
            </p:spPr>
          </p:pic>
        </p:grpSp>
        <p:grpSp>
          <p:nvGrpSpPr>
            <p:cNvPr id="47" name="组合 46"/>
            <p:cNvGrpSpPr/>
            <p:nvPr/>
          </p:nvGrpSpPr>
          <p:grpSpPr>
            <a:xfrm>
              <a:off x="6518" y="2811"/>
              <a:ext cx="6116" cy="6116"/>
              <a:chOff x="6518" y="2811"/>
              <a:chExt cx="6116" cy="6116"/>
            </a:xfrm>
          </p:grpSpPr>
          <p:sp>
            <p:nvSpPr>
              <p:cNvPr id="48" name="空心弧 47"/>
              <p:cNvSpPr/>
              <p:nvPr>
                <p:custDataLst>
                  <p:tags r:id="rId29"/>
                </p:custDataLst>
              </p:nvPr>
            </p:nvSpPr>
            <p:spPr>
              <a:xfrm rot="7200000">
                <a:off x="6518" y="2811"/>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9" name="图片 48" descr="/Users/yangli/Downloads/切图/1/私有化服务-白.png私有化服务-白"/>
              <p:cNvPicPr>
                <a:picLocks noChangeAspect="1"/>
              </p:cNvPicPr>
              <p:nvPr>
                <p:custDataLst>
                  <p:tags r:id="rId30"/>
                </p:custDataLst>
              </p:nvPr>
            </p:nvPicPr>
            <p:blipFill>
              <a:blip r:embed="rId38"/>
              <a:srcRect/>
              <a:stretch>
                <a:fillRect/>
              </a:stretch>
            </p:blipFill>
            <p:spPr>
              <a:xfrm>
                <a:off x="8283" y="3240"/>
                <a:ext cx="726" cy="803"/>
              </a:xfrm>
              <a:prstGeom prst="rect">
                <a:avLst/>
              </a:prstGeom>
            </p:spPr>
          </p:pic>
        </p:grpSp>
        <p:grpSp>
          <p:nvGrpSpPr>
            <p:cNvPr id="50" name="组合 49"/>
            <p:cNvGrpSpPr/>
            <p:nvPr/>
          </p:nvGrpSpPr>
          <p:grpSpPr>
            <a:xfrm>
              <a:off x="6572" y="2811"/>
              <a:ext cx="6116" cy="6116"/>
              <a:chOff x="6572" y="2811"/>
              <a:chExt cx="6116" cy="6116"/>
            </a:xfrm>
          </p:grpSpPr>
          <p:sp>
            <p:nvSpPr>
              <p:cNvPr id="51" name="空心弧 50"/>
              <p:cNvSpPr/>
              <p:nvPr>
                <p:custDataLst>
                  <p:tags r:id="rId27"/>
                </p:custDataLst>
              </p:nvPr>
            </p:nvSpPr>
            <p:spPr>
              <a:xfrm rot="10800000">
                <a:off x="6572" y="2811"/>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52" name="图片 51" descr="/Users/yangli/Downloads/切图/1/数据输出-白.png数据输出-白"/>
              <p:cNvPicPr>
                <a:picLocks noChangeAspect="1"/>
              </p:cNvPicPr>
              <p:nvPr>
                <p:custDataLst>
                  <p:tags r:id="rId28"/>
                </p:custDataLst>
              </p:nvPr>
            </p:nvPicPr>
            <p:blipFill>
              <a:blip r:embed="rId39"/>
              <a:srcRect/>
              <a:stretch>
                <a:fillRect/>
              </a:stretch>
            </p:blipFill>
            <p:spPr>
              <a:xfrm>
                <a:off x="10949" y="3719"/>
                <a:ext cx="629" cy="726"/>
              </a:xfrm>
              <a:prstGeom prst="rect">
                <a:avLst/>
              </a:prstGeom>
            </p:spPr>
          </p:pic>
        </p:grpSp>
        <p:grpSp>
          <p:nvGrpSpPr>
            <p:cNvPr id="53" name="组合 52"/>
            <p:cNvGrpSpPr/>
            <p:nvPr/>
          </p:nvGrpSpPr>
          <p:grpSpPr>
            <a:xfrm>
              <a:off x="6572" y="2913"/>
              <a:ext cx="6116" cy="6116"/>
              <a:chOff x="6572" y="2913"/>
              <a:chExt cx="6116" cy="6116"/>
            </a:xfrm>
          </p:grpSpPr>
          <p:sp>
            <p:nvSpPr>
              <p:cNvPr id="54" name="空心弧 53"/>
              <p:cNvSpPr/>
              <p:nvPr>
                <p:custDataLst>
                  <p:tags r:id="rId25"/>
                </p:custDataLst>
              </p:nvPr>
            </p:nvSpPr>
            <p:spPr>
              <a:xfrm rot="14400000">
                <a:off x="6572" y="2913"/>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b="1">
                  <a:solidFill>
                    <a:schemeClr val="accent2"/>
                  </a:solidFill>
                  <a:latin typeface="微软雅黑" panose="020B0503020204020204" charset="-122"/>
                  <a:ea typeface="微软雅黑" panose="020B0503020204020204" charset="-122"/>
                </a:endParaRPr>
              </a:p>
            </p:txBody>
          </p:sp>
          <p:pic>
            <p:nvPicPr>
              <p:cNvPr id="57" name="图片 56" descr="/Users/yangli/Downloads/切图/1/栏目丰富-白.png栏目丰富-白"/>
              <p:cNvPicPr>
                <a:picLocks noChangeAspect="1"/>
              </p:cNvPicPr>
              <p:nvPr>
                <p:custDataLst>
                  <p:tags r:id="rId26"/>
                </p:custDataLst>
              </p:nvPr>
            </p:nvPicPr>
            <p:blipFill>
              <a:blip r:embed="rId40"/>
              <a:srcRect/>
              <a:stretch>
                <a:fillRect/>
              </a:stretch>
            </p:blipFill>
            <p:spPr>
              <a:xfrm>
                <a:off x="11578" y="6059"/>
                <a:ext cx="658" cy="762"/>
              </a:xfrm>
              <a:prstGeom prst="rect">
                <a:avLst/>
              </a:prstGeom>
            </p:spPr>
          </p:pic>
        </p:grpSp>
        <p:grpSp>
          <p:nvGrpSpPr>
            <p:cNvPr id="58" name="组合 57"/>
            <p:cNvGrpSpPr/>
            <p:nvPr/>
          </p:nvGrpSpPr>
          <p:grpSpPr>
            <a:xfrm>
              <a:off x="6469" y="2913"/>
              <a:ext cx="6116" cy="6116"/>
              <a:chOff x="6469" y="2913"/>
              <a:chExt cx="6116" cy="6116"/>
            </a:xfrm>
          </p:grpSpPr>
          <p:sp>
            <p:nvSpPr>
              <p:cNvPr id="59" name="空心弧 58"/>
              <p:cNvSpPr/>
              <p:nvPr>
                <p:custDataLst>
                  <p:tags r:id="rId23"/>
                </p:custDataLst>
              </p:nvPr>
            </p:nvSpPr>
            <p:spPr>
              <a:xfrm>
                <a:off x="6469" y="2913"/>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62" name="图片 61" descr="/Users/yangli/Downloads/切图/1/标签化-白.png标签化-白"/>
              <p:cNvPicPr>
                <a:picLocks noChangeAspect="1"/>
              </p:cNvPicPr>
              <p:nvPr>
                <p:custDataLst>
                  <p:tags r:id="rId24"/>
                </p:custDataLst>
              </p:nvPr>
            </p:nvPicPr>
            <p:blipFill>
              <a:blip r:embed="rId41"/>
              <a:srcRect/>
              <a:stretch>
                <a:fillRect/>
              </a:stretch>
            </p:blipFill>
            <p:spPr>
              <a:xfrm>
                <a:off x="7606" y="7384"/>
                <a:ext cx="862" cy="686"/>
              </a:xfrm>
              <a:prstGeom prst="rect">
                <a:avLst/>
              </a:prstGeom>
              <a:noFill/>
            </p:spPr>
          </p:pic>
        </p:grpSp>
      </p:grpSp>
      <p:sp>
        <p:nvSpPr>
          <p:cNvPr id="63" name="圆角矩形 62"/>
          <p:cNvSpPr/>
          <p:nvPr>
            <p:custDataLst>
              <p:tags r:id="rId13"/>
            </p:custDataLst>
          </p:nvPr>
        </p:nvSpPr>
        <p:spPr>
          <a:xfrm>
            <a:off x="8130540" y="4555490"/>
            <a:ext cx="2994660" cy="1765300"/>
          </a:xfrm>
          <a:prstGeom prst="roundRect">
            <a:avLst/>
          </a:prstGeom>
          <a:noFill/>
          <a:ln w="12700">
            <a:solidFill>
              <a:srgbClr val="2F5597"/>
            </a:solidFill>
            <a:prstDash val="sysDot"/>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charset="-122"/>
              <a:ea typeface="微软雅黑" panose="020B0503020204020204" charset="-122"/>
            </a:endParaRPr>
          </a:p>
        </p:txBody>
      </p:sp>
      <p:sp>
        <p:nvSpPr>
          <p:cNvPr id="64" name="圆角矩形 63"/>
          <p:cNvSpPr/>
          <p:nvPr>
            <p:custDataLst>
              <p:tags r:id="rId14"/>
            </p:custDataLst>
          </p:nvPr>
        </p:nvSpPr>
        <p:spPr>
          <a:xfrm>
            <a:off x="1203325" y="4555490"/>
            <a:ext cx="3049905" cy="1765300"/>
          </a:xfrm>
          <a:prstGeom prst="roundRect">
            <a:avLst/>
          </a:prstGeom>
          <a:noFill/>
          <a:ln w="12700">
            <a:solidFill>
              <a:srgbClr val="BE2623"/>
            </a:solidFill>
            <a:prstDash val="sysDot"/>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charset="-122"/>
              <a:ea typeface="微软雅黑" panose="020B0503020204020204" charset="-122"/>
            </a:endParaRPr>
          </a:p>
        </p:txBody>
      </p:sp>
      <p:sp>
        <p:nvSpPr>
          <p:cNvPr id="67" name="圆角矩形 66"/>
          <p:cNvSpPr/>
          <p:nvPr>
            <p:custDataLst>
              <p:tags r:id="rId15"/>
            </p:custDataLst>
          </p:nvPr>
        </p:nvSpPr>
        <p:spPr>
          <a:xfrm>
            <a:off x="8130540" y="1247775"/>
            <a:ext cx="3027045" cy="1692910"/>
          </a:xfrm>
          <a:prstGeom prst="roundRect">
            <a:avLst/>
          </a:prstGeom>
          <a:noFill/>
          <a:ln w="12700">
            <a:solidFill>
              <a:srgbClr val="2F5597"/>
            </a:solidFill>
            <a:prstDash val="sysDot"/>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pic>
        <p:nvPicPr>
          <p:cNvPr id="68" name="图片 67" descr="/Users/yangli/Downloads/切图/1/品类齐全-蓝.png品类齐全-蓝"/>
          <p:cNvPicPr>
            <a:picLocks noChangeAspect="1"/>
          </p:cNvPicPr>
          <p:nvPr>
            <p:custDataLst>
              <p:tags r:id="rId16"/>
            </p:custDataLst>
          </p:nvPr>
        </p:nvPicPr>
        <p:blipFill>
          <a:blip r:embed="rId42"/>
          <a:srcRect/>
          <a:stretch>
            <a:fillRect/>
          </a:stretch>
        </p:blipFill>
        <p:spPr>
          <a:xfrm>
            <a:off x="10877550" y="1753235"/>
            <a:ext cx="568960" cy="642620"/>
          </a:xfrm>
          <a:prstGeom prst="rect">
            <a:avLst/>
          </a:prstGeom>
        </p:spPr>
      </p:pic>
      <p:sp>
        <p:nvSpPr>
          <p:cNvPr id="69" name="矩形 68"/>
          <p:cNvSpPr/>
          <p:nvPr>
            <p:custDataLst>
              <p:tags r:id="rId17"/>
            </p:custDataLst>
          </p:nvPr>
        </p:nvSpPr>
        <p:spPr>
          <a:xfrm>
            <a:off x="974090" y="5283200"/>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solidFill>
                <a:schemeClr val="tx1"/>
              </a:solidFill>
              <a:latin typeface="微软雅黑" panose="020B0503020204020204" charset="-122"/>
              <a:ea typeface="微软雅黑" panose="020B0503020204020204" charset="-122"/>
            </a:endParaRPr>
          </a:p>
        </p:txBody>
      </p:sp>
      <p:pic>
        <p:nvPicPr>
          <p:cNvPr id="70" name="图片 69" descr="/Users/yangli/Downloads/切图/1/栏目丰富-红.png栏目丰富-红"/>
          <p:cNvPicPr>
            <a:picLocks noChangeAspect="1"/>
          </p:cNvPicPr>
          <p:nvPr>
            <p:custDataLst>
              <p:tags r:id="rId18"/>
            </p:custDataLst>
          </p:nvPr>
        </p:nvPicPr>
        <p:blipFill>
          <a:blip r:embed="rId43"/>
          <a:srcRect/>
          <a:stretch>
            <a:fillRect/>
          </a:stretch>
        </p:blipFill>
        <p:spPr>
          <a:xfrm>
            <a:off x="847090" y="5196840"/>
            <a:ext cx="542925" cy="628015"/>
          </a:xfrm>
          <a:prstGeom prst="rect">
            <a:avLst/>
          </a:prstGeom>
          <a:noFill/>
        </p:spPr>
      </p:pic>
      <p:sp>
        <p:nvSpPr>
          <p:cNvPr id="73" name="矩形 72"/>
          <p:cNvSpPr/>
          <p:nvPr>
            <p:custDataLst>
              <p:tags r:id="rId19"/>
            </p:custDataLst>
          </p:nvPr>
        </p:nvSpPr>
        <p:spPr>
          <a:xfrm>
            <a:off x="11290300" y="5132705"/>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solidFill>
                <a:schemeClr val="tx1"/>
              </a:solidFill>
              <a:latin typeface="微软雅黑" panose="020B0503020204020204" charset="-122"/>
              <a:ea typeface="微软雅黑" panose="020B0503020204020204" charset="-122"/>
            </a:endParaRPr>
          </a:p>
        </p:txBody>
      </p:sp>
      <p:sp>
        <p:nvSpPr>
          <p:cNvPr id="74" name="矩形 73"/>
          <p:cNvSpPr/>
          <p:nvPr>
            <p:custDataLst>
              <p:tags r:id="rId20"/>
            </p:custDataLst>
          </p:nvPr>
        </p:nvSpPr>
        <p:spPr>
          <a:xfrm>
            <a:off x="1095375" y="1925955"/>
            <a:ext cx="282575" cy="460375"/>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solidFill>
                <a:schemeClr val="tx1"/>
              </a:solidFill>
              <a:latin typeface="微软雅黑" panose="020B0503020204020204" charset="-122"/>
              <a:ea typeface="微软雅黑" panose="020B0503020204020204" charset="-122"/>
            </a:endParaRPr>
          </a:p>
        </p:txBody>
      </p:sp>
      <p:pic>
        <p:nvPicPr>
          <p:cNvPr id="75" name="图片 74" descr="/Users/yangli/Downloads/切图/1/私有化服务-红.png私有化服务-红"/>
          <p:cNvPicPr>
            <a:picLocks noChangeAspect="1"/>
          </p:cNvPicPr>
          <p:nvPr>
            <p:custDataLst>
              <p:tags r:id="rId21"/>
            </p:custDataLst>
          </p:nvPr>
        </p:nvPicPr>
        <p:blipFill>
          <a:blip r:embed="rId44"/>
          <a:srcRect/>
          <a:stretch>
            <a:fillRect/>
          </a:stretch>
        </p:blipFill>
        <p:spPr>
          <a:xfrm>
            <a:off x="792480" y="1720215"/>
            <a:ext cx="602615" cy="666115"/>
          </a:xfrm>
          <a:prstGeom prst="rect">
            <a:avLst/>
          </a:prstGeom>
        </p:spPr>
      </p:pic>
      <p:pic>
        <p:nvPicPr>
          <p:cNvPr id="76" name="图片 75" descr="/Users/yangli/Downloads/切图/1/开放对接-蓝.png开放对接-蓝"/>
          <p:cNvPicPr>
            <a:picLocks noChangeAspect="1"/>
          </p:cNvPicPr>
          <p:nvPr>
            <p:custDataLst>
              <p:tags r:id="rId22"/>
            </p:custDataLst>
          </p:nvPr>
        </p:nvPicPr>
        <p:blipFill>
          <a:blip r:embed="rId45"/>
          <a:srcRect/>
          <a:stretch>
            <a:fillRect/>
          </a:stretch>
        </p:blipFill>
        <p:spPr>
          <a:xfrm>
            <a:off x="10870565" y="5041900"/>
            <a:ext cx="623570" cy="623570"/>
          </a:xfrm>
          <a:prstGeom prst="rect">
            <a:avLst/>
          </a:prstGeom>
          <a:noFill/>
        </p:spPr>
      </p:pic>
    </p:spTree>
    <p:custDataLst>
      <p:tags r:id="rId1"/>
    </p:custDataLst>
    <p:extLst>
      <p:ext uri="{BB962C8B-B14F-4D97-AF65-F5344CB8AC3E}">
        <p14:creationId xmlns:p14="http://schemas.microsoft.com/office/powerpoint/2010/main" val="3117532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sz="2400" dirty="0">
                <a:cs typeface="微软雅黑" panose="020B0503020204020204" charset="-122"/>
                <a:sym typeface="+mn-ea"/>
              </a:rPr>
              <a:t>3-1 </a:t>
            </a:r>
            <a:r>
              <a:rPr sz="2400" dirty="0" err="1">
                <a:cs typeface="微软雅黑" panose="020B0503020204020204" charset="-122"/>
                <a:sym typeface="+mn-ea"/>
              </a:rPr>
              <a:t>宏观数据示例</a:t>
            </a:r>
            <a:endParaRPr lang="zh-CN" altLang="en-US" sz="2400" b="0" dirty="0">
              <a:sym typeface="+mn-ea"/>
            </a:endParaRPr>
          </a:p>
        </p:txBody>
      </p:sp>
      <p:sp>
        <p:nvSpPr>
          <p:cNvPr id="6" name="文本占位符 5"/>
          <p:cNvSpPr>
            <a:spLocks noGrp="1"/>
          </p:cNvSpPr>
          <p:nvPr>
            <p:custDataLst>
              <p:tags r:id="rId3"/>
            </p:custDataLst>
          </p:nvPr>
        </p:nvSpPr>
        <p:spPr>
          <a:xfrm>
            <a:off x="5093335" y="1232535"/>
            <a:ext cx="2030730" cy="427990"/>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000" kern="1200" baseline="0">
                <a:solidFill>
                  <a:schemeClr val="lt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chemeClr val="lt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baseline="0">
                <a:solidFill>
                  <a:schemeClr val="lt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lvl="0" algn="ctr">
              <a:lnSpc>
                <a:spcPct val="100000"/>
              </a:lnSpc>
              <a:buClrTx/>
              <a:buSzTx/>
              <a:buFontTx/>
            </a:pPr>
            <a:r>
              <a:rPr kumimoji="0" sz="1400" b="0">
                <a:solidFill>
                  <a:srgbClr val="990000"/>
                </a:solidFill>
                <a:sym typeface="+mn-ea"/>
              </a:rPr>
              <a:t>世界银行与经合组织</a:t>
            </a:r>
          </a:p>
        </p:txBody>
      </p:sp>
      <p:sp>
        <p:nvSpPr>
          <p:cNvPr id="9" name="文本占位符 8"/>
          <p:cNvSpPr>
            <a:spLocks noGrp="1"/>
          </p:cNvSpPr>
          <p:nvPr>
            <p:custDataLst>
              <p:tags r:id="rId4"/>
            </p:custDataLst>
          </p:nvPr>
        </p:nvSpPr>
        <p:spPr>
          <a:xfrm>
            <a:off x="8794115" y="1259840"/>
            <a:ext cx="2030730" cy="427990"/>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lvl1pPr marL="0" indent="0" algn="l" defTabSz="914400" rtl="0" eaLnBrk="1" latinLnBrk="0" hangingPunct="1">
              <a:lnSpc>
                <a:spcPct val="125000"/>
              </a:lnSpc>
              <a:spcBef>
                <a:spcPts val="1000"/>
              </a:spcBef>
              <a:buFont typeface="Arial" panose="020B0604020202020204" pitchFamily="34" charset="0"/>
              <a:buNone/>
              <a:defRPr sz="1600" kern="1200" baseline="0">
                <a:solidFill>
                  <a:schemeClr val="lt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chemeClr val="lt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baseline="0">
                <a:solidFill>
                  <a:schemeClr val="lt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lvl="0" algn="ctr">
              <a:lnSpc>
                <a:spcPct val="100000"/>
              </a:lnSpc>
              <a:buClrTx/>
              <a:buSzTx/>
              <a:buFontTx/>
            </a:pPr>
            <a:r>
              <a:rPr kumimoji="0" sz="1400" b="0">
                <a:solidFill>
                  <a:srgbClr val="990000"/>
                </a:solidFill>
                <a:sym typeface="+mn-ea"/>
              </a:rPr>
              <a:t>统计局与国际能源署</a:t>
            </a:r>
          </a:p>
        </p:txBody>
      </p:sp>
      <p:pic>
        <p:nvPicPr>
          <p:cNvPr id="2" name="内容占位符 11"/>
          <p:cNvPicPr>
            <a:picLocks noChangeAspect="1"/>
          </p:cNvPicPr>
          <p:nvPr>
            <p:custDataLst>
              <p:tags r:id="rId5"/>
            </p:custDataLst>
          </p:nvPr>
        </p:nvPicPr>
        <p:blipFill>
          <a:blip r:embed="rId11"/>
          <a:stretch>
            <a:fillRect/>
          </a:stretch>
        </p:blipFill>
        <p:spPr>
          <a:xfrm>
            <a:off x="1392555" y="1762760"/>
            <a:ext cx="1727200" cy="4641215"/>
          </a:xfrm>
          <a:prstGeom prst="rect">
            <a:avLst/>
          </a:prstGeom>
          <a:ln>
            <a:solidFill>
              <a:schemeClr val="bg1">
                <a:lumMod val="85000"/>
              </a:schemeClr>
            </a:solidFill>
          </a:ln>
        </p:spPr>
      </p:pic>
      <p:pic>
        <p:nvPicPr>
          <p:cNvPr id="13" name="内容占位符 12"/>
          <p:cNvPicPr>
            <a:picLocks noChangeAspect="1"/>
          </p:cNvPicPr>
          <p:nvPr>
            <p:custDataLst>
              <p:tags r:id="rId6"/>
            </p:custDataLst>
          </p:nvPr>
        </p:nvPicPr>
        <p:blipFill>
          <a:blip r:embed="rId12"/>
          <a:stretch>
            <a:fillRect/>
          </a:stretch>
        </p:blipFill>
        <p:spPr>
          <a:xfrm>
            <a:off x="5312410" y="1830070"/>
            <a:ext cx="1592580" cy="4641215"/>
          </a:xfrm>
          <a:prstGeom prst="rect">
            <a:avLst/>
          </a:prstGeom>
          <a:ln>
            <a:solidFill>
              <a:schemeClr val="bg1">
                <a:lumMod val="85000"/>
              </a:schemeClr>
            </a:solidFill>
          </a:ln>
        </p:spPr>
      </p:pic>
      <p:pic>
        <p:nvPicPr>
          <p:cNvPr id="14" name="内容占位符 13"/>
          <p:cNvPicPr>
            <a:picLocks noChangeAspect="1"/>
          </p:cNvPicPr>
          <p:nvPr>
            <p:custDataLst>
              <p:tags r:id="rId7"/>
            </p:custDataLst>
          </p:nvPr>
        </p:nvPicPr>
        <p:blipFill>
          <a:blip r:embed="rId13"/>
          <a:stretch>
            <a:fillRect/>
          </a:stretch>
        </p:blipFill>
        <p:spPr>
          <a:xfrm>
            <a:off x="9021445" y="1830070"/>
            <a:ext cx="1774190" cy="4641215"/>
          </a:xfrm>
          <a:prstGeom prst="rect">
            <a:avLst/>
          </a:prstGeom>
          <a:ln>
            <a:solidFill>
              <a:schemeClr val="bg1">
                <a:lumMod val="85000"/>
              </a:schemeClr>
            </a:solidFill>
          </a:ln>
        </p:spPr>
      </p:pic>
      <p:sp>
        <p:nvSpPr>
          <p:cNvPr id="8" name="文本占位符 7"/>
          <p:cNvSpPr>
            <a:spLocks noGrp="1"/>
          </p:cNvSpPr>
          <p:nvPr>
            <p:custDataLst>
              <p:tags r:id="rId8"/>
            </p:custDataLst>
          </p:nvPr>
        </p:nvSpPr>
        <p:spPr>
          <a:xfrm>
            <a:off x="3213100" y="751205"/>
            <a:ext cx="6254750" cy="366395"/>
          </a:xfrm>
          <a:prstGeom prst="rect">
            <a:avLst/>
          </a:prstGeom>
        </p:spPr>
        <p:txBody>
          <a:bodyPr anchor="t"/>
          <a:lstStyle>
            <a:lvl1pPr marL="0" indent="0" algn="l" defTabSz="914400" rtl="0" eaLnBrk="1" latinLnBrk="0" hangingPunct="1">
              <a:lnSpc>
                <a:spcPct val="125000"/>
              </a:lnSpc>
              <a:spcBef>
                <a:spcPts val="1000"/>
              </a:spcBef>
              <a:buFont typeface="Arial" panose="020B0604020202020204" pitchFamily="34" charset="0"/>
              <a:buNone/>
              <a:defRPr sz="1400" b="0" i="0" kern="1200">
                <a:solidFill>
                  <a:schemeClr val="tx1">
                    <a:lumMod val="50000"/>
                    <a:lumOff val="50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收录各主要来源的详尽一手数据，相关数据表</a:t>
            </a:r>
            <a:r>
              <a:rPr lang="en-US" altLang="zh-CN" dirty="0">
                <a:sym typeface="+mn-ea"/>
              </a:rPr>
              <a:t>200</a:t>
            </a:r>
            <a:r>
              <a:rPr lang="zh-CN" altLang="en-US" dirty="0">
                <a:sym typeface="+mn-ea"/>
              </a:rPr>
              <a:t>余张，收录数据量近百万条</a:t>
            </a:r>
            <a:endParaRPr lang="zh-CN" altLang="en-US"/>
          </a:p>
        </p:txBody>
      </p:sp>
      <p:sp>
        <p:nvSpPr>
          <p:cNvPr id="3" name="文本占位符 5"/>
          <p:cNvSpPr>
            <a:spLocks noGrp="1"/>
          </p:cNvSpPr>
          <p:nvPr>
            <p:custDataLst>
              <p:tags r:id="rId9"/>
            </p:custDataLst>
          </p:nvPr>
        </p:nvSpPr>
        <p:spPr>
          <a:xfrm>
            <a:off x="1392555" y="1226185"/>
            <a:ext cx="2030730" cy="427990"/>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000" kern="1200" baseline="0">
                <a:solidFill>
                  <a:schemeClr val="lt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600" kern="1200" baseline="0">
                <a:solidFill>
                  <a:schemeClr val="lt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baseline="0">
                <a:solidFill>
                  <a:schemeClr val="lt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200" kern="1200" baseline="0">
                <a:solidFill>
                  <a:schemeClr val="lt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lvl="0" algn="ctr">
              <a:lnSpc>
                <a:spcPct val="100000"/>
              </a:lnSpc>
              <a:buClrTx/>
              <a:buSzTx/>
              <a:buFontTx/>
            </a:pPr>
            <a:r>
              <a:rPr kumimoji="0" lang="zh-CN" sz="1400" b="0">
                <a:solidFill>
                  <a:srgbClr val="990000"/>
                </a:solidFill>
                <a:sym typeface="+mn-ea"/>
              </a:rPr>
              <a:t>全球宏观</a:t>
            </a:r>
          </a:p>
        </p:txBody>
      </p:sp>
    </p:spTree>
    <p:custDataLst>
      <p:tags r:id="rId1"/>
    </p:custDataLst>
    <p:extLst>
      <p:ext uri="{BB962C8B-B14F-4D97-AF65-F5344CB8AC3E}">
        <p14:creationId xmlns:p14="http://schemas.microsoft.com/office/powerpoint/2010/main" val="3193810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499235" y="919480"/>
            <a:ext cx="8697595" cy="647700"/>
          </a:xfr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lvl="0" algn="ctr">
              <a:lnSpc>
                <a:spcPct val="100000"/>
              </a:lnSpc>
              <a:buClrTx/>
              <a:buSzTx/>
              <a:buFontTx/>
            </a:pPr>
            <a:r>
              <a:rPr kumimoji="0" sz="1600">
                <a:solidFill>
                  <a:srgbClr val="990000"/>
                </a:solidFill>
                <a:sym typeface="+mn-ea"/>
              </a:rPr>
              <a:t>指标树功能方便用户按需取用相关指标，支持自定义指标筛选，并与EXCEL进行无缝衔接导出，更适合专业用户做深度投研分析。</a:t>
            </a:r>
          </a:p>
        </p:txBody>
      </p:sp>
      <p:sp>
        <p:nvSpPr>
          <p:cNvPr id="4" name="标题 3"/>
          <p:cNvSpPr>
            <a:spLocks noGrp="1"/>
          </p:cNvSpPr>
          <p:nvPr>
            <p:ph type="title"/>
          </p:nvPr>
        </p:nvSpPr>
        <p:spPr/>
        <p:txBody>
          <a:bodyPr>
            <a:normAutofit/>
          </a:bodyPr>
          <a:lstStyle/>
          <a:p>
            <a:r>
              <a:rPr lang="en-US" altLang="zh-CN" sz="2400" dirty="0">
                <a:cs typeface="微软雅黑" panose="020B0503020204020204" charset="-122"/>
                <a:sym typeface="+mn-ea"/>
              </a:rPr>
              <a:t>3-1 </a:t>
            </a:r>
            <a:r>
              <a:rPr lang="zh-CN" altLang="en-US" sz="2400" dirty="0">
                <a:cs typeface="微软雅黑" panose="020B0503020204020204" charset="-122"/>
                <a:sym typeface="+mn-ea"/>
              </a:rPr>
              <a:t>宏观数据示例</a:t>
            </a:r>
            <a:endParaRPr lang="en-US" altLang="zh-CN" sz="2400" dirty="0">
              <a:cs typeface="微软雅黑" panose="020B0503020204020204" charset="-122"/>
            </a:endParaRPr>
          </a:p>
        </p:txBody>
      </p:sp>
      <p:pic>
        <p:nvPicPr>
          <p:cNvPr id="6" name="内容占位符 5"/>
          <p:cNvPicPr>
            <a:picLocks noGrp="1" noChangeAspect="1"/>
          </p:cNvPicPr>
          <p:nvPr>
            <p:ph sz="quarter" idx="10"/>
          </p:nvPr>
        </p:nvPicPr>
        <p:blipFill>
          <a:blip r:embed="rId3"/>
          <a:stretch>
            <a:fillRect/>
          </a:stretch>
        </p:blipFill>
        <p:spPr>
          <a:xfrm>
            <a:off x="963366" y="1671638"/>
            <a:ext cx="9708097" cy="4812287"/>
          </a:xfrm>
          <a:prstGeom prst="rect">
            <a:avLst/>
          </a:prstGeom>
        </p:spPr>
      </p:pic>
    </p:spTree>
    <p:custDataLst>
      <p:tags r:id="rId1"/>
    </p:custDataLst>
    <p:extLst>
      <p:ext uri="{BB962C8B-B14F-4D97-AF65-F5344CB8AC3E}">
        <p14:creationId xmlns:p14="http://schemas.microsoft.com/office/powerpoint/2010/main" val="1741562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sz="2660" b="1" dirty="0">
                <a:latin typeface="微软雅黑" panose="020B0503020204020204" charset="-122"/>
                <a:ea typeface="微软雅黑" panose="020B0503020204020204" charset="-122"/>
                <a:cs typeface="微软雅黑" panose="020B0503020204020204" charset="-122"/>
                <a:sym typeface="+mn-ea"/>
              </a:rPr>
              <a:t>3-2 </a:t>
            </a:r>
            <a:r>
              <a:rPr lang="zh-CN" altLang="en-US" sz="2660" b="1" dirty="0">
                <a:latin typeface="微软雅黑" panose="020B0503020204020204" charset="-122"/>
                <a:ea typeface="微软雅黑" panose="020B0503020204020204" charset="-122"/>
                <a:cs typeface="微软雅黑" panose="020B0503020204020204" charset="-122"/>
                <a:sym typeface="+mn-ea"/>
              </a:rPr>
              <a:t>行业数据库</a:t>
            </a:r>
            <a:endParaRPr lang="zh-CN" altLang="en-US" sz="2665" b="1" dirty="0">
              <a:latin typeface="微软雅黑" panose="020B0503020204020204" charset="-122"/>
              <a:ea typeface="微软雅黑" panose="020B0503020204020204" charset="-122"/>
              <a:cs typeface="微软雅黑" panose="020B0503020204020204" charset="-122"/>
            </a:endParaRPr>
          </a:p>
        </p:txBody>
      </p:sp>
      <p:sp>
        <p:nvSpPr>
          <p:cNvPr id="10" name="文本占位符 9"/>
          <p:cNvSpPr>
            <a:spLocks noGrp="1"/>
          </p:cNvSpPr>
          <p:nvPr>
            <p:ph type="body" sz="quarter" idx="12"/>
          </p:nvPr>
        </p:nvSpPr>
        <p:spPr/>
        <p:txBody>
          <a:bodyPr>
            <a:normAutofit fontScale="95000"/>
          </a:bodyPr>
          <a:lstStyle/>
          <a:p>
            <a:r>
              <a:rPr lang="zh-CN" altLang="en-US"/>
              <a:t>价格数据</a:t>
            </a:r>
          </a:p>
        </p:txBody>
      </p:sp>
      <p:sp>
        <p:nvSpPr>
          <p:cNvPr id="11" name="文本占位符 10"/>
          <p:cNvSpPr>
            <a:spLocks noGrp="1"/>
          </p:cNvSpPr>
          <p:nvPr>
            <p:ph type="body" sz="quarter" idx="14"/>
          </p:nvPr>
        </p:nvSpPr>
        <p:spPr/>
        <p:txBody>
          <a:bodyPr>
            <a:normAutofit fontScale="95000"/>
          </a:bodyPr>
          <a:lstStyle/>
          <a:p>
            <a:r>
              <a:rPr lang="zh-CN" altLang="en-US"/>
              <a:t>经济指标</a:t>
            </a:r>
          </a:p>
        </p:txBody>
      </p:sp>
      <p:sp>
        <p:nvSpPr>
          <p:cNvPr id="12" name="文本占位符 11"/>
          <p:cNvSpPr>
            <a:spLocks noGrp="1"/>
          </p:cNvSpPr>
          <p:nvPr>
            <p:ph type="body" sz="quarter" idx="16"/>
          </p:nvPr>
        </p:nvSpPr>
        <p:spPr/>
        <p:txBody>
          <a:bodyPr>
            <a:normAutofit fontScale="95000"/>
          </a:bodyPr>
          <a:lstStyle/>
          <a:p>
            <a:r>
              <a:rPr lang="zh-CN" altLang="en-US"/>
              <a:t>供需数据</a:t>
            </a:r>
          </a:p>
        </p:txBody>
      </p:sp>
      <p:sp>
        <p:nvSpPr>
          <p:cNvPr id="13" name="文本占位符 12"/>
          <p:cNvSpPr>
            <a:spLocks noGrp="1"/>
          </p:cNvSpPr>
          <p:nvPr>
            <p:ph type="body" sz="quarter" idx="18"/>
          </p:nvPr>
        </p:nvSpPr>
        <p:spPr/>
        <p:txBody>
          <a:bodyPr>
            <a:normAutofit fontScale="95000"/>
          </a:bodyPr>
          <a:lstStyle/>
          <a:p>
            <a:r>
              <a:rPr lang="zh-CN" altLang="en-US"/>
              <a:t>综合数据</a:t>
            </a:r>
          </a:p>
        </p:txBody>
      </p:sp>
      <p:sp>
        <p:nvSpPr>
          <p:cNvPr id="14" name="文本占位符 13"/>
          <p:cNvSpPr>
            <a:spLocks noGrp="1"/>
          </p:cNvSpPr>
          <p:nvPr>
            <p:ph type="body" sz="quarter" idx="20"/>
          </p:nvPr>
        </p:nvSpPr>
        <p:spPr/>
        <p:txBody>
          <a:bodyPr/>
          <a:lstStyle/>
          <a:p>
            <a:r>
              <a:rPr lang="zh-CN" altLang="en-US"/>
              <a:t>数据类型：期货价格、现货价格</a:t>
            </a:r>
          </a:p>
          <a:p>
            <a:r>
              <a:rPr lang="zh-CN" altLang="en-US"/>
              <a:t>频率类型：日、周、月、季、年</a:t>
            </a:r>
          </a:p>
          <a:p>
            <a:endParaRPr lang="zh-CN" altLang="en-US"/>
          </a:p>
        </p:txBody>
      </p:sp>
      <p:sp>
        <p:nvSpPr>
          <p:cNvPr id="15" name="文本占位符 14"/>
          <p:cNvSpPr>
            <a:spLocks noGrp="1"/>
          </p:cNvSpPr>
          <p:nvPr>
            <p:ph type="body" sz="quarter" idx="21"/>
          </p:nvPr>
        </p:nvSpPr>
        <p:spPr>
          <a:xfrm>
            <a:off x="7533640" y="2151380"/>
            <a:ext cx="4088130" cy="1096645"/>
          </a:xfrm>
        </p:spPr>
        <p:txBody>
          <a:bodyPr/>
          <a:lstStyle/>
          <a:p>
            <a:r>
              <a:rPr lang="zh-CN" altLang="en-US">
                <a:sym typeface="+mn-ea"/>
              </a:rPr>
              <a:t>数据类型：产销量、供需、库存、进出口等</a:t>
            </a:r>
            <a:endParaRPr lang="zh-CN" altLang="en-US"/>
          </a:p>
          <a:p>
            <a:r>
              <a:rPr lang="zh-CN" altLang="en-US">
                <a:sym typeface="+mn-ea"/>
              </a:rPr>
              <a:t>频率类型：日、周、月、季、年</a:t>
            </a:r>
            <a:endParaRPr lang="zh-CN" altLang="en-US"/>
          </a:p>
          <a:p>
            <a:endParaRPr lang="zh-CN" altLang="en-US"/>
          </a:p>
        </p:txBody>
      </p:sp>
      <p:sp>
        <p:nvSpPr>
          <p:cNvPr id="16" name="文本占位符 15"/>
          <p:cNvSpPr>
            <a:spLocks noGrp="1"/>
          </p:cNvSpPr>
          <p:nvPr>
            <p:ph type="body" sz="quarter" idx="22"/>
          </p:nvPr>
        </p:nvSpPr>
        <p:spPr/>
        <p:txBody>
          <a:bodyPr/>
          <a:lstStyle/>
          <a:p>
            <a:r>
              <a:rPr lang="zh-CN" altLang="en-US">
                <a:sym typeface="+mn-ea"/>
              </a:rPr>
              <a:t>数据类型：业务数据、监管数据等</a:t>
            </a:r>
            <a:endParaRPr lang="zh-CN" altLang="en-US"/>
          </a:p>
          <a:p>
            <a:r>
              <a:rPr lang="zh-CN" altLang="en-US">
                <a:sym typeface="+mn-ea"/>
              </a:rPr>
              <a:t>频率类型：日、周、月、季、年</a:t>
            </a:r>
            <a:endParaRPr lang="zh-CN" altLang="en-US"/>
          </a:p>
          <a:p>
            <a:endParaRPr lang="zh-CN" altLang="en-US"/>
          </a:p>
        </p:txBody>
      </p:sp>
      <p:sp>
        <p:nvSpPr>
          <p:cNvPr id="17" name="文本占位符 16"/>
          <p:cNvSpPr>
            <a:spLocks noGrp="1"/>
          </p:cNvSpPr>
          <p:nvPr>
            <p:ph type="body" sz="quarter" idx="23"/>
          </p:nvPr>
        </p:nvSpPr>
        <p:spPr/>
        <p:txBody>
          <a:bodyPr/>
          <a:lstStyle/>
          <a:p>
            <a:r>
              <a:rPr lang="zh-CN" altLang="en-US">
                <a:sym typeface="+mn-ea"/>
              </a:rPr>
              <a:t>数据类型：行业经济指标、经营数据等</a:t>
            </a:r>
            <a:endParaRPr lang="zh-CN" altLang="en-US"/>
          </a:p>
          <a:p>
            <a:r>
              <a:rPr lang="zh-CN" altLang="en-US">
                <a:sym typeface="+mn-ea"/>
              </a:rPr>
              <a:t>频率类型：日、周、月、季、年</a:t>
            </a:r>
            <a:endParaRPr lang="zh-CN" altLang="en-US"/>
          </a:p>
          <a:p>
            <a:endParaRPr lang="zh-CN" altLang="en-US"/>
          </a:p>
        </p:txBody>
      </p:sp>
    </p:spTree>
    <p:extLst>
      <p:ext uri="{BB962C8B-B14F-4D97-AF65-F5344CB8AC3E}">
        <p14:creationId xmlns:p14="http://schemas.microsoft.com/office/powerpoint/2010/main" val="2797598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sz="2400" dirty="0">
                <a:sym typeface="+mn-ea"/>
              </a:rPr>
              <a:t>3-2 </a:t>
            </a:r>
            <a:r>
              <a:rPr lang="zh-CN" altLang="en-US" sz="2400" dirty="0">
                <a:sym typeface="+mn-ea"/>
              </a:rPr>
              <a:t>行业</a:t>
            </a:r>
            <a:r>
              <a:rPr lang="en-US" altLang="zh-CN" sz="2400" dirty="0">
                <a:sym typeface="+mn-ea"/>
              </a:rPr>
              <a:t>EDB</a:t>
            </a:r>
            <a:r>
              <a:rPr lang="zh-CN" altLang="en-US" sz="2400" dirty="0">
                <a:sym typeface="+mn-ea"/>
              </a:rPr>
              <a:t>示例</a:t>
            </a:r>
            <a:endParaRPr lang="zh-CN" altLang="en-US" sz="2400" b="0" dirty="0">
              <a:sym typeface="+mn-ea"/>
            </a:endParaRPr>
          </a:p>
        </p:txBody>
      </p:sp>
      <p:pic>
        <p:nvPicPr>
          <p:cNvPr id="2" name="图片 1"/>
          <p:cNvPicPr>
            <a:picLocks noChangeAspect="1"/>
          </p:cNvPicPr>
          <p:nvPr/>
        </p:nvPicPr>
        <p:blipFill>
          <a:blip r:embed="rId4"/>
          <a:stretch>
            <a:fillRect/>
          </a:stretch>
        </p:blipFill>
        <p:spPr>
          <a:xfrm>
            <a:off x="521474" y="1096809"/>
            <a:ext cx="10846181" cy="5412238"/>
          </a:xfrm>
          <a:prstGeom prst="rect">
            <a:avLst/>
          </a:prstGeom>
        </p:spPr>
      </p:pic>
    </p:spTree>
    <p:custDataLst>
      <p:tags r:id="rId1"/>
    </p:custDataLst>
    <p:extLst>
      <p:ext uri="{BB962C8B-B14F-4D97-AF65-F5344CB8AC3E}">
        <p14:creationId xmlns:p14="http://schemas.microsoft.com/office/powerpoint/2010/main" val="482746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cs typeface="微软雅黑" panose="020B0503020204020204" charset="-122"/>
                <a:sym typeface="+mn-ea"/>
              </a:rPr>
              <a:t>3-3 </a:t>
            </a:r>
            <a:r>
              <a:rPr lang="zh-CN" altLang="en-US" sz="2400" dirty="0">
                <a:cs typeface="微软雅黑" panose="020B0503020204020204" charset="-122"/>
                <a:sym typeface="+mn-ea"/>
              </a:rPr>
              <a:t>数据浏览器</a:t>
            </a:r>
            <a:endParaRPr lang="zh-CN" altLang="en-US" sz="2400" b="0" dirty="0">
              <a:sym typeface="+mn-ea"/>
            </a:endParaRPr>
          </a:p>
        </p:txBody>
      </p:sp>
      <p:sp>
        <p:nvSpPr>
          <p:cNvPr id="5" name="文本占位符 4"/>
          <p:cNvSpPr>
            <a:spLocks noGrp="1"/>
          </p:cNvSpPr>
          <p:nvPr>
            <p:custDataLst>
              <p:tags r:id="rId3"/>
            </p:custDataLst>
          </p:nvPr>
        </p:nvSpPr>
        <p:spPr>
          <a:xfrm>
            <a:off x="751840" y="920115"/>
            <a:ext cx="10774045" cy="1036955"/>
          </a:xfrm>
          <a:prstGeom prst="rect">
            <a:avLst/>
          </a:prstGeom>
        </p:spPr>
        <p:txBody>
          <a:bodyPr/>
          <a:lstStyle>
            <a:lvl1pPr marL="0" indent="0" algn="l" defTabSz="914400" rtl="0" eaLnBrk="1" latinLnBrk="0" hangingPunct="1">
              <a:lnSpc>
                <a:spcPct val="125000"/>
              </a:lnSpc>
              <a:spcBef>
                <a:spcPts val="1000"/>
              </a:spcBef>
              <a:buFont typeface="Arial" panose="020B0604020202020204" pitchFamily="34" charset="0"/>
              <a:buNone/>
              <a:defRPr sz="1600" kern="1200">
                <a:solidFill>
                  <a:schemeClr val="tx1">
                    <a:lumMod val="50000"/>
                    <a:lumOff val="50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tx1"/>
                </a:solidFill>
                <a:cs typeface="微软雅黑" panose="020B0503020204020204" charset="-122"/>
                <a:sym typeface="+mn-ea"/>
              </a:rPr>
              <a:t>      </a:t>
            </a:r>
            <a:r>
              <a:rPr lang="zh-CN" sz="1400">
                <a:solidFill>
                  <a:schemeClr val="tx1"/>
                </a:solidFill>
                <a:cs typeface="微软雅黑" panose="020B0503020204020204" charset="-122"/>
                <a:sym typeface="+mn-ea"/>
              </a:rPr>
              <a:t>数据浏览器又称三选一提取工具，是基于通达信海量的数据分析指标而开发的一种数据提取及展示工具。通过“三选”既选指标、选条件、选证券的方式，再提取数据，即可为用户</a:t>
            </a:r>
            <a:r>
              <a:rPr lang="zh-CN" sz="1400" b="1">
                <a:solidFill>
                  <a:srgbClr val="C00000"/>
                </a:solidFill>
                <a:cs typeface="微软雅黑" panose="020B0503020204020204" charset="-122"/>
                <a:sym typeface="+mn-ea"/>
              </a:rPr>
              <a:t>及时高效</a:t>
            </a:r>
            <a:r>
              <a:rPr lang="zh-CN" sz="1400">
                <a:solidFill>
                  <a:schemeClr val="tx1"/>
                </a:solidFill>
                <a:cs typeface="微软雅黑" panose="020B0503020204020204" charset="-122"/>
                <a:sym typeface="+mn-ea"/>
              </a:rPr>
              <a:t>生成自定义数据报表，并且支持指标模板保存收藏，</a:t>
            </a:r>
            <a:r>
              <a:rPr lang="zh-CN" sz="1400" b="1">
                <a:solidFill>
                  <a:srgbClr val="C00000"/>
                </a:solidFill>
                <a:cs typeface="微软雅黑" panose="020B0503020204020204" charset="-122"/>
                <a:sym typeface="+mn-ea"/>
              </a:rPr>
              <a:t>灵活实现功能的展现</a:t>
            </a:r>
            <a:r>
              <a:rPr lang="zh-CN" sz="1400">
                <a:solidFill>
                  <a:schemeClr val="tx1"/>
                </a:solidFill>
                <a:cs typeface="微软雅黑" panose="020B0503020204020204" charset="-122"/>
                <a:sym typeface="+mn-ea"/>
              </a:rPr>
              <a:t>。通达信权益类数据浏览器包含以下品种和内容，具体指标</a:t>
            </a:r>
            <a:r>
              <a:rPr lang="zh-CN" sz="1400" b="1">
                <a:solidFill>
                  <a:srgbClr val="C00000"/>
                </a:solidFill>
                <a:cs typeface="微软雅黑" panose="020B0503020204020204" charset="-122"/>
                <a:sym typeface="+mn-ea"/>
              </a:rPr>
              <a:t>上万个</a:t>
            </a:r>
            <a:r>
              <a:rPr lang="zh-CN" sz="1400">
                <a:solidFill>
                  <a:schemeClr val="tx1"/>
                </a:solidFill>
                <a:cs typeface="微软雅黑" panose="020B0503020204020204" charset="-122"/>
                <a:sym typeface="+mn-ea"/>
              </a:rPr>
              <a:t>：</a:t>
            </a:r>
            <a:endParaRPr lang="zh-CN" sz="2000">
              <a:solidFill>
                <a:schemeClr val="tx1"/>
              </a:solidFill>
              <a:cs typeface="微软雅黑" panose="020B0503020204020204" charset="-122"/>
              <a:sym typeface="+mn-ea"/>
            </a:endParaRPr>
          </a:p>
          <a:p>
            <a:endParaRPr lang="zh-CN" altLang="en-US" sz="2000">
              <a:solidFill>
                <a:schemeClr val="tx1"/>
              </a:solidFill>
              <a:cs typeface="微软雅黑" panose="020B0503020204020204" charset="-122"/>
              <a:sym typeface="+mn-ea"/>
            </a:endParaRPr>
          </a:p>
        </p:txBody>
      </p:sp>
      <p:graphicFrame>
        <p:nvGraphicFramePr>
          <p:cNvPr id="4" name="表格 3"/>
          <p:cNvGraphicFramePr/>
          <p:nvPr>
            <p:custDataLst>
              <p:tags r:id="rId4"/>
            </p:custDataLst>
          </p:nvPr>
        </p:nvGraphicFramePr>
        <p:xfrm>
          <a:off x="672465" y="2044065"/>
          <a:ext cx="10933430" cy="3642741"/>
        </p:xfrm>
        <a:graphic>
          <a:graphicData uri="http://schemas.openxmlformats.org/drawingml/2006/table">
            <a:tbl>
              <a:tblPr firstRow="1" bandRow="1">
                <a:tableStyleId>{5940675A-B579-460E-94D1-54222C63F5DA}</a:tableStyleId>
              </a:tblPr>
              <a:tblGrid>
                <a:gridCol w="1530350">
                  <a:extLst>
                    <a:ext uri="{9D8B030D-6E8A-4147-A177-3AD203B41FA5}">
                      <a16:colId xmlns:a16="http://schemas.microsoft.com/office/drawing/2014/main" val="20000"/>
                    </a:ext>
                  </a:extLst>
                </a:gridCol>
                <a:gridCol w="9403080">
                  <a:extLst>
                    <a:ext uri="{9D8B030D-6E8A-4147-A177-3AD203B41FA5}">
                      <a16:colId xmlns:a16="http://schemas.microsoft.com/office/drawing/2014/main" val="20001"/>
                    </a:ext>
                  </a:extLst>
                </a:gridCol>
              </a:tblGrid>
              <a:tr h="378460">
                <a:tc>
                  <a:txBody>
                    <a:bodyPr/>
                    <a:lstStyle/>
                    <a:p>
                      <a:pPr indent="0" algn="l">
                        <a:lnSpc>
                          <a:spcPct val="150000"/>
                        </a:lnSpc>
                        <a:buNone/>
                      </a:pPr>
                      <a:r>
                        <a:rPr lang="zh-CN" altLang="en-US" sz="1400" b="1">
                          <a:latin typeface="微软雅黑" panose="020B0503020204020204" charset="-122"/>
                          <a:ea typeface="微软雅黑" panose="020B0503020204020204" charset="-122"/>
                        </a:rPr>
                        <a:t>品种</a:t>
                      </a:r>
                    </a:p>
                  </a:txBody>
                  <a:tcPr marL="12700" marR="12700" marT="12700" anchor="ctr">
                    <a:solidFill>
                      <a:srgbClr val="E7BDB9">
                        <a:alpha val="100000"/>
                      </a:srgbClr>
                    </a:solidFill>
                  </a:tcPr>
                </a:tc>
                <a:tc>
                  <a:txBody>
                    <a:bodyPr/>
                    <a:lstStyle/>
                    <a:p>
                      <a:pPr indent="0" algn="l">
                        <a:lnSpc>
                          <a:spcPct val="150000"/>
                        </a:lnSpc>
                        <a:buNone/>
                      </a:pPr>
                      <a:r>
                        <a:rPr lang="zh-CN" altLang="en-US" sz="1400" b="1">
                          <a:latin typeface="微软雅黑" panose="020B0503020204020204" charset="-122"/>
                          <a:ea typeface="微软雅黑" panose="020B0503020204020204" charset="-122"/>
                        </a:rPr>
                        <a:t>指标节点</a:t>
                      </a:r>
                    </a:p>
                  </a:txBody>
                  <a:tcPr marL="12700" marR="12700" marT="12700" anchor="ctr">
                    <a:solidFill>
                      <a:srgbClr val="E7BDB9">
                        <a:alpha val="100000"/>
                      </a:srgbClr>
                    </a:solidFill>
                  </a:tcPr>
                </a:tc>
                <a:extLst>
                  <a:ext uri="{0D108BD9-81ED-4DB2-BD59-A6C34878D82A}">
                    <a16:rowId xmlns:a16="http://schemas.microsoft.com/office/drawing/2014/main" val="10000"/>
                  </a:ext>
                </a:extLst>
              </a:tr>
              <a:tr h="6985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股票浏览器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基本资料、股本指标、股东指标、董监高指标、行情指标、估值指标、风险分析、盈利预测、机构调研、财务分析、财务报表(新准则)、分红指标、首发IPO指标、增发指标、配股指标、技术指标、技术形态</a:t>
                      </a:r>
                    </a:p>
                  </a:txBody>
                  <a:tcPr marL="12700" marR="12700" marT="12700" anchor="ctr"/>
                </a:tc>
                <a:extLst>
                  <a:ext uri="{0D108BD9-81ED-4DB2-BD59-A6C34878D82A}">
                    <a16:rowId xmlns:a16="http://schemas.microsoft.com/office/drawing/2014/main" val="10001"/>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股票财务纵比</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股本指标、财务分析、财务报表(新准则)</a:t>
                      </a:r>
                    </a:p>
                  </a:txBody>
                  <a:tcPr marL="12700" marR="12700" marT="12700" anchor="ctr"/>
                </a:tc>
                <a:extLst>
                  <a:ext uri="{0D108BD9-81ED-4DB2-BD59-A6C34878D82A}">
                    <a16:rowId xmlns:a16="http://schemas.microsoft.com/office/drawing/2014/main" val="10002"/>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券商浏览器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公司资料、董监高指标、财务分析、财务报表、从业人数、券商分业务收入统计</a:t>
                      </a:r>
                    </a:p>
                  </a:txBody>
                  <a:tcPr marL="12700" marR="12700" marT="12700" anchor="ctr"/>
                </a:tc>
                <a:extLst>
                  <a:ext uri="{0D108BD9-81ED-4DB2-BD59-A6C34878D82A}">
                    <a16:rowId xmlns:a16="http://schemas.microsoft.com/office/drawing/2014/main" val="10003"/>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券商财务纵比</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财务分析、财务报表</a:t>
                      </a:r>
                    </a:p>
                  </a:txBody>
                  <a:tcPr marL="12700" marR="12700" marT="12700" anchor="ctr"/>
                </a:tc>
                <a:extLst>
                  <a:ext uri="{0D108BD9-81ED-4DB2-BD59-A6C34878D82A}">
                    <a16:rowId xmlns:a16="http://schemas.microsoft.com/office/drawing/2014/main" val="10004"/>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板块浏览器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基本指标、股本指标、机构持股、行情指标、融资融券、资金流向、估值指标、风险分析、财务分析、财务报表(新准则)</a:t>
                      </a:r>
                    </a:p>
                  </a:txBody>
                  <a:tcPr marL="12700" marR="12700" marT="12700" anchor="ctr"/>
                </a:tc>
                <a:extLst>
                  <a:ext uri="{0D108BD9-81ED-4DB2-BD59-A6C34878D82A}">
                    <a16:rowId xmlns:a16="http://schemas.microsoft.com/office/drawing/2014/main" val="10005"/>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港股浏览器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公司简介、证券简介、股本指标、股东指标、行情指标、港股财务报表、供股及配售、分红派息、港股财务分析、合股拆分、港股通持股、港股估值指标(最新)、高管人员、股票回购</a:t>
                      </a:r>
                    </a:p>
                  </a:txBody>
                  <a:tcPr marL="12700" marR="12700" marT="12700" anchor="ctr"/>
                </a:tc>
                <a:extLst>
                  <a:ext uri="{0D108BD9-81ED-4DB2-BD59-A6C34878D82A}">
                    <a16:rowId xmlns:a16="http://schemas.microsoft.com/office/drawing/2014/main" val="10006"/>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美股浏览器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公司简介、证券简介、股东权益、股本指标、行情指标、美股财务报表、美股财务分析、分红融资</a:t>
                      </a:r>
                    </a:p>
                  </a:txBody>
                  <a:tcPr marL="12700" marR="12700" marT="12700"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663740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cs typeface="微软雅黑" panose="020B0503020204020204" charset="-122"/>
                <a:sym typeface="+mn-ea"/>
              </a:rPr>
              <a:t>3-3 </a:t>
            </a:r>
            <a:r>
              <a:rPr lang="zh-CN" altLang="en-US" sz="2400" dirty="0">
                <a:cs typeface="微软雅黑" panose="020B0503020204020204" charset="-122"/>
                <a:sym typeface="+mn-ea"/>
              </a:rPr>
              <a:t>数据浏览器</a:t>
            </a:r>
            <a:r>
              <a:rPr lang="en-US" altLang="zh-CN" sz="2400" dirty="0">
                <a:cs typeface="微软雅黑" panose="020B0503020204020204" charset="-122"/>
                <a:sym typeface="+mn-ea"/>
              </a:rPr>
              <a:t>-</a:t>
            </a:r>
            <a:r>
              <a:rPr lang="zh-CN" altLang="en-US" sz="2400" dirty="0">
                <a:cs typeface="微软雅黑" panose="020B0503020204020204" charset="-122"/>
                <a:sym typeface="+mn-ea"/>
              </a:rPr>
              <a:t>分类</a:t>
            </a:r>
            <a:endParaRPr lang="zh-CN" altLang="en-US" sz="2400" b="0" dirty="0">
              <a:cs typeface="微软雅黑" panose="020B0503020204020204" charset="-122"/>
              <a:sym typeface="+mn-ea"/>
            </a:endParaRPr>
          </a:p>
        </p:txBody>
      </p:sp>
      <p:graphicFrame>
        <p:nvGraphicFramePr>
          <p:cNvPr id="4" name="表格 3"/>
          <p:cNvGraphicFramePr/>
          <p:nvPr>
            <p:custDataLst>
              <p:tags r:id="rId3"/>
            </p:custDataLst>
          </p:nvPr>
        </p:nvGraphicFramePr>
        <p:xfrm>
          <a:off x="521335" y="1372870"/>
          <a:ext cx="10933430" cy="2981960"/>
        </p:xfrm>
        <a:graphic>
          <a:graphicData uri="http://schemas.openxmlformats.org/drawingml/2006/table">
            <a:tbl>
              <a:tblPr firstRow="1" bandRow="1">
                <a:tableStyleId>{5940675A-B579-460E-94D1-54222C63F5DA}</a:tableStyleId>
              </a:tblPr>
              <a:tblGrid>
                <a:gridCol w="1530350">
                  <a:extLst>
                    <a:ext uri="{9D8B030D-6E8A-4147-A177-3AD203B41FA5}">
                      <a16:colId xmlns:a16="http://schemas.microsoft.com/office/drawing/2014/main" val="20000"/>
                    </a:ext>
                  </a:extLst>
                </a:gridCol>
                <a:gridCol w="9403080">
                  <a:extLst>
                    <a:ext uri="{9D8B030D-6E8A-4147-A177-3AD203B41FA5}">
                      <a16:colId xmlns:a16="http://schemas.microsoft.com/office/drawing/2014/main" val="20001"/>
                    </a:ext>
                  </a:extLst>
                </a:gridCol>
              </a:tblGrid>
              <a:tr h="378460">
                <a:tc>
                  <a:txBody>
                    <a:bodyPr/>
                    <a:lstStyle/>
                    <a:p>
                      <a:pPr indent="0" algn="l">
                        <a:lnSpc>
                          <a:spcPct val="150000"/>
                        </a:lnSpc>
                        <a:buNone/>
                      </a:pPr>
                      <a:r>
                        <a:rPr lang="zh-CN" altLang="en-US" sz="1400" b="1" dirty="0">
                          <a:latin typeface="微软雅黑" panose="020B0503020204020204" charset="-122"/>
                          <a:ea typeface="微软雅黑" panose="020B0503020204020204" charset="-122"/>
                        </a:rPr>
                        <a:t>品种</a:t>
                      </a:r>
                    </a:p>
                  </a:txBody>
                  <a:tcPr marL="12700" marR="12700" marT="12700" anchor="ctr">
                    <a:solidFill>
                      <a:srgbClr val="E7BDB9">
                        <a:alpha val="100000"/>
                      </a:srgbClr>
                    </a:solidFill>
                  </a:tcPr>
                </a:tc>
                <a:tc>
                  <a:txBody>
                    <a:bodyPr/>
                    <a:lstStyle/>
                    <a:p>
                      <a:pPr indent="0" algn="l">
                        <a:lnSpc>
                          <a:spcPct val="150000"/>
                        </a:lnSpc>
                        <a:buNone/>
                      </a:pPr>
                      <a:r>
                        <a:rPr lang="zh-CN" altLang="en-US" sz="1400" b="1">
                          <a:latin typeface="微软雅黑" panose="020B0503020204020204" charset="-122"/>
                          <a:ea typeface="微软雅黑" panose="020B0503020204020204" charset="-122"/>
                        </a:rPr>
                        <a:t>指标节点</a:t>
                      </a:r>
                    </a:p>
                  </a:txBody>
                  <a:tcPr marL="12700" marR="12700" marT="12700" anchor="ctr">
                    <a:solidFill>
                      <a:srgbClr val="E7BDB9">
                        <a:alpha val="100000"/>
                      </a:srgbClr>
                    </a:solidFill>
                  </a:tcPr>
                </a:tc>
                <a:extLst>
                  <a:ext uri="{0D108BD9-81ED-4DB2-BD59-A6C34878D82A}">
                    <a16:rowId xmlns:a16="http://schemas.microsoft.com/office/drawing/2014/main" val="10000"/>
                  </a:ext>
                </a:extLst>
              </a:tr>
              <a:tr h="6985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基金浏览器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基本资料、净值指标、行情指标、货币市场基金收益、绩效评估、分红指标、拆分折算、基金规模、持有人结构、投资组合、财务指标(新准则)、财务报表(新准则)、报告期运作情况、分级基金</a:t>
                      </a:r>
                    </a:p>
                  </a:txBody>
                  <a:tcPr marL="12700" marR="12700" marT="12700" anchor="ctr"/>
                </a:tc>
                <a:extLst>
                  <a:ext uri="{0D108BD9-81ED-4DB2-BD59-A6C34878D82A}">
                    <a16:rowId xmlns:a16="http://schemas.microsoft.com/office/drawing/2014/main" val="10001"/>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债券浏览器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基本资料、行兑付资料、行情指标、信用分析指标、基金重仓持债指标、财务报表</a:t>
                      </a:r>
                    </a:p>
                  </a:txBody>
                  <a:tcPr marL="12700" marR="12700" marT="12700" anchor="ctr"/>
                </a:tc>
                <a:extLst>
                  <a:ext uri="{0D108BD9-81ED-4DB2-BD59-A6C34878D82A}">
                    <a16:rowId xmlns:a16="http://schemas.microsoft.com/office/drawing/2014/main" val="10002"/>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期货浏览器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基本资料(品种)、合约资料、行情指标、持抢与库存</a:t>
                      </a:r>
                    </a:p>
                  </a:txBody>
                  <a:tcPr marL="12700" marR="12700" marT="12700" anchor="ctr"/>
                </a:tc>
                <a:extLst>
                  <a:ext uri="{0D108BD9-81ED-4DB2-BD59-A6C34878D82A}">
                    <a16:rowId xmlns:a16="http://schemas.microsoft.com/office/drawing/2014/main" val="10003"/>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个股期权浏览器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基本资料、行情指标</a:t>
                      </a:r>
                    </a:p>
                  </a:txBody>
                  <a:tcPr marL="12700" marR="12700" marT="12700" anchor="ctr"/>
                </a:tc>
                <a:extLst>
                  <a:ext uri="{0D108BD9-81ED-4DB2-BD59-A6C34878D82A}">
                    <a16:rowId xmlns:a16="http://schemas.microsoft.com/office/drawing/2014/main" val="10004"/>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期货期权浏览器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基本资料、行情指标、风险指标</a:t>
                      </a:r>
                    </a:p>
                  </a:txBody>
                  <a:tcPr marL="12700" marR="12700" marT="12700" anchor="ctr"/>
                </a:tc>
                <a:extLst>
                  <a:ext uri="{0D108BD9-81ED-4DB2-BD59-A6C34878D82A}">
                    <a16:rowId xmlns:a16="http://schemas.microsoft.com/office/drawing/2014/main" val="10005"/>
                  </a:ext>
                </a:extLst>
              </a:tr>
              <a:tr h="381000">
                <a:tc>
                  <a:txBody>
                    <a:bodyPr/>
                    <a:lstStyle/>
                    <a:p>
                      <a:pPr indent="0" algn="l">
                        <a:lnSpc>
                          <a:spcPct val="150000"/>
                        </a:lnSpc>
                        <a:buNone/>
                      </a:pPr>
                      <a:r>
                        <a:rPr lang="zh-CN" altLang="en-US" sz="1400" dirty="0">
                          <a:latin typeface="微软雅黑" panose="020B0503020204020204" charset="-122"/>
                          <a:ea typeface="微软雅黑" panose="020B0503020204020204" charset="-122"/>
                          <a:cs typeface="微软雅黑" panose="020B0503020204020204" charset="-122"/>
                        </a:rPr>
                        <a:t>指数浏览器</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指数简介、指数行情</a:t>
                      </a:r>
                    </a:p>
                  </a:txBody>
                  <a:tcPr marL="12700" marR="12700" marT="12700" anchor="ct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677854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a:t>支持实时行情指标</a:t>
            </a:r>
          </a:p>
        </p:txBody>
      </p:sp>
      <p:sp>
        <p:nvSpPr>
          <p:cNvPr id="3" name="文本占位符 2"/>
          <p:cNvSpPr>
            <a:spLocks noGrp="1"/>
          </p:cNvSpPr>
          <p:nvPr>
            <p:ph type="body" sz="quarter" idx="15"/>
          </p:nvPr>
        </p:nvSpPr>
        <p:spPr/>
        <p:txBody>
          <a:bodyPr/>
          <a:lstStyle/>
          <a:p>
            <a:r>
              <a:rPr lang="zh-CN" altLang="en-US"/>
              <a:t>基础数据更完善</a:t>
            </a:r>
          </a:p>
        </p:txBody>
      </p:sp>
      <p:sp>
        <p:nvSpPr>
          <p:cNvPr id="4" name="文本占位符 3"/>
          <p:cNvSpPr>
            <a:spLocks noGrp="1"/>
          </p:cNvSpPr>
          <p:nvPr>
            <p:ph type="body" sz="quarter" idx="17"/>
          </p:nvPr>
        </p:nvSpPr>
        <p:spPr>
          <a:xfrm>
            <a:off x="3739879" y="1431925"/>
            <a:ext cx="2917477" cy="460375"/>
          </a:xfrm>
        </p:spPr>
        <p:txBody>
          <a:bodyPr/>
          <a:lstStyle/>
          <a:p>
            <a:r>
              <a:rPr lang="zh-CN" altLang="en-US"/>
              <a:t>参数选择更多</a:t>
            </a:r>
          </a:p>
        </p:txBody>
      </p:sp>
      <p:sp>
        <p:nvSpPr>
          <p:cNvPr id="5" name="文本占位符 4"/>
          <p:cNvSpPr>
            <a:spLocks noGrp="1"/>
          </p:cNvSpPr>
          <p:nvPr>
            <p:ph type="body" sz="quarter" idx="19"/>
          </p:nvPr>
        </p:nvSpPr>
        <p:spPr>
          <a:xfrm>
            <a:off x="8429184" y="1431925"/>
            <a:ext cx="2917477" cy="460375"/>
          </a:xfrm>
        </p:spPr>
        <p:txBody>
          <a:bodyPr/>
          <a:lstStyle/>
          <a:p>
            <a:r>
              <a:rPr lang="zh-CN" altLang="en-US"/>
              <a:t>衍生数据更丰富</a:t>
            </a:r>
          </a:p>
        </p:txBody>
      </p:sp>
      <p:sp>
        <p:nvSpPr>
          <p:cNvPr id="6" name="文本占位符 5"/>
          <p:cNvSpPr>
            <a:spLocks noGrp="1"/>
          </p:cNvSpPr>
          <p:nvPr>
            <p:ph type="body" sz="quarter" idx="18"/>
          </p:nvPr>
        </p:nvSpPr>
        <p:spPr/>
        <p:txBody>
          <a:bodyPr/>
          <a:lstStyle/>
          <a:p>
            <a:r>
              <a:rPr lang="zh-CN" altLang="en-US" sz="1400">
                <a:sym typeface="+mn-ea"/>
              </a:rPr>
              <a:t>行情相关指标走</a:t>
            </a:r>
            <a:r>
              <a:rPr lang="en-US" altLang="zh-CN" sz="1400">
                <a:sym typeface="+mn-ea"/>
              </a:rPr>
              <a:t>TCI</a:t>
            </a:r>
            <a:r>
              <a:rPr lang="zh-CN" altLang="en-US" sz="1400">
                <a:sym typeface="+mn-ea"/>
              </a:rPr>
              <a:t>接口，实时更新。比如，日周月年行情，区间行情，资金流向指标，估值指标等</a:t>
            </a:r>
            <a:endParaRPr lang="zh-CN" altLang="en-US" sz="1400"/>
          </a:p>
        </p:txBody>
      </p:sp>
      <p:sp>
        <p:nvSpPr>
          <p:cNvPr id="7" name="文本占位符 6"/>
          <p:cNvSpPr>
            <a:spLocks noGrp="1"/>
          </p:cNvSpPr>
          <p:nvPr>
            <p:ph type="body" sz="quarter" idx="20"/>
          </p:nvPr>
        </p:nvSpPr>
        <p:spPr>
          <a:xfrm>
            <a:off x="3739868" y="1892400"/>
            <a:ext cx="2917477" cy="866584"/>
          </a:xfrm>
        </p:spPr>
        <p:txBody>
          <a:bodyPr/>
          <a:lstStyle/>
          <a:p>
            <a:r>
              <a:rPr lang="zh-CN" altLang="en-US" sz="1400">
                <a:sym typeface="+mn-ea"/>
              </a:rPr>
              <a:t>比如股本指标、十大股东、股东户数等，同时支持截止日期和报告期参数；股利支付率同时支持按年报和报告期参数</a:t>
            </a:r>
            <a:endParaRPr lang="zh-CN" altLang="en-US" sz="1400"/>
          </a:p>
          <a:p>
            <a:endParaRPr lang="zh-CN" altLang="en-US" sz="1400"/>
          </a:p>
        </p:txBody>
      </p:sp>
      <p:sp>
        <p:nvSpPr>
          <p:cNvPr id="8" name="文本占位符 7"/>
          <p:cNvSpPr>
            <a:spLocks noGrp="1"/>
          </p:cNvSpPr>
          <p:nvPr>
            <p:ph type="body" sz="quarter" idx="21"/>
          </p:nvPr>
        </p:nvSpPr>
        <p:spPr>
          <a:xfrm>
            <a:off x="8429305" y="1956535"/>
            <a:ext cx="2917477" cy="866584"/>
          </a:xfrm>
        </p:spPr>
        <p:txBody>
          <a:bodyPr/>
          <a:lstStyle/>
          <a:p>
            <a:r>
              <a:rPr lang="zh-CN" altLang="en-US" sz="1400">
                <a:sym typeface="+mn-ea"/>
              </a:rPr>
              <a:t>比如，支持机构持股变动数量和占比、变动家数、持股市值和变动数，一致预期数据的展示</a:t>
            </a:r>
            <a:endParaRPr lang="zh-CN" altLang="en-US" sz="1400"/>
          </a:p>
        </p:txBody>
      </p:sp>
      <p:sp>
        <p:nvSpPr>
          <p:cNvPr id="9" name="文本占位符 8"/>
          <p:cNvSpPr>
            <a:spLocks noGrp="1"/>
          </p:cNvSpPr>
          <p:nvPr>
            <p:ph type="body" sz="quarter" idx="22"/>
          </p:nvPr>
        </p:nvSpPr>
        <p:spPr/>
        <p:txBody>
          <a:bodyPr/>
          <a:lstStyle/>
          <a:p>
            <a:r>
              <a:rPr lang="zh-CN" altLang="en-US" sz="1400">
                <a:sym typeface="+mn-ea"/>
              </a:rPr>
              <a:t>比如，支持拟增减持数据、沪深港通持股变化和连续增减仓数据、互动问答统计的展示</a:t>
            </a:r>
            <a:endParaRPr lang="zh-CN" altLang="en-US" sz="1400"/>
          </a:p>
        </p:txBody>
      </p:sp>
      <p:sp>
        <p:nvSpPr>
          <p:cNvPr id="10" name="标题 9"/>
          <p:cNvSpPr>
            <a:spLocks noGrp="1"/>
          </p:cNvSpPr>
          <p:nvPr>
            <p:ph type="title"/>
          </p:nvPr>
        </p:nvSpPr>
        <p:spPr/>
        <p:txBody>
          <a:bodyPr/>
          <a:lstStyle/>
          <a:p>
            <a:r>
              <a:rPr kumimoji="1" lang="en-US" altLang="zh-CN" sz="2400" b="1" dirty="0">
                <a:solidFill>
                  <a:srgbClr val="9A0000"/>
                </a:solidFill>
                <a:latin typeface="微软雅黑" panose="020B0503020204020204" charset="-122"/>
                <a:ea typeface="微软雅黑" panose="020B0503020204020204" charset="-122"/>
                <a:sym typeface="+mn-ea"/>
              </a:rPr>
              <a:t>3-3 数据浏览器-优势</a:t>
            </a:r>
          </a:p>
        </p:txBody>
      </p:sp>
    </p:spTree>
    <p:extLst>
      <p:ext uri="{BB962C8B-B14F-4D97-AF65-F5344CB8AC3E}">
        <p14:creationId xmlns:p14="http://schemas.microsoft.com/office/powerpoint/2010/main" val="2624430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kumimoji="1" lang="en-US" altLang="zh-CN" sz="2400" dirty="0">
                <a:sym typeface="+mn-ea"/>
              </a:rPr>
              <a:t>3-3 数据浏览器-</a:t>
            </a:r>
            <a:r>
              <a:rPr kumimoji="1" lang="zh-CN" altLang="en-US" sz="2400" dirty="0">
                <a:sym typeface="+mn-ea"/>
              </a:rPr>
              <a:t>三选一提取</a:t>
            </a:r>
            <a:endParaRPr lang="zh-CN" altLang="en-US" sz="2400" b="0" dirty="0">
              <a:sym typeface="+mn-ea"/>
            </a:endParaRPr>
          </a:p>
        </p:txBody>
      </p:sp>
      <p:pic>
        <p:nvPicPr>
          <p:cNvPr id="2" name="图片 1"/>
          <p:cNvPicPr>
            <a:picLocks noChangeAspect="1"/>
          </p:cNvPicPr>
          <p:nvPr/>
        </p:nvPicPr>
        <p:blipFill>
          <a:blip r:embed="rId4"/>
          <a:stretch>
            <a:fillRect/>
          </a:stretch>
        </p:blipFill>
        <p:spPr>
          <a:xfrm>
            <a:off x="779318" y="938541"/>
            <a:ext cx="10216607" cy="5919459"/>
          </a:xfrm>
          <a:prstGeom prst="rect">
            <a:avLst/>
          </a:prstGeom>
        </p:spPr>
      </p:pic>
    </p:spTree>
    <p:custDataLst>
      <p:tags r:id="rId1"/>
    </p:custDataLst>
    <p:extLst>
      <p:ext uri="{BB962C8B-B14F-4D97-AF65-F5344CB8AC3E}">
        <p14:creationId xmlns:p14="http://schemas.microsoft.com/office/powerpoint/2010/main" val="364582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3-3 </a:t>
            </a:r>
            <a:r>
              <a:rPr dirty="0">
                <a:sym typeface="+mn-ea"/>
              </a:rPr>
              <a:t>数据浏览器</a:t>
            </a:r>
            <a:r>
              <a:rPr lang="en-US" altLang="zh-CN" dirty="0">
                <a:sym typeface="+mn-ea"/>
              </a:rPr>
              <a:t>-</a:t>
            </a:r>
            <a:r>
              <a:rPr dirty="0">
                <a:sym typeface="+mn-ea"/>
              </a:rPr>
              <a:t>分类示例</a:t>
            </a:r>
          </a:p>
        </p:txBody>
      </p:sp>
      <p:sp>
        <p:nvSpPr>
          <p:cNvPr id="3" name="文本占位符 2"/>
          <p:cNvSpPr>
            <a:spLocks noGrp="1"/>
          </p:cNvSpPr>
          <p:nvPr>
            <p:ph type="body" sz="quarter" idx="12"/>
          </p:nvPr>
        </p:nvSpPr>
        <p:spPr/>
        <p:txBody>
          <a:bodyPr/>
          <a:lstStyle/>
          <a:p>
            <a:r>
              <a:rPr lang="zh-CN" altLang="en-US"/>
              <a:t>板块浏览器</a:t>
            </a:r>
          </a:p>
        </p:txBody>
      </p:sp>
      <p:sp>
        <p:nvSpPr>
          <p:cNvPr id="4" name="文本占位符 3"/>
          <p:cNvSpPr>
            <a:spLocks noGrp="1"/>
          </p:cNvSpPr>
          <p:nvPr>
            <p:ph type="body" sz="quarter" idx="21"/>
          </p:nvPr>
        </p:nvSpPr>
        <p:spPr/>
        <p:txBody>
          <a:bodyPr/>
          <a:lstStyle/>
          <a:p>
            <a:r>
              <a:rPr lang="zh-CN" altLang="en-US" dirty="0"/>
              <a:t>基本指标、股本指标、机构持股、行情指标、融资融券、资金流向、估值指标、风险分析、财务分析、财务报表(新准则)</a:t>
            </a:r>
          </a:p>
        </p:txBody>
      </p:sp>
      <p:sp>
        <p:nvSpPr>
          <p:cNvPr id="6" name="文本占位符 5"/>
          <p:cNvSpPr>
            <a:spLocks noGrp="1"/>
          </p:cNvSpPr>
          <p:nvPr>
            <p:ph type="body" sz="quarter" idx="22"/>
          </p:nvPr>
        </p:nvSpPr>
        <p:spPr/>
        <p:txBody>
          <a:bodyPr/>
          <a:lstStyle/>
          <a:p>
            <a:r>
              <a:rPr lang="zh-CN" altLang="en-US"/>
              <a:t>券商财务纵比</a:t>
            </a:r>
          </a:p>
        </p:txBody>
      </p:sp>
      <p:sp>
        <p:nvSpPr>
          <p:cNvPr id="7" name="文本占位符 6"/>
          <p:cNvSpPr>
            <a:spLocks noGrp="1"/>
          </p:cNvSpPr>
          <p:nvPr>
            <p:ph type="body" sz="quarter" idx="23"/>
          </p:nvPr>
        </p:nvSpPr>
        <p:spPr/>
        <p:txBody>
          <a:bodyPr/>
          <a:lstStyle/>
          <a:p>
            <a:r>
              <a:rPr lang="zh-CN" altLang="en-US"/>
              <a:t>财务分析、财务报表</a:t>
            </a:r>
          </a:p>
        </p:txBody>
      </p:sp>
      <p:sp>
        <p:nvSpPr>
          <p:cNvPr id="9" name="文本占位符 8"/>
          <p:cNvSpPr>
            <a:spLocks noGrp="1"/>
          </p:cNvSpPr>
          <p:nvPr>
            <p:ph type="body" sz="quarter" idx="25"/>
          </p:nvPr>
        </p:nvSpPr>
        <p:spPr/>
        <p:txBody>
          <a:bodyPr/>
          <a:lstStyle/>
          <a:p>
            <a:r>
              <a:rPr lang="zh-CN" altLang="en-US"/>
              <a:t>股票财务纵比</a:t>
            </a:r>
          </a:p>
        </p:txBody>
      </p:sp>
      <p:sp>
        <p:nvSpPr>
          <p:cNvPr id="10" name="文本占位符 9"/>
          <p:cNvSpPr>
            <a:spLocks noGrp="1"/>
          </p:cNvSpPr>
          <p:nvPr>
            <p:ph type="body" sz="quarter" idx="26"/>
          </p:nvPr>
        </p:nvSpPr>
        <p:spPr/>
        <p:txBody>
          <a:bodyPr/>
          <a:lstStyle/>
          <a:p>
            <a:r>
              <a:rPr lang="zh-CN" altLang="en-US"/>
              <a:t>股本指标、财务分析、财务报表(新准则)</a:t>
            </a:r>
          </a:p>
        </p:txBody>
      </p:sp>
      <p:pic>
        <p:nvPicPr>
          <p:cNvPr id="14" name="内容占位符 13"/>
          <p:cNvPicPr>
            <a:picLocks noGrp="1" noChangeAspect="1"/>
          </p:cNvPicPr>
          <p:nvPr>
            <p:ph sz="quarter" idx="10"/>
          </p:nvPr>
        </p:nvPicPr>
        <p:blipFill>
          <a:blip r:embed="rId2"/>
          <a:stretch>
            <a:fillRect/>
          </a:stretch>
        </p:blipFill>
        <p:spPr>
          <a:xfrm>
            <a:off x="561874" y="2852738"/>
            <a:ext cx="3397452" cy="3549650"/>
          </a:xfrm>
          <a:prstGeom prst="rect">
            <a:avLst/>
          </a:prstGeom>
        </p:spPr>
      </p:pic>
      <p:pic>
        <p:nvPicPr>
          <p:cNvPr id="20" name="内容占位符 19"/>
          <p:cNvPicPr>
            <a:picLocks noGrp="1" noChangeAspect="1"/>
          </p:cNvPicPr>
          <p:nvPr>
            <p:ph sz="quarter" idx="27"/>
          </p:nvPr>
        </p:nvPicPr>
        <p:blipFill>
          <a:blip r:embed="rId3"/>
          <a:stretch>
            <a:fillRect/>
          </a:stretch>
        </p:blipFill>
        <p:spPr>
          <a:xfrm>
            <a:off x="9072357" y="2852738"/>
            <a:ext cx="1679987" cy="3549650"/>
          </a:xfrm>
          <a:prstGeom prst="rect">
            <a:avLst/>
          </a:prstGeom>
        </p:spPr>
      </p:pic>
      <p:pic>
        <p:nvPicPr>
          <p:cNvPr id="22" name="内容占位符 21"/>
          <p:cNvPicPr>
            <a:picLocks noGrp="1" noChangeAspect="1"/>
          </p:cNvPicPr>
          <p:nvPr>
            <p:ph sz="quarter" idx="24"/>
          </p:nvPr>
        </p:nvPicPr>
        <p:blipFill>
          <a:blip r:embed="rId4"/>
          <a:stretch>
            <a:fillRect/>
          </a:stretch>
        </p:blipFill>
        <p:spPr>
          <a:xfrm>
            <a:off x="5203253" y="2852738"/>
            <a:ext cx="1785495" cy="3549650"/>
          </a:xfrm>
          <a:prstGeom prst="rect">
            <a:avLst/>
          </a:prstGeom>
        </p:spPr>
      </p:pic>
    </p:spTree>
    <p:extLst>
      <p:ext uri="{BB962C8B-B14F-4D97-AF65-F5344CB8AC3E}">
        <p14:creationId xmlns:p14="http://schemas.microsoft.com/office/powerpoint/2010/main" val="507049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ChangeAspect="1"/>
          </p:cNvPicPr>
          <p:nvPr>
            <p:custDataLst>
              <p:tags r:id="rId1"/>
            </p:custDataLst>
          </p:nvPr>
        </p:nvPicPr>
        <p:blipFill>
          <a:blip r:embed="rId6"/>
          <a:stretch>
            <a:fillRect/>
          </a:stretch>
        </p:blipFill>
        <p:spPr>
          <a:xfrm>
            <a:off x="1492885" y="976630"/>
            <a:ext cx="9894107" cy="5760000"/>
          </a:xfrm>
          <a:prstGeom prst="rect">
            <a:avLst/>
          </a:prstGeom>
        </p:spPr>
      </p:pic>
      <p:sp>
        <p:nvSpPr>
          <p:cNvPr id="10" name="标题 9"/>
          <p:cNvSpPr>
            <a:spLocks noGrp="1"/>
          </p:cNvSpPr>
          <p:nvPr>
            <p:ph type="title"/>
          </p:nvPr>
        </p:nvSpPr>
        <p:spPr>
          <a:xfrm>
            <a:off x="551319" y="355282"/>
            <a:ext cx="7350477" cy="460375"/>
          </a:xfrm>
        </p:spPr>
        <p:txBody>
          <a:bodyPr>
            <a:normAutofit/>
          </a:bodyPr>
          <a:lstStyle/>
          <a:p>
            <a:pPr algn="l" fontAlgn="auto">
              <a:buClrTx/>
              <a:buSzTx/>
              <a:buFontTx/>
            </a:pPr>
            <a:r>
              <a:rPr kumimoji="1" lang="en-US" altLang="zh-CN" sz="2500" b="1" noProof="1">
                <a:solidFill>
                  <a:srgbClr val="9A0000"/>
                </a:solidFill>
                <a:latin typeface="微软雅黑" panose="020B0503020204020204" charset="-122"/>
                <a:ea typeface="微软雅黑" panose="020B0503020204020204" charset="-122"/>
                <a:sym typeface="+mn-ea"/>
              </a:rPr>
              <a:t>3-3 </a:t>
            </a:r>
            <a:r>
              <a:rPr kumimoji="1" lang="zh-CN" altLang="en-US" sz="2500" b="1" noProof="1">
                <a:solidFill>
                  <a:srgbClr val="9A0000"/>
                </a:solidFill>
                <a:latin typeface="微软雅黑" panose="020B0503020204020204" charset="-122"/>
                <a:ea typeface="微软雅黑" panose="020B0503020204020204" charset="-122"/>
                <a:sym typeface="+mn-ea"/>
              </a:rPr>
              <a:t>数据浏览器</a:t>
            </a:r>
            <a:r>
              <a:rPr kumimoji="1" lang="en-US" altLang="zh-CN" sz="2500" b="1" noProof="1">
                <a:solidFill>
                  <a:srgbClr val="9A0000"/>
                </a:solidFill>
                <a:latin typeface="微软雅黑" panose="020B0503020204020204" charset="-122"/>
                <a:ea typeface="微软雅黑" panose="020B0503020204020204" charset="-122"/>
                <a:sym typeface="+mn-ea"/>
              </a:rPr>
              <a:t>-</a:t>
            </a:r>
            <a:r>
              <a:rPr kumimoji="1" lang="zh-CN" altLang="en-US" sz="2500" b="1" noProof="1">
                <a:solidFill>
                  <a:srgbClr val="9A0000"/>
                </a:solidFill>
                <a:latin typeface="微软雅黑" panose="020B0503020204020204" charset="-122"/>
                <a:ea typeface="微软雅黑" panose="020B0503020204020204" charset="-122"/>
                <a:sym typeface="+mn-ea"/>
              </a:rPr>
              <a:t>分类示例</a:t>
            </a:r>
            <a:r>
              <a:rPr kumimoji="1" lang="en-US" altLang="zh-CN" sz="2500" b="1" noProof="1">
                <a:solidFill>
                  <a:srgbClr val="9A0000"/>
                </a:solidFill>
                <a:latin typeface="微软雅黑" panose="020B0503020204020204" charset="-122"/>
                <a:ea typeface="微软雅黑" panose="020B0503020204020204" charset="-122"/>
                <a:sym typeface="+mn-ea"/>
              </a:rPr>
              <a:t>-</a:t>
            </a:r>
            <a:r>
              <a:rPr kumimoji="1" lang="zh-CN" altLang="en-US" sz="2500" b="1" noProof="1">
                <a:solidFill>
                  <a:srgbClr val="9A0000"/>
                </a:solidFill>
                <a:latin typeface="微软雅黑" panose="020B0503020204020204" charset="-122"/>
                <a:ea typeface="微软雅黑" panose="020B0503020204020204" charset="-122"/>
                <a:sym typeface="+mn-ea"/>
              </a:rPr>
              <a:t>债券浏览器</a:t>
            </a:r>
          </a:p>
        </p:txBody>
      </p:sp>
      <p:sp>
        <p:nvSpPr>
          <p:cNvPr id="6" name="线形标注 2(带强调线) 5"/>
          <p:cNvSpPr/>
          <p:nvPr>
            <p:custDataLst>
              <p:tags r:id="rId2"/>
            </p:custDataLst>
          </p:nvPr>
        </p:nvSpPr>
        <p:spPr>
          <a:xfrm>
            <a:off x="170180" y="1654175"/>
            <a:ext cx="1322705" cy="1604645"/>
          </a:xfrm>
          <a:prstGeom prst="accentCallout2">
            <a:avLst>
              <a:gd name="adj1" fmla="val 31066"/>
              <a:gd name="adj2" fmla="val 106420"/>
              <a:gd name="adj3" fmla="val 30906"/>
              <a:gd name="adj4" fmla="val 122035"/>
              <a:gd name="adj5" fmla="val 39137"/>
              <a:gd name="adj6" fmla="val 13067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a:sym typeface="等线" panose="02010600030101010101" pitchFamily="2" charset="-122"/>
              </a:rPr>
              <a:t>通用指标：债券基本资料、机构基本资料、行情、财务数据等</a:t>
            </a:r>
          </a:p>
          <a:p>
            <a:pPr algn="l">
              <a:lnSpc>
                <a:spcPct val="150000"/>
              </a:lnSpc>
            </a:pPr>
            <a:r>
              <a:rPr lang="zh-CN" sz="1200"/>
              <a:t>可转债特色指标：各类条款数据</a:t>
            </a:r>
          </a:p>
        </p:txBody>
      </p:sp>
      <p:sp>
        <p:nvSpPr>
          <p:cNvPr id="3" name="线形标注 2(带强调线) 2"/>
          <p:cNvSpPr/>
          <p:nvPr>
            <p:custDataLst>
              <p:tags r:id="rId3"/>
            </p:custDataLst>
          </p:nvPr>
        </p:nvSpPr>
        <p:spPr>
          <a:xfrm>
            <a:off x="170180" y="4512945"/>
            <a:ext cx="1322705" cy="1368425"/>
          </a:xfrm>
          <a:prstGeom prst="accentCallout2">
            <a:avLst>
              <a:gd name="adj1" fmla="val 31066"/>
              <a:gd name="adj2" fmla="val 106420"/>
              <a:gd name="adj3" fmla="val 30906"/>
              <a:gd name="adj4" fmla="val 122035"/>
              <a:gd name="adj5" fmla="val 16422"/>
              <a:gd name="adj6" fmla="val 131637"/>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a:sym typeface="等线" panose="02010600030101010101" pitchFamily="2" charset="-122"/>
              </a:rPr>
              <a:t>债券分类：债券性质、剩余期限、市场、行业、概念、地区等</a:t>
            </a:r>
            <a:endParaRPr lang="zh-CN" sz="1200" dirty="0">
              <a:latin typeface="微软雅黑" panose="020B0503020204020204" pitchFamily="34" charset="-122"/>
              <a:ea typeface="微软雅黑" panose="020B0503020204020204" pitchFamily="34" charset="-122"/>
            </a:endParaRPr>
          </a:p>
        </p:txBody>
      </p:sp>
      <p:sp>
        <p:nvSpPr>
          <p:cNvPr id="8" name="线形标注 2(带强调线) 7"/>
          <p:cNvSpPr/>
          <p:nvPr/>
        </p:nvSpPr>
        <p:spPr>
          <a:xfrm flipH="1">
            <a:off x="8546465" y="1487805"/>
            <a:ext cx="1760220" cy="736600"/>
          </a:xfrm>
          <a:prstGeom prst="accentCallout2">
            <a:avLst>
              <a:gd name="adj1" fmla="val 31066"/>
              <a:gd name="adj2" fmla="val 106420"/>
              <a:gd name="adj3" fmla="val 30906"/>
              <a:gd name="adj4" fmla="val 122035"/>
              <a:gd name="adj5" fmla="val -5258"/>
              <a:gd name="adj6" fmla="val 143682"/>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支持数据导出、统计、图形、保存板块等操作。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3-3 </a:t>
            </a:r>
            <a:r>
              <a:rPr dirty="0">
                <a:sym typeface="+mn-ea"/>
              </a:rPr>
              <a:t>数据浏览器</a:t>
            </a:r>
            <a:r>
              <a:rPr lang="en-US" altLang="zh-CN" dirty="0">
                <a:sym typeface="+mn-ea"/>
              </a:rPr>
              <a:t>-</a:t>
            </a:r>
            <a:r>
              <a:rPr dirty="0">
                <a:sym typeface="+mn-ea"/>
              </a:rPr>
              <a:t>分类示例</a:t>
            </a:r>
          </a:p>
        </p:txBody>
      </p:sp>
      <p:sp>
        <p:nvSpPr>
          <p:cNvPr id="6" name="文本占位符 5"/>
          <p:cNvSpPr>
            <a:spLocks noGrp="1"/>
          </p:cNvSpPr>
          <p:nvPr>
            <p:ph type="body" sz="quarter" idx="22"/>
          </p:nvPr>
        </p:nvSpPr>
        <p:spPr>
          <a:xfrm>
            <a:off x="1410089" y="1048269"/>
            <a:ext cx="3410741" cy="513783"/>
          </a:xfrm>
        </p:spPr>
        <p:txBody>
          <a:bodyPr/>
          <a:lstStyle/>
          <a:p>
            <a:r>
              <a:rPr lang="zh-CN" altLang="en-US"/>
              <a:t>基金浏览器</a:t>
            </a:r>
          </a:p>
        </p:txBody>
      </p:sp>
      <p:sp>
        <p:nvSpPr>
          <p:cNvPr id="7" name="文本占位符 6"/>
          <p:cNvSpPr>
            <a:spLocks noGrp="1"/>
          </p:cNvSpPr>
          <p:nvPr>
            <p:ph type="body" sz="quarter" idx="23"/>
          </p:nvPr>
        </p:nvSpPr>
        <p:spPr>
          <a:xfrm>
            <a:off x="1416525" y="1545849"/>
            <a:ext cx="3410741" cy="1207457"/>
          </a:xfrm>
        </p:spPr>
        <p:txBody>
          <a:bodyPr/>
          <a:lstStyle/>
          <a:p>
            <a:r>
              <a:rPr lang="zh-CN" altLang="en-US" dirty="0"/>
              <a:t>基本资料、净值指标、行情指标、货币市场基金收益、绩效评估、分红指标、拆分折算、基金规模、持有人结构、投资组合、财务指标(新准则)、财务报表(新准则)、报告期运作情况</a:t>
            </a:r>
          </a:p>
        </p:txBody>
      </p:sp>
      <p:sp>
        <p:nvSpPr>
          <p:cNvPr id="9" name="文本占位符 8"/>
          <p:cNvSpPr>
            <a:spLocks noGrp="1"/>
          </p:cNvSpPr>
          <p:nvPr>
            <p:ph type="body" sz="quarter" idx="25"/>
          </p:nvPr>
        </p:nvSpPr>
        <p:spPr>
          <a:xfrm>
            <a:off x="6822571" y="1101507"/>
            <a:ext cx="3410741" cy="513783"/>
          </a:xfrm>
        </p:spPr>
        <p:txBody>
          <a:bodyPr/>
          <a:lstStyle/>
          <a:p>
            <a:r>
              <a:rPr lang="zh-CN" altLang="en-US"/>
              <a:t>期货浏览器</a:t>
            </a:r>
          </a:p>
        </p:txBody>
      </p:sp>
      <p:sp>
        <p:nvSpPr>
          <p:cNvPr id="10" name="文本占位符 9"/>
          <p:cNvSpPr>
            <a:spLocks noGrp="1"/>
          </p:cNvSpPr>
          <p:nvPr>
            <p:ph type="body" sz="quarter" idx="26"/>
          </p:nvPr>
        </p:nvSpPr>
        <p:spPr>
          <a:xfrm>
            <a:off x="6829007" y="1599087"/>
            <a:ext cx="3410741" cy="1207457"/>
          </a:xfrm>
        </p:spPr>
        <p:txBody>
          <a:bodyPr/>
          <a:lstStyle/>
          <a:p>
            <a:r>
              <a:rPr lang="zh-CN" altLang="en-US" dirty="0"/>
              <a:t>基本资料(品种)、合约资料、行情指标、持抢与库存</a:t>
            </a:r>
          </a:p>
        </p:txBody>
      </p:sp>
      <p:pic>
        <p:nvPicPr>
          <p:cNvPr id="11" name="内容占位符 10"/>
          <p:cNvPicPr>
            <a:picLocks noGrp="1" noChangeAspect="1"/>
          </p:cNvPicPr>
          <p:nvPr>
            <p:ph sz="quarter" idx="24"/>
          </p:nvPr>
        </p:nvPicPr>
        <p:blipFill>
          <a:blip r:embed="rId2"/>
          <a:stretch>
            <a:fillRect/>
          </a:stretch>
        </p:blipFill>
        <p:spPr>
          <a:xfrm>
            <a:off x="1558381" y="3001338"/>
            <a:ext cx="2997916" cy="3549650"/>
          </a:xfrm>
          <a:prstGeom prst="rect">
            <a:avLst/>
          </a:prstGeom>
        </p:spPr>
      </p:pic>
      <p:pic>
        <p:nvPicPr>
          <p:cNvPr id="13" name="内容占位符 12"/>
          <p:cNvPicPr>
            <a:picLocks noGrp="1" noChangeAspect="1"/>
          </p:cNvPicPr>
          <p:nvPr>
            <p:ph sz="quarter" idx="27"/>
          </p:nvPr>
        </p:nvPicPr>
        <p:blipFill>
          <a:blip r:embed="rId3"/>
          <a:stretch>
            <a:fillRect/>
          </a:stretch>
        </p:blipFill>
        <p:spPr>
          <a:xfrm>
            <a:off x="7266491" y="2922179"/>
            <a:ext cx="2531267" cy="3549650"/>
          </a:xfrm>
          <a:prstGeom prst="rect">
            <a:avLst/>
          </a:prstGeom>
        </p:spPr>
      </p:pic>
    </p:spTree>
    <p:extLst>
      <p:ext uri="{BB962C8B-B14F-4D97-AF65-F5344CB8AC3E}">
        <p14:creationId xmlns:p14="http://schemas.microsoft.com/office/powerpoint/2010/main" val="309311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概览</a:t>
            </a:r>
          </a:p>
        </p:txBody>
      </p:sp>
      <p:sp>
        <p:nvSpPr>
          <p:cNvPr id="3" name="文本占位符 2"/>
          <p:cNvSpPr>
            <a:spLocks noGrp="1"/>
          </p:cNvSpPr>
          <p:nvPr>
            <p:ph type="body" sz="quarter" idx="11"/>
          </p:nvPr>
        </p:nvSpPr>
        <p:spPr/>
        <p:txBody>
          <a:bodyPr/>
          <a:lstStyle/>
          <a:p>
            <a:r>
              <a:rPr lang="zh-CN" altLang="en-US"/>
              <a:t>栏目丰富</a:t>
            </a:r>
          </a:p>
        </p:txBody>
      </p:sp>
      <p:sp>
        <p:nvSpPr>
          <p:cNvPr id="4" name="文本占位符 3"/>
          <p:cNvSpPr>
            <a:spLocks noGrp="1"/>
          </p:cNvSpPr>
          <p:nvPr>
            <p:ph type="body" sz="quarter" idx="20"/>
          </p:nvPr>
        </p:nvSpPr>
        <p:spPr/>
        <p:txBody>
          <a:bodyPr/>
          <a:lstStyle/>
          <a:p>
            <a:r>
              <a:rPr lang="zh-CN" altLang="zh-CN" sz="1600" dirty="0">
                <a:solidFill>
                  <a:schemeClr val="tx1">
                    <a:lumMod val="90000"/>
                    <a:lumOff val="10000"/>
                  </a:schemeClr>
                </a:solidFill>
                <a:cs typeface="微软雅黑" panose="020B0503020204020204" charset="-122"/>
                <a:sym typeface="Lato Light" charset="0"/>
              </a:rPr>
              <a:t>从单证券角度，深度挖掘该证券的资料，如</a:t>
            </a:r>
            <a:r>
              <a:rPr lang="en-US" altLang="zh-CN" sz="1600" dirty="0">
                <a:solidFill>
                  <a:schemeClr val="tx1">
                    <a:lumMod val="90000"/>
                    <a:lumOff val="10000"/>
                  </a:schemeClr>
                </a:solidFill>
                <a:cs typeface="微软雅黑" panose="020B0503020204020204" charset="-122"/>
                <a:sym typeface="Lato Light" charset="0"/>
              </a:rPr>
              <a:t>A</a:t>
            </a:r>
            <a:r>
              <a:rPr lang="zh-CN" altLang="en-US" sz="1600" dirty="0">
                <a:solidFill>
                  <a:schemeClr val="tx1">
                    <a:lumMod val="90000"/>
                    <a:lumOff val="10000"/>
                  </a:schemeClr>
                </a:solidFill>
                <a:cs typeface="微软雅黑" panose="020B0503020204020204" charset="-122"/>
                <a:sym typeface="Lato Light" charset="0"/>
              </a:rPr>
              <a:t>股深度资料展示</a:t>
            </a:r>
            <a:r>
              <a:rPr lang="zh-CN" altLang="zh-CN" sz="1600" dirty="0">
                <a:solidFill>
                  <a:schemeClr val="tx1">
                    <a:lumMod val="90000"/>
                    <a:lumOff val="10000"/>
                  </a:schemeClr>
                </a:solidFill>
                <a:cs typeface="微软雅黑" panose="020B0503020204020204" charset="-122"/>
              </a:rPr>
              <a:t>企业库资料、大事提醒、风险扫描、公司资料、股本股东、证券资料、交易数据、经营数据、财务数据、财务附注、新闻公告、财务分析、IPO与再融资、重大事项、主营构成、盈利预测与研究报告、分红派息、同业比较</a:t>
            </a:r>
          </a:p>
        </p:txBody>
      </p:sp>
      <p:sp>
        <p:nvSpPr>
          <p:cNvPr id="6" name="文本占位符 5"/>
          <p:cNvSpPr>
            <a:spLocks noGrp="1"/>
          </p:cNvSpPr>
          <p:nvPr>
            <p:ph type="body" sz="quarter" idx="21"/>
          </p:nvPr>
        </p:nvSpPr>
        <p:spPr/>
        <p:txBody>
          <a:bodyPr/>
          <a:lstStyle/>
          <a:p>
            <a:r>
              <a:rPr lang="zh-CN" altLang="en-US"/>
              <a:t>图文并茂</a:t>
            </a:r>
          </a:p>
        </p:txBody>
      </p:sp>
      <p:sp>
        <p:nvSpPr>
          <p:cNvPr id="7" name="文本占位符 6"/>
          <p:cNvSpPr>
            <a:spLocks noGrp="1"/>
          </p:cNvSpPr>
          <p:nvPr>
            <p:ph type="body" sz="quarter" idx="22"/>
          </p:nvPr>
        </p:nvSpPr>
        <p:spPr/>
        <p:txBody>
          <a:bodyPr vert="horz" rtlCol="0">
            <a:normAutofit/>
          </a:bodyPr>
          <a:lstStyle/>
          <a:p>
            <a:pPr lvl="0" algn="l">
              <a:buClrTx/>
              <a:buSzTx/>
            </a:pPr>
            <a:r>
              <a:rPr lang="zh-CN" altLang="zh-CN" sz="1600" dirty="0">
                <a:solidFill>
                  <a:schemeClr val="tx1">
                    <a:lumMod val="90000"/>
                    <a:lumOff val="10000"/>
                  </a:schemeClr>
                </a:solidFill>
                <a:cs typeface="微软雅黑" panose="020B0503020204020204" charset="-122"/>
                <a:sym typeface="+mn-ea"/>
              </a:rPr>
              <a:t>支持文字、表格、图表等多种展示方式，便于用户直观了解企业各个方面的信息。</a:t>
            </a:r>
          </a:p>
        </p:txBody>
      </p:sp>
      <p:pic>
        <p:nvPicPr>
          <p:cNvPr id="8" name="内容占位符 7"/>
          <p:cNvPicPr>
            <a:picLocks noGrp="1" noChangeAspect="1"/>
          </p:cNvPicPr>
          <p:nvPr>
            <p:ph sz="quarter" idx="10"/>
          </p:nvPr>
        </p:nvPicPr>
        <p:blipFill>
          <a:blip r:embed="rId2"/>
          <a:srcRect r="11012" b="16409"/>
          <a:stretch>
            <a:fillRect/>
          </a:stretch>
        </p:blipFill>
        <p:spPr>
          <a:xfrm>
            <a:off x="490855" y="1890395"/>
            <a:ext cx="5025390" cy="3527425"/>
          </a:xfrm>
          <a:prstGeom prst="rect">
            <a:avLst/>
          </a:prstGeom>
        </p:spPr>
      </p:pic>
    </p:spTree>
    <p:extLst>
      <p:ext uri="{BB962C8B-B14F-4D97-AF65-F5344CB8AC3E}">
        <p14:creationId xmlns:p14="http://schemas.microsoft.com/office/powerpoint/2010/main" val="3839873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700" b="1" dirty="0">
                <a:sym typeface="+mn-ea"/>
              </a:rPr>
              <a:t>3-5 </a:t>
            </a:r>
            <a:r>
              <a:rPr sz="2700" b="1" dirty="0">
                <a:sym typeface="+mn-ea"/>
              </a:rPr>
              <a:t>深度资料</a:t>
            </a:r>
            <a:r>
              <a:rPr lang="en-US" altLang="zh-CN" sz="2700" b="1" dirty="0">
                <a:sym typeface="+mn-ea"/>
              </a:rPr>
              <a:t>-</a:t>
            </a:r>
            <a:r>
              <a:rPr sz="2700" b="1" dirty="0">
                <a:sym typeface="+mn-ea"/>
              </a:rPr>
              <a:t>概览</a:t>
            </a:r>
          </a:p>
        </p:txBody>
      </p:sp>
      <p:sp>
        <p:nvSpPr>
          <p:cNvPr id="3" name="文本占位符 2"/>
          <p:cNvSpPr>
            <a:spLocks noGrp="1"/>
          </p:cNvSpPr>
          <p:nvPr>
            <p:ph type="body" sz="quarter" idx="11"/>
          </p:nvPr>
        </p:nvSpPr>
        <p:spPr>
          <a:xfrm>
            <a:off x="1472565" y="1720850"/>
            <a:ext cx="5087620" cy="1473835"/>
          </a:xfrm>
        </p:spPr>
        <p:txBody>
          <a:bodyPr/>
          <a:lstStyle/>
          <a:p>
            <a:r>
              <a:rPr lang="zh-CN" altLang="en-US"/>
              <a:t>包含企业库、公司资料、股本股东、证券资料、交易数据、经营数据、财务数据、财务附注、新闻公告、财务分析等</a:t>
            </a:r>
            <a:r>
              <a:rPr lang="en-US" altLang="zh-CN"/>
              <a:t>18</a:t>
            </a:r>
            <a:r>
              <a:t>个大类</a:t>
            </a:r>
            <a:r>
              <a:rPr lang="en-US" altLang="zh-CN"/>
              <a:t>116</a:t>
            </a:r>
            <a:r>
              <a:t>个子功能模块。</a:t>
            </a:r>
          </a:p>
        </p:txBody>
      </p:sp>
      <p:sp>
        <p:nvSpPr>
          <p:cNvPr id="4" name="文本占位符 3"/>
          <p:cNvSpPr>
            <a:spLocks noGrp="1"/>
          </p:cNvSpPr>
          <p:nvPr>
            <p:ph type="body" sz="quarter" idx="13"/>
          </p:nvPr>
        </p:nvSpPr>
        <p:spPr/>
        <p:txBody>
          <a:bodyPr/>
          <a:lstStyle/>
          <a:p>
            <a:r>
              <a:rPr lang="zh-CN" altLang="en-US"/>
              <a:t>股权穿透</a:t>
            </a:r>
          </a:p>
        </p:txBody>
      </p:sp>
      <p:sp>
        <p:nvSpPr>
          <p:cNvPr id="5" name="文本占位符 4"/>
          <p:cNvSpPr>
            <a:spLocks noGrp="1"/>
          </p:cNvSpPr>
          <p:nvPr>
            <p:ph type="body" sz="quarter" idx="14"/>
          </p:nvPr>
        </p:nvSpPr>
        <p:spPr/>
        <p:txBody>
          <a:bodyPr/>
          <a:lstStyle/>
          <a:p>
            <a:r>
              <a:rPr lang="zh-CN" altLang="en-US"/>
              <a:t>导出分析</a:t>
            </a:r>
          </a:p>
        </p:txBody>
      </p:sp>
      <p:sp>
        <p:nvSpPr>
          <p:cNvPr id="6" name="文本占位符 5"/>
          <p:cNvSpPr>
            <a:spLocks noGrp="1"/>
          </p:cNvSpPr>
          <p:nvPr>
            <p:ph type="body" sz="quarter" idx="15"/>
          </p:nvPr>
        </p:nvSpPr>
        <p:spPr/>
        <p:txBody>
          <a:bodyPr/>
          <a:lstStyle/>
          <a:p>
            <a:r>
              <a:rPr lang="zh-CN" altLang="en-US"/>
              <a:t>综合分析</a:t>
            </a:r>
          </a:p>
        </p:txBody>
      </p:sp>
      <p:sp>
        <p:nvSpPr>
          <p:cNvPr id="7" name="文本占位符 6"/>
          <p:cNvSpPr>
            <a:spLocks noGrp="1"/>
          </p:cNvSpPr>
          <p:nvPr>
            <p:ph type="body" sz="quarter" idx="16"/>
          </p:nvPr>
        </p:nvSpPr>
        <p:spPr/>
        <p:txBody>
          <a:bodyPr/>
          <a:lstStyle/>
          <a:p>
            <a:r>
              <a:rPr lang="zh-CN" altLang="en-US"/>
              <a:t>数据全面</a:t>
            </a:r>
          </a:p>
        </p:txBody>
      </p:sp>
      <p:sp>
        <p:nvSpPr>
          <p:cNvPr id="8" name="文本占位符 7"/>
          <p:cNvSpPr>
            <a:spLocks noGrp="1"/>
          </p:cNvSpPr>
          <p:nvPr>
            <p:ph type="body" sz="quarter" idx="17"/>
          </p:nvPr>
        </p:nvSpPr>
        <p:spPr/>
        <p:txBody>
          <a:bodyPr/>
          <a:lstStyle/>
          <a:p>
            <a:r>
              <a:rPr lang="zh-CN" altLang="en-US"/>
              <a:t>风险扫描</a:t>
            </a:r>
          </a:p>
        </p:txBody>
      </p:sp>
      <p:sp>
        <p:nvSpPr>
          <p:cNvPr id="9" name="文本占位符 8"/>
          <p:cNvSpPr>
            <a:spLocks noGrp="1"/>
          </p:cNvSpPr>
          <p:nvPr>
            <p:ph type="body" sz="quarter" idx="18"/>
          </p:nvPr>
        </p:nvSpPr>
        <p:spPr/>
        <p:txBody>
          <a:bodyPr/>
          <a:lstStyle/>
          <a:p>
            <a:r>
              <a:rPr lang="zh-CN" altLang="en-US"/>
              <a:t>全景速览</a:t>
            </a:r>
          </a:p>
        </p:txBody>
      </p:sp>
      <p:pic>
        <p:nvPicPr>
          <p:cNvPr id="12" name="内容占位符 11" descr="C:\Users\DELL\Desktop\截图\深度分析系列-深度F9.png深度分析系列-深度F9"/>
          <p:cNvPicPr>
            <a:picLocks noGrp="1" noChangeAspect="1"/>
          </p:cNvPicPr>
          <p:nvPr>
            <p:ph sz="quarter" idx="10"/>
            <p:custDataLst>
              <p:tags r:id="rId1"/>
            </p:custDataLst>
          </p:nvPr>
        </p:nvPicPr>
        <p:blipFill>
          <a:blip r:embed="rId3"/>
          <a:srcRect/>
          <a:stretch>
            <a:fillRect/>
          </a:stretch>
        </p:blipFill>
        <p:spPr>
          <a:xfrm>
            <a:off x="1329055" y="3343275"/>
            <a:ext cx="5343525" cy="2621915"/>
          </a:xfrm>
          <a:prstGeom prst="rect">
            <a:avLst/>
          </a:prstGeom>
        </p:spPr>
      </p:pic>
    </p:spTree>
    <p:extLst>
      <p:ext uri="{BB962C8B-B14F-4D97-AF65-F5344CB8AC3E}">
        <p14:creationId xmlns:p14="http://schemas.microsoft.com/office/powerpoint/2010/main" val="41455929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700" b="1" dirty="0">
                <a:sym typeface="+mn-ea"/>
              </a:rPr>
              <a:t>3-5 </a:t>
            </a:r>
            <a:r>
              <a:rPr sz="2700" b="1" dirty="0">
                <a:sym typeface="+mn-ea"/>
              </a:rPr>
              <a:t>深度资料</a:t>
            </a:r>
            <a:r>
              <a:rPr lang="en-US" altLang="zh-CN" sz="2700" b="1" dirty="0">
                <a:sym typeface="+mn-ea"/>
              </a:rPr>
              <a:t>-</a:t>
            </a:r>
            <a:r>
              <a:rPr sz="2700" b="1" dirty="0">
                <a:sym typeface="+mn-ea"/>
              </a:rPr>
              <a:t>功能栏目</a:t>
            </a:r>
          </a:p>
        </p:txBody>
      </p:sp>
      <p:graphicFrame>
        <p:nvGraphicFramePr>
          <p:cNvPr id="5" name="内容占位符 4"/>
          <p:cNvGraphicFramePr>
            <a:graphicFrameLocks noGrp="1"/>
          </p:cNvGraphicFramePr>
          <p:nvPr>
            <p:ph sz="quarter" idx="10"/>
            <p:custDataLst>
              <p:tags r:id="rId1"/>
            </p:custDataLst>
          </p:nvPr>
        </p:nvGraphicFramePr>
        <p:xfrm>
          <a:off x="1022985" y="919480"/>
          <a:ext cx="9569450" cy="5610860"/>
        </p:xfrm>
        <a:graphic>
          <a:graphicData uri="http://schemas.openxmlformats.org/drawingml/2006/table">
            <a:tbl>
              <a:tblPr firstRow="1" bandRow="1">
                <a:tableStyleId>{FE390E3B-07F9-4287-85F6-043BC38537D0}</a:tableStyleId>
              </a:tblPr>
              <a:tblGrid>
                <a:gridCol w="1228725">
                  <a:extLst>
                    <a:ext uri="{9D8B030D-6E8A-4147-A177-3AD203B41FA5}">
                      <a16:colId xmlns:a16="http://schemas.microsoft.com/office/drawing/2014/main" val="20000"/>
                    </a:ext>
                  </a:extLst>
                </a:gridCol>
                <a:gridCol w="8340725">
                  <a:extLst>
                    <a:ext uri="{9D8B030D-6E8A-4147-A177-3AD203B41FA5}">
                      <a16:colId xmlns:a16="http://schemas.microsoft.com/office/drawing/2014/main" val="20001"/>
                    </a:ext>
                  </a:extLst>
                </a:gridCol>
              </a:tblGrid>
              <a:tr h="371475">
                <a:tc>
                  <a:txBody>
                    <a:bodyPr/>
                    <a:lstStyle/>
                    <a:p>
                      <a:pPr>
                        <a:buNone/>
                      </a:pPr>
                      <a:r>
                        <a:rPr lang="zh-CN" sz="1100"/>
                        <a:t>菜单</a:t>
                      </a:r>
                    </a:p>
                  </a:txBody>
                  <a:tcPr>
                    <a:solidFill>
                      <a:srgbClr val="E7BDB9">
                        <a:alpha val="100000"/>
                      </a:srgbClr>
                    </a:solidFill>
                  </a:tcPr>
                </a:tc>
                <a:tc>
                  <a:txBody>
                    <a:bodyPr/>
                    <a:lstStyle/>
                    <a:p>
                      <a:pPr>
                        <a:buNone/>
                      </a:pPr>
                      <a:r>
                        <a:rPr lang="zh-CN" sz="1100"/>
                        <a:t>功能栏目</a:t>
                      </a:r>
                    </a:p>
                  </a:txBody>
                  <a:tcPr>
                    <a:solidFill>
                      <a:srgbClr val="E7BDB9">
                        <a:alpha val="100000"/>
                      </a:srgbClr>
                    </a:solidFill>
                  </a:tcPr>
                </a:tc>
                <a:extLst>
                  <a:ext uri="{0D108BD9-81ED-4DB2-BD59-A6C34878D82A}">
                    <a16:rowId xmlns:a16="http://schemas.microsoft.com/office/drawing/2014/main" val="10000"/>
                  </a:ext>
                </a:extLst>
              </a:tr>
              <a:tr h="371475">
                <a:tc>
                  <a:txBody>
                    <a:bodyPr/>
                    <a:lstStyle/>
                    <a:p>
                      <a:pPr indent="0">
                        <a:buNone/>
                      </a:pPr>
                      <a:r>
                        <a:rPr lang="zh-CN" sz="1100"/>
                        <a:t>速览</a:t>
                      </a:r>
                      <a:endParaRPr lang="zh-CN" altLang="en-US" sz="1100"/>
                    </a:p>
                  </a:txBody>
                  <a:tcPr marL="12700" marR="12700" marT="12700" anchor="ctr"/>
                </a:tc>
                <a:tc>
                  <a:txBody>
                    <a:bodyPr/>
                    <a:lstStyle/>
                    <a:p>
                      <a:pPr indent="0">
                        <a:buNone/>
                      </a:pPr>
                      <a:endParaRPr lang="en-US" altLang="en-US" sz="1100"/>
                    </a:p>
                  </a:txBody>
                  <a:tcPr marL="12700" marR="12700" marT="12700" anchor="ctr"/>
                </a:tc>
                <a:extLst>
                  <a:ext uri="{0D108BD9-81ED-4DB2-BD59-A6C34878D82A}">
                    <a16:rowId xmlns:a16="http://schemas.microsoft.com/office/drawing/2014/main" val="10001"/>
                  </a:ext>
                </a:extLst>
              </a:tr>
              <a:tr h="371475">
                <a:tc>
                  <a:txBody>
                    <a:bodyPr/>
                    <a:lstStyle/>
                    <a:p>
                      <a:pPr indent="0">
                        <a:buNone/>
                      </a:pPr>
                      <a:r>
                        <a:rPr lang="zh-CN" sz="1100"/>
                        <a:t>企业库资料</a:t>
                      </a:r>
                      <a:endParaRPr lang="zh-CN" altLang="en-US" sz="1100"/>
                    </a:p>
                  </a:txBody>
                  <a:tcPr marL="12700" marR="12700" marT="12700" anchor="ctr"/>
                </a:tc>
                <a:tc>
                  <a:txBody>
                    <a:bodyPr/>
                    <a:lstStyle/>
                    <a:p>
                      <a:pPr indent="0">
                        <a:buNone/>
                      </a:pPr>
                      <a:r>
                        <a:rPr lang="zh-CN" sz="1100"/>
                        <a:t>中国企业库</a:t>
                      </a:r>
                      <a:endParaRPr lang="zh-CN" altLang="en-US" sz="1100"/>
                    </a:p>
                  </a:txBody>
                  <a:tcPr marL="12700" marR="12700" marT="12700" anchor="ctr"/>
                </a:tc>
                <a:extLst>
                  <a:ext uri="{0D108BD9-81ED-4DB2-BD59-A6C34878D82A}">
                    <a16:rowId xmlns:a16="http://schemas.microsoft.com/office/drawing/2014/main" val="10002"/>
                  </a:ext>
                </a:extLst>
              </a:tr>
              <a:tr h="393700">
                <a:tc>
                  <a:txBody>
                    <a:bodyPr/>
                    <a:lstStyle/>
                    <a:p>
                      <a:pPr indent="0">
                        <a:buNone/>
                      </a:pPr>
                      <a:r>
                        <a:rPr lang="zh-CN" sz="1100"/>
                        <a:t>大事提醒</a:t>
                      </a:r>
                      <a:endParaRPr lang="zh-CN" altLang="en-US" sz="1100"/>
                    </a:p>
                  </a:txBody>
                  <a:tcPr marL="12700" marR="12700" marT="12700" anchor="ctr"/>
                </a:tc>
                <a:tc>
                  <a:txBody>
                    <a:bodyPr/>
                    <a:lstStyle/>
                    <a:p>
                      <a:pPr indent="0">
                        <a:buNone/>
                      </a:pPr>
                      <a:endParaRPr lang="zh-CN" altLang="en-US" dirty="0"/>
                    </a:p>
                  </a:txBody>
                  <a:tcPr marL="12700" marR="12700" marT="12700" anchor="ctr"/>
                </a:tc>
                <a:extLst>
                  <a:ext uri="{0D108BD9-81ED-4DB2-BD59-A6C34878D82A}">
                    <a16:rowId xmlns:a16="http://schemas.microsoft.com/office/drawing/2014/main" val="10003"/>
                  </a:ext>
                </a:extLst>
              </a:tr>
              <a:tr h="371475">
                <a:tc>
                  <a:txBody>
                    <a:bodyPr/>
                    <a:lstStyle/>
                    <a:p>
                      <a:pPr indent="0">
                        <a:buNone/>
                      </a:pPr>
                      <a:r>
                        <a:rPr lang="zh-CN" sz="1100"/>
                        <a:t>风险扫描</a:t>
                      </a:r>
                      <a:endParaRPr lang="zh-CN" altLang="en-US" sz="1100"/>
                    </a:p>
                  </a:txBody>
                  <a:tcPr marL="12700" marR="12700" marT="12700" anchor="ctr"/>
                </a:tc>
                <a:tc>
                  <a:txBody>
                    <a:bodyPr/>
                    <a:lstStyle/>
                    <a:p>
                      <a:pPr indent="0">
                        <a:buNone/>
                      </a:pPr>
                      <a:endParaRPr lang="zh-CN" altLang="en-US"/>
                    </a:p>
                  </a:txBody>
                  <a:tcPr marL="12700" marR="12700" marT="12700" anchor="ctr"/>
                </a:tc>
                <a:extLst>
                  <a:ext uri="{0D108BD9-81ED-4DB2-BD59-A6C34878D82A}">
                    <a16:rowId xmlns:a16="http://schemas.microsoft.com/office/drawing/2014/main" val="10004"/>
                  </a:ext>
                </a:extLst>
              </a:tr>
              <a:tr h="561340">
                <a:tc>
                  <a:txBody>
                    <a:bodyPr/>
                    <a:lstStyle/>
                    <a:p>
                      <a:pPr indent="0">
                        <a:buNone/>
                      </a:pPr>
                      <a:r>
                        <a:rPr lang="zh-CN" sz="1100"/>
                        <a:t>公司资料</a:t>
                      </a:r>
                      <a:endParaRPr lang="zh-CN" altLang="en-US" sz="1100"/>
                    </a:p>
                  </a:txBody>
                  <a:tcPr marL="12700" marR="12700" marT="12700" anchor="ctr"/>
                </a:tc>
                <a:tc>
                  <a:txBody>
                    <a:bodyPr/>
                    <a:lstStyle/>
                    <a:p>
                      <a:pPr indent="0">
                        <a:buNone/>
                      </a:pPr>
                      <a:r>
                        <a:rPr lang="zh-CN" sz="1100"/>
                        <a:t>公司介绍、工商变更、董事会与高管、高管薪酬和持股、控股或参股公司、管理层经营分析、员工构成、关系网、知识产权（商标）、知识产权（商标详情页）、知识产权（专利）、知识产权（专利详情页）、知识产权（作品著作权）、知识产权（软件著作权）、知识产权（资质认证）、知识产权（网站备案）、公司介绍</a:t>
                      </a:r>
                      <a:endParaRPr lang="zh-CN" altLang="en-US" sz="1100"/>
                    </a:p>
                  </a:txBody>
                  <a:tcPr marL="12700" marR="12700" marT="12700" anchor="ctr"/>
                </a:tc>
                <a:extLst>
                  <a:ext uri="{0D108BD9-81ED-4DB2-BD59-A6C34878D82A}">
                    <a16:rowId xmlns:a16="http://schemas.microsoft.com/office/drawing/2014/main" val="10005"/>
                  </a:ext>
                </a:extLst>
              </a:tr>
              <a:tr h="371475">
                <a:tc>
                  <a:txBody>
                    <a:bodyPr/>
                    <a:lstStyle/>
                    <a:p>
                      <a:pPr indent="0">
                        <a:buNone/>
                      </a:pPr>
                      <a:r>
                        <a:rPr lang="zh-CN" sz="1100"/>
                        <a:t>股本股东</a:t>
                      </a:r>
                      <a:endParaRPr lang="zh-CN" altLang="en-US" sz="1100"/>
                    </a:p>
                  </a:txBody>
                  <a:tcPr marL="12700" marR="12700" marT="12700" anchor="ctr"/>
                </a:tc>
                <a:tc>
                  <a:txBody>
                    <a:bodyPr/>
                    <a:lstStyle/>
                    <a:p>
                      <a:pPr indent="0">
                        <a:buNone/>
                      </a:pPr>
                      <a:r>
                        <a:rPr lang="zh-CN" sz="1100"/>
                        <a:t>股本结构、十大股东明细、十大流通股东、机构投资者、股权穿透图、股东户数、股权质押、股权冻结、股权冻结详情页、股票回购、限售解禁时间表</a:t>
                      </a:r>
                      <a:endParaRPr lang="zh-CN" altLang="en-US" sz="1100"/>
                    </a:p>
                  </a:txBody>
                  <a:tcPr marL="12700" marR="12700" marT="12700" anchor="ctr"/>
                </a:tc>
                <a:extLst>
                  <a:ext uri="{0D108BD9-81ED-4DB2-BD59-A6C34878D82A}">
                    <a16:rowId xmlns:a16="http://schemas.microsoft.com/office/drawing/2014/main" val="10006"/>
                  </a:ext>
                </a:extLst>
              </a:tr>
              <a:tr h="371475">
                <a:tc>
                  <a:txBody>
                    <a:bodyPr/>
                    <a:lstStyle/>
                    <a:p>
                      <a:pPr indent="0">
                        <a:buNone/>
                      </a:pPr>
                      <a:r>
                        <a:rPr lang="zh-CN" sz="1100"/>
                        <a:t>证券资料</a:t>
                      </a:r>
                      <a:endParaRPr lang="zh-CN" altLang="en-US" sz="1100"/>
                    </a:p>
                  </a:txBody>
                  <a:tcPr marL="12700" marR="12700" marT="12700" anchor="ctr"/>
                </a:tc>
                <a:tc>
                  <a:txBody>
                    <a:bodyPr/>
                    <a:lstStyle/>
                    <a:p>
                      <a:pPr indent="0">
                        <a:buNone/>
                      </a:pPr>
                      <a:r>
                        <a:rPr lang="zh-CN" sz="1100"/>
                        <a:t>发行股票、发行债券、可交换债、相关权证、所属行业、所属指数、所属概念板块</a:t>
                      </a:r>
                      <a:endParaRPr lang="zh-CN" altLang="en-US" sz="1100"/>
                    </a:p>
                  </a:txBody>
                  <a:tcPr marL="12700" marR="12700" marT="12700" anchor="ctr"/>
                </a:tc>
                <a:extLst>
                  <a:ext uri="{0D108BD9-81ED-4DB2-BD59-A6C34878D82A}">
                    <a16:rowId xmlns:a16="http://schemas.microsoft.com/office/drawing/2014/main" val="10007"/>
                  </a:ext>
                </a:extLst>
              </a:tr>
              <a:tr h="371475">
                <a:tc>
                  <a:txBody>
                    <a:bodyPr/>
                    <a:lstStyle/>
                    <a:p>
                      <a:pPr indent="0">
                        <a:buNone/>
                      </a:pPr>
                      <a:r>
                        <a:rPr lang="zh-CN" sz="1100"/>
                        <a:t>交易数据</a:t>
                      </a:r>
                      <a:endParaRPr lang="zh-CN" altLang="en-US" sz="1100"/>
                    </a:p>
                  </a:txBody>
                  <a:tcPr marL="12700" marR="12700" marT="12700" anchor="ctr"/>
                </a:tc>
                <a:tc>
                  <a:txBody>
                    <a:bodyPr/>
                    <a:lstStyle/>
                    <a:p>
                      <a:pPr indent="0">
                        <a:buNone/>
                      </a:pPr>
                      <a:r>
                        <a:rPr lang="zh-CN" sz="1100"/>
                        <a:t>估值分析、PE/PB Band、融资融券、大宗交易、重要股东买卖、交易异动成交营业部、风险与收益分析、AH价格比较、沪深港通持股、陆股通龙虎榜、每日行情统计、阶段市场表现</a:t>
                      </a:r>
                      <a:endParaRPr lang="zh-CN" altLang="en-US" sz="1100"/>
                    </a:p>
                  </a:txBody>
                  <a:tcPr marL="12700" marR="12700" marT="12700" anchor="ctr"/>
                </a:tc>
                <a:extLst>
                  <a:ext uri="{0D108BD9-81ED-4DB2-BD59-A6C34878D82A}">
                    <a16:rowId xmlns:a16="http://schemas.microsoft.com/office/drawing/2014/main" val="10008"/>
                  </a:ext>
                </a:extLst>
              </a:tr>
              <a:tr h="371475">
                <a:tc>
                  <a:txBody>
                    <a:bodyPr/>
                    <a:lstStyle/>
                    <a:p>
                      <a:pPr indent="0">
                        <a:buNone/>
                      </a:pPr>
                      <a:r>
                        <a:rPr lang="zh-CN" sz="1100"/>
                        <a:t>财务数据</a:t>
                      </a:r>
                      <a:endParaRPr lang="zh-CN" altLang="en-US" sz="1100"/>
                    </a:p>
                  </a:txBody>
                  <a:tcPr marL="12700" marR="12700" marT="12700" anchor="ctr"/>
                </a:tc>
                <a:tc>
                  <a:txBody>
                    <a:bodyPr/>
                    <a:lstStyle/>
                    <a:p>
                      <a:pPr indent="0">
                        <a:buNone/>
                      </a:pPr>
                      <a:r>
                        <a:rPr lang="zh-CN" sz="1100"/>
                        <a:t>财务摘要、财务摘要（单季）、资产负债表、利润表、现金流量表、利润表（单季）、现金流量表（单季）、业绩预警</a:t>
                      </a:r>
                      <a:endParaRPr lang="zh-CN" altLang="en-US" sz="1100"/>
                    </a:p>
                  </a:txBody>
                  <a:tcPr marL="12700" marR="12700" marT="12700" anchor="ctr"/>
                </a:tc>
                <a:extLst>
                  <a:ext uri="{0D108BD9-81ED-4DB2-BD59-A6C34878D82A}">
                    <a16:rowId xmlns:a16="http://schemas.microsoft.com/office/drawing/2014/main" val="10009"/>
                  </a:ext>
                </a:extLst>
              </a:tr>
              <a:tr h="371475">
                <a:tc>
                  <a:txBody>
                    <a:bodyPr/>
                    <a:lstStyle/>
                    <a:p>
                      <a:pPr indent="0">
                        <a:buNone/>
                      </a:pPr>
                      <a:r>
                        <a:rPr lang="zh-CN" sz="1100"/>
                        <a:t>主营构成</a:t>
                      </a:r>
                      <a:endParaRPr lang="zh-CN" altLang="en-US" sz="1100"/>
                    </a:p>
                  </a:txBody>
                  <a:tcPr marL="12700" marR="12700" marT="12700" anchor="ctr"/>
                </a:tc>
                <a:tc>
                  <a:txBody>
                    <a:bodyPr/>
                    <a:lstStyle/>
                    <a:p>
                      <a:pPr indent="0">
                        <a:buNone/>
                      </a:pPr>
                      <a:r>
                        <a:rPr lang="zh-CN" sz="1100"/>
                        <a:t>主营构成（按指标）、主营构成（按项目）</a:t>
                      </a:r>
                      <a:endParaRPr lang="zh-CN" altLang="en-US" sz="1100"/>
                    </a:p>
                  </a:txBody>
                  <a:tcPr marL="12700" marR="12700" marT="12700" anchor="ctr"/>
                </a:tc>
                <a:extLst>
                  <a:ext uri="{0D108BD9-81ED-4DB2-BD59-A6C34878D82A}">
                    <a16:rowId xmlns:a16="http://schemas.microsoft.com/office/drawing/2014/main" val="10010"/>
                  </a:ext>
                </a:extLst>
              </a:tr>
              <a:tr h="371475">
                <a:tc>
                  <a:txBody>
                    <a:bodyPr/>
                    <a:lstStyle/>
                    <a:p>
                      <a:pPr indent="0">
                        <a:buNone/>
                      </a:pPr>
                      <a:r>
                        <a:rPr lang="zh-CN" sz="1100"/>
                        <a:t>财务附注</a:t>
                      </a:r>
                      <a:endParaRPr lang="zh-CN" altLang="en-US" sz="1100"/>
                    </a:p>
                  </a:txBody>
                  <a:tcPr marL="12700" marR="12700" marT="12700" anchor="ctr"/>
                </a:tc>
                <a:tc>
                  <a:txBody>
                    <a:bodyPr/>
                    <a:lstStyle/>
                    <a:p>
                      <a:pPr indent="0">
                        <a:buNone/>
                      </a:pPr>
                      <a:r>
                        <a:rPr lang="zh-CN" sz="1100"/>
                        <a:t>关键审计事项、投资收益、货币资金(按货币)、货币资金(按项目)、担保金额、存货明细、应收账款账龄结构、应收账款大股东欠款、应收账款主要欠款人、其他应收款账龄结构、其他应收款大股东欠款、主要其他应收款明细、坏账准备比例明细、关联方债权债务、买入返售金融资产、投资性房地产、固定资产、在建工程、资产减值准备明细表、无形资产、商誉、应付职工薪酬、其他流动负债、一年内到期的非流动负债、长期借款前五名、营业收入前五名、应交税金明细、销售费用明细、管理费用明细、财务费用明细、研发支出、政府补助、非经常性损益、流动性风险-资产、流动性风险-负债、融出证券</a:t>
                      </a:r>
                      <a:endParaRPr lang="zh-CN" altLang="en-US" sz="1100"/>
                    </a:p>
                  </a:txBody>
                  <a:tcPr marL="12700" marR="12700" marT="12700" anchor="ctr"/>
                </a:tc>
                <a:extLst>
                  <a:ext uri="{0D108BD9-81ED-4DB2-BD59-A6C34878D82A}">
                    <a16:rowId xmlns:a16="http://schemas.microsoft.com/office/drawing/2014/main" val="10011"/>
                  </a:ext>
                </a:extLst>
              </a:tr>
              <a:tr h="371475">
                <a:tc>
                  <a:txBody>
                    <a:bodyPr/>
                    <a:lstStyle/>
                    <a:p>
                      <a:pPr indent="0">
                        <a:buNone/>
                      </a:pPr>
                      <a:r>
                        <a:rPr lang="zh-CN" sz="1100"/>
                        <a:t>财务分析</a:t>
                      </a:r>
                      <a:endParaRPr lang="zh-CN" altLang="en-US" sz="1100"/>
                    </a:p>
                  </a:txBody>
                  <a:tcPr marL="12700" marR="12700" marT="12700" anchor="ctr"/>
                </a:tc>
                <a:tc>
                  <a:txBody>
                    <a:bodyPr/>
                    <a:lstStyle/>
                    <a:p>
                      <a:pPr indent="0">
                        <a:buNone/>
                      </a:pPr>
                      <a:r>
                        <a:rPr lang="zh-CN" sz="1100" dirty="0"/>
                        <a:t>每股指标、盈利能力与收益质量、资本结构与偿债能力、营运能力、成长能力、现金流量、杜邦分析、Z值预警、单季度财务指标</a:t>
                      </a:r>
                      <a:endParaRPr lang="zh-CN" altLang="en-US" sz="1100" dirty="0"/>
                    </a:p>
                  </a:txBody>
                  <a:tcPr marL="12700" marR="12700" marT="12700" anchor="ct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5182438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700" b="1" dirty="0">
                <a:sym typeface="+mn-ea"/>
              </a:rPr>
              <a:t>3-5 </a:t>
            </a:r>
            <a:r>
              <a:rPr sz="2700" b="1" dirty="0">
                <a:sym typeface="+mn-ea"/>
              </a:rPr>
              <a:t>深度资料</a:t>
            </a:r>
            <a:r>
              <a:rPr lang="en-US" altLang="zh-CN" sz="2700" b="1" dirty="0">
                <a:sym typeface="+mn-ea"/>
              </a:rPr>
              <a:t>-</a:t>
            </a:r>
            <a:r>
              <a:rPr sz="2700" b="1" dirty="0">
                <a:sym typeface="+mn-ea"/>
              </a:rPr>
              <a:t>功能栏目</a:t>
            </a:r>
            <a:br>
              <a:rPr sz="2700" b="1" dirty="0">
                <a:sym typeface="+mn-ea"/>
              </a:rPr>
            </a:br>
            <a:endParaRPr lang="zh-CN" altLang="en-US" sz="2700" dirty="0"/>
          </a:p>
        </p:txBody>
      </p:sp>
      <p:graphicFrame>
        <p:nvGraphicFramePr>
          <p:cNvPr id="5" name="内容占位符 4"/>
          <p:cNvGraphicFramePr>
            <a:graphicFrameLocks noGrp="1"/>
          </p:cNvGraphicFramePr>
          <p:nvPr>
            <p:ph sz="quarter" idx="10"/>
            <p:custDataLst>
              <p:tags r:id="rId1"/>
            </p:custDataLst>
          </p:nvPr>
        </p:nvGraphicFramePr>
        <p:xfrm>
          <a:off x="821017" y="961155"/>
          <a:ext cx="9569450" cy="5168265"/>
        </p:xfrm>
        <a:graphic>
          <a:graphicData uri="http://schemas.openxmlformats.org/drawingml/2006/table">
            <a:tbl>
              <a:tblPr firstRow="1" bandRow="1">
                <a:tableStyleId>{FE390E3B-07F9-4287-85F6-043BC38537D0}</a:tableStyleId>
              </a:tblPr>
              <a:tblGrid>
                <a:gridCol w="1228725">
                  <a:extLst>
                    <a:ext uri="{9D8B030D-6E8A-4147-A177-3AD203B41FA5}">
                      <a16:colId xmlns:a16="http://schemas.microsoft.com/office/drawing/2014/main" val="20000"/>
                    </a:ext>
                  </a:extLst>
                </a:gridCol>
                <a:gridCol w="8340725">
                  <a:extLst>
                    <a:ext uri="{9D8B030D-6E8A-4147-A177-3AD203B41FA5}">
                      <a16:colId xmlns:a16="http://schemas.microsoft.com/office/drawing/2014/main" val="20001"/>
                    </a:ext>
                  </a:extLst>
                </a:gridCol>
              </a:tblGrid>
              <a:tr h="371475">
                <a:tc>
                  <a:txBody>
                    <a:bodyPr/>
                    <a:lstStyle/>
                    <a:p>
                      <a:pPr>
                        <a:buNone/>
                      </a:pPr>
                      <a:r>
                        <a:rPr lang="zh-CN" sz="1100"/>
                        <a:t>菜单</a:t>
                      </a:r>
                    </a:p>
                  </a:txBody>
                  <a:tcPr>
                    <a:solidFill>
                      <a:srgbClr val="E7BDB9">
                        <a:alpha val="100000"/>
                      </a:srgbClr>
                    </a:solidFill>
                  </a:tcPr>
                </a:tc>
                <a:tc>
                  <a:txBody>
                    <a:bodyPr/>
                    <a:lstStyle/>
                    <a:p>
                      <a:pPr>
                        <a:buNone/>
                      </a:pPr>
                      <a:r>
                        <a:rPr lang="zh-CN" sz="1100"/>
                        <a:t>功能栏目</a:t>
                      </a:r>
                    </a:p>
                  </a:txBody>
                  <a:tcPr>
                    <a:solidFill>
                      <a:srgbClr val="E7BDB9">
                        <a:alpha val="100000"/>
                      </a:srgbClr>
                    </a:solidFill>
                  </a:tcPr>
                </a:tc>
                <a:extLst>
                  <a:ext uri="{0D108BD9-81ED-4DB2-BD59-A6C34878D82A}">
                    <a16:rowId xmlns:a16="http://schemas.microsoft.com/office/drawing/2014/main" val="10000"/>
                  </a:ext>
                </a:extLst>
              </a:tr>
              <a:tr h="371475">
                <a:tc>
                  <a:txBody>
                    <a:bodyPr/>
                    <a:lstStyle/>
                    <a:p>
                      <a:pPr indent="0">
                        <a:buNone/>
                      </a:pPr>
                      <a:r>
                        <a:rPr lang="zh-CN" sz="1100"/>
                        <a:t>经营数据</a:t>
                      </a:r>
                      <a:endParaRPr lang="zh-CN" altLang="en-US" sz="1100"/>
                    </a:p>
                  </a:txBody>
                  <a:tcPr marL="12700" marR="12700" marT="12700" anchor="ctr"/>
                </a:tc>
                <a:tc>
                  <a:txBody>
                    <a:bodyPr/>
                    <a:lstStyle/>
                    <a:p>
                      <a:pPr indent="0">
                        <a:buNone/>
                      </a:pPr>
                      <a:r>
                        <a:rPr lang="zh-CN" sz="1100"/>
                        <a:t>业务数据、线上销量</a:t>
                      </a:r>
                      <a:endParaRPr lang="zh-CN" altLang="en-US" sz="1100"/>
                    </a:p>
                  </a:txBody>
                  <a:tcPr marL="12700" marR="12700" marT="12700" anchor="ctr"/>
                </a:tc>
                <a:extLst>
                  <a:ext uri="{0D108BD9-81ED-4DB2-BD59-A6C34878D82A}">
                    <a16:rowId xmlns:a16="http://schemas.microsoft.com/office/drawing/2014/main" val="10001"/>
                  </a:ext>
                </a:extLst>
              </a:tr>
              <a:tr h="371475">
                <a:tc>
                  <a:txBody>
                    <a:bodyPr/>
                    <a:lstStyle/>
                    <a:p>
                      <a:pPr indent="0">
                        <a:buNone/>
                      </a:pPr>
                      <a:r>
                        <a:rPr lang="zh-CN" sz="1100"/>
                        <a:t>盈利预测与研究报告</a:t>
                      </a:r>
                      <a:endParaRPr lang="zh-CN" altLang="en-US" sz="1100"/>
                    </a:p>
                  </a:txBody>
                  <a:tcPr marL="12700" marR="12700" marT="12700" anchor="ctr"/>
                </a:tc>
                <a:tc>
                  <a:txBody>
                    <a:bodyPr/>
                    <a:lstStyle/>
                    <a:p>
                      <a:pPr indent="0">
                        <a:buNone/>
                      </a:pPr>
                      <a:r>
                        <a:rPr lang="zh-CN" sz="1100"/>
                        <a:t>盈利预测、投资评级、预测surprise、研究报告</a:t>
                      </a:r>
                      <a:endParaRPr lang="zh-CN" altLang="en-US" sz="1100"/>
                    </a:p>
                  </a:txBody>
                  <a:tcPr marL="12700" marR="12700" marT="12700" anchor="ctr"/>
                </a:tc>
                <a:extLst>
                  <a:ext uri="{0D108BD9-81ED-4DB2-BD59-A6C34878D82A}">
                    <a16:rowId xmlns:a16="http://schemas.microsoft.com/office/drawing/2014/main" val="10002"/>
                  </a:ext>
                </a:extLst>
              </a:tr>
              <a:tr h="371475">
                <a:tc>
                  <a:txBody>
                    <a:bodyPr/>
                    <a:lstStyle/>
                    <a:p>
                      <a:pPr indent="0">
                        <a:buNone/>
                      </a:pPr>
                      <a:r>
                        <a:rPr lang="zh-CN" sz="1100"/>
                        <a:t>新闻公告</a:t>
                      </a:r>
                      <a:endParaRPr lang="zh-CN" altLang="en-US" sz="1100"/>
                    </a:p>
                  </a:txBody>
                  <a:tcPr marL="12700" marR="12700" marT="12700" anchor="ctr"/>
                </a:tc>
                <a:tc>
                  <a:txBody>
                    <a:bodyPr/>
                    <a:lstStyle/>
                    <a:p>
                      <a:pPr indent="0">
                        <a:buNone/>
                      </a:pPr>
                      <a:r>
                        <a:rPr lang="zh-CN" sz="1100"/>
                        <a:t>公司公告、公司新闻、相关公众号、公司舆情、投资者调研纪要、投资者问答、公司3C会议</a:t>
                      </a:r>
                      <a:endParaRPr lang="zh-CN" altLang="en-US" sz="1100"/>
                    </a:p>
                  </a:txBody>
                  <a:tcPr marL="12700" marR="12700" marT="12700" anchor="ctr"/>
                </a:tc>
                <a:extLst>
                  <a:ext uri="{0D108BD9-81ED-4DB2-BD59-A6C34878D82A}">
                    <a16:rowId xmlns:a16="http://schemas.microsoft.com/office/drawing/2014/main" val="10003"/>
                  </a:ext>
                </a:extLst>
              </a:tr>
              <a:tr h="371475">
                <a:tc>
                  <a:txBody>
                    <a:bodyPr/>
                    <a:lstStyle/>
                    <a:p>
                      <a:pPr indent="0">
                        <a:buNone/>
                      </a:pPr>
                      <a:r>
                        <a:rPr lang="zh-CN" sz="1100"/>
                        <a:t>分红派息</a:t>
                      </a:r>
                      <a:endParaRPr lang="zh-CN" altLang="en-US" sz="1100"/>
                    </a:p>
                  </a:txBody>
                  <a:tcPr marL="12700" marR="12700" marT="12700" anchor="ctr"/>
                </a:tc>
                <a:tc>
                  <a:txBody>
                    <a:bodyPr/>
                    <a:lstStyle/>
                    <a:p>
                      <a:pPr indent="0">
                        <a:buNone/>
                      </a:pPr>
                      <a:r>
                        <a:rPr lang="zh-CN" sz="1100"/>
                        <a:t>分红数据、上市以来分红统计</a:t>
                      </a:r>
                      <a:endParaRPr lang="zh-CN" altLang="en-US" sz="1100"/>
                    </a:p>
                  </a:txBody>
                  <a:tcPr marL="12700" marR="12700" marT="12700" anchor="ctr"/>
                </a:tc>
                <a:extLst>
                  <a:ext uri="{0D108BD9-81ED-4DB2-BD59-A6C34878D82A}">
                    <a16:rowId xmlns:a16="http://schemas.microsoft.com/office/drawing/2014/main" val="10004"/>
                  </a:ext>
                </a:extLst>
              </a:tr>
              <a:tr h="371475">
                <a:tc>
                  <a:txBody>
                    <a:bodyPr/>
                    <a:lstStyle/>
                    <a:p>
                      <a:pPr indent="0">
                        <a:buNone/>
                      </a:pPr>
                      <a:r>
                        <a:rPr lang="zh-CN" sz="1100"/>
                        <a:t>IPO与再融资</a:t>
                      </a:r>
                      <a:endParaRPr lang="zh-CN" altLang="en-US" sz="1100"/>
                    </a:p>
                  </a:txBody>
                  <a:tcPr marL="12700" marR="12700" marT="12700" anchor="ctr"/>
                </a:tc>
                <a:tc>
                  <a:txBody>
                    <a:bodyPr/>
                    <a:lstStyle/>
                    <a:p>
                      <a:pPr indent="0">
                        <a:buNone/>
                      </a:pPr>
                      <a:r>
                        <a:rPr lang="zh-CN" sz="1100"/>
                        <a:t>融资概览、上市以来募资统计、IPO、配股、增发、发行可转债、募资使用情况、募资使用明细</a:t>
                      </a:r>
                      <a:endParaRPr lang="zh-CN" altLang="en-US" sz="1100"/>
                    </a:p>
                  </a:txBody>
                  <a:tcPr marL="12700" marR="12700" marT="12700" anchor="ctr"/>
                </a:tc>
                <a:extLst>
                  <a:ext uri="{0D108BD9-81ED-4DB2-BD59-A6C34878D82A}">
                    <a16:rowId xmlns:a16="http://schemas.microsoft.com/office/drawing/2014/main" val="10005"/>
                  </a:ext>
                </a:extLst>
              </a:tr>
              <a:tr h="371475">
                <a:tc>
                  <a:txBody>
                    <a:bodyPr/>
                    <a:lstStyle/>
                    <a:p>
                      <a:pPr indent="0">
                        <a:buNone/>
                      </a:pPr>
                      <a:r>
                        <a:rPr lang="zh-CN" sz="1100"/>
                        <a:t>重大事项</a:t>
                      </a:r>
                      <a:endParaRPr lang="zh-CN" altLang="en-US" sz="1100"/>
                    </a:p>
                  </a:txBody>
                  <a:tcPr marL="12700" marR="12700" marT="12700" anchor="ctr"/>
                </a:tc>
                <a:tc>
                  <a:txBody>
                    <a:bodyPr/>
                    <a:lstStyle/>
                    <a:p>
                      <a:pPr indent="0">
                        <a:buNone/>
                      </a:pPr>
                      <a:r>
                        <a:rPr lang="zh-CN" sz="1100"/>
                        <a:t>并购事件、对赌协议、股权激励、诉讼仲裁、裁判文书、裁判文书详情页、开庭公告、开庭公告详情页、关联交易、违规、担保、土地信息（地块公示）、土地信息（地块公示详情页）、土地信息（结果公告）、土地信息（结果公告详情页）、土地信息（土地转让）、土地信息（土地转让详情页）、土地信息（房地产大企业购地）、土地信息（房地产大企业购地详情页）、土地信息（房地产大地块出让）、土地信息（房地产大地块出让详情页）、土地信息（土地抵押）、土地信息（土地抵押详情页）、项目中标、项目中标详情页、理财产品</a:t>
                      </a:r>
                      <a:endParaRPr lang="zh-CN" altLang="en-US" sz="1100"/>
                    </a:p>
                  </a:txBody>
                  <a:tcPr marL="12700" marR="12700" marT="12700" anchor="ctr"/>
                </a:tc>
                <a:extLst>
                  <a:ext uri="{0D108BD9-81ED-4DB2-BD59-A6C34878D82A}">
                    <a16:rowId xmlns:a16="http://schemas.microsoft.com/office/drawing/2014/main" val="10006"/>
                  </a:ext>
                </a:extLst>
              </a:tr>
              <a:tr h="371475">
                <a:tc>
                  <a:txBody>
                    <a:bodyPr/>
                    <a:lstStyle/>
                    <a:p>
                      <a:pPr indent="0">
                        <a:buNone/>
                      </a:pPr>
                      <a:r>
                        <a:rPr lang="zh-CN" sz="1100"/>
                        <a:t>同业比较</a:t>
                      </a:r>
                      <a:endParaRPr lang="zh-CN" altLang="en-US" sz="1100"/>
                    </a:p>
                  </a:txBody>
                  <a:tcPr marL="12700" marR="12700" marT="12700" anchor="ctr"/>
                </a:tc>
                <a:tc>
                  <a:txBody>
                    <a:bodyPr/>
                    <a:lstStyle/>
                    <a:p>
                      <a:pPr indent="0">
                        <a:buNone/>
                      </a:pPr>
                      <a:r>
                        <a:rPr lang="zh-CN" sz="1100"/>
                        <a:t>综合比较、市场表现比较、估值分析比较、盈利预测比较、财务比率比较、财务数据比较</a:t>
                      </a:r>
                      <a:endParaRPr lang="zh-CN" altLang="en-US" sz="1100"/>
                    </a:p>
                  </a:txBody>
                  <a:tcPr marL="12700" marR="12700" marT="12700" anchor="ctr"/>
                </a:tc>
                <a:extLst>
                  <a:ext uri="{0D108BD9-81ED-4DB2-BD59-A6C34878D82A}">
                    <a16:rowId xmlns:a16="http://schemas.microsoft.com/office/drawing/2014/main" val="10007"/>
                  </a:ext>
                </a:extLst>
              </a:tr>
              <a:tr h="371475">
                <a:tc>
                  <a:txBody>
                    <a:bodyPr/>
                    <a:lstStyle/>
                    <a:p>
                      <a:pPr indent="0">
                        <a:buNone/>
                      </a:pPr>
                      <a:r>
                        <a:rPr lang="zh-CN" sz="1100"/>
                        <a:t>公共组件</a:t>
                      </a:r>
                      <a:endParaRPr lang="zh-CN" altLang="en-US" sz="1100"/>
                    </a:p>
                  </a:txBody>
                  <a:tcPr marL="12700" marR="12700" marT="12700" anchor="ctr"/>
                </a:tc>
                <a:tc>
                  <a:txBody>
                    <a:bodyPr/>
                    <a:lstStyle/>
                    <a:p>
                      <a:pPr indent="0">
                        <a:buNone/>
                      </a:pPr>
                      <a:r>
                        <a:rPr lang="zh-CN" sz="1100"/>
                        <a:t>汇率-按报告期</a:t>
                      </a:r>
                      <a:endParaRPr lang="zh-CN" altLang="en-US" sz="1100"/>
                    </a:p>
                  </a:txBody>
                  <a:tcPr marL="12700" marR="12700" marT="12700" anchor="ctr"/>
                </a:tc>
                <a:extLst>
                  <a:ext uri="{0D108BD9-81ED-4DB2-BD59-A6C34878D82A}">
                    <a16:rowId xmlns:a16="http://schemas.microsoft.com/office/drawing/2014/main" val="10008"/>
                  </a:ext>
                </a:extLst>
              </a:tr>
              <a:tr h="381000">
                <a:tc>
                  <a:txBody>
                    <a:bodyPr/>
                    <a:lstStyle/>
                    <a:p>
                      <a:pPr indent="0">
                        <a:buNone/>
                      </a:pPr>
                      <a:r>
                        <a:rPr lang="zh-CN" sz="1100"/>
                        <a:t>重大事项</a:t>
                      </a:r>
                      <a:endParaRPr lang="zh-CN" altLang="en-US" sz="1100"/>
                    </a:p>
                  </a:txBody>
                  <a:tcPr marL="12700" marR="12700" marT="12700" anchor="ctr"/>
                </a:tc>
                <a:tc>
                  <a:txBody>
                    <a:bodyPr/>
                    <a:lstStyle/>
                    <a:p>
                      <a:pPr indent="0">
                        <a:buNone/>
                      </a:pPr>
                      <a:r>
                        <a:rPr lang="zh-CN" sz="1100"/>
                        <a:t>并购事件、对赌协议、股权激励、诉讼仲裁、裁判文书、裁判文书详情页、开庭公告、开庭公告详情页、关联交易、违规、担保、土地信息（地块公示）、土地信息（地块公示详情页）、土地信息（结果公告）、土地信息（结果公告详情页）、土地信息（土地转让）、土地信息（土地转让详情页）、土地信息（房地产大企业购地）、土地信息（房地产大企业购地详情页）、土地信息（房地产大地块出让）、土地信息（房地产大地块出让详情页）、土地信息（土地抵押）、土地信息（土地抵押详情页）、项目中标、项目中标详情页、理财产品</a:t>
                      </a:r>
                      <a:endParaRPr lang="zh-CN" altLang="en-US" sz="1100"/>
                    </a:p>
                  </a:txBody>
                  <a:tcPr marL="12700" marR="12700" marT="12700" anchor="ctr"/>
                </a:tc>
                <a:extLst>
                  <a:ext uri="{0D108BD9-81ED-4DB2-BD59-A6C34878D82A}">
                    <a16:rowId xmlns:a16="http://schemas.microsoft.com/office/drawing/2014/main" val="10009"/>
                  </a:ext>
                </a:extLst>
              </a:tr>
              <a:tr h="381000">
                <a:tc>
                  <a:txBody>
                    <a:bodyPr/>
                    <a:lstStyle/>
                    <a:p>
                      <a:pPr indent="0">
                        <a:buNone/>
                      </a:pPr>
                      <a:r>
                        <a:rPr lang="zh-CN" sz="1100"/>
                        <a:t>同业比较</a:t>
                      </a:r>
                      <a:endParaRPr lang="zh-CN" altLang="en-US" sz="1100"/>
                    </a:p>
                  </a:txBody>
                  <a:tcPr marL="12700" marR="12700" marT="12700" anchor="ctr"/>
                </a:tc>
                <a:tc>
                  <a:txBody>
                    <a:bodyPr/>
                    <a:lstStyle/>
                    <a:p>
                      <a:pPr indent="0">
                        <a:buNone/>
                      </a:pPr>
                      <a:r>
                        <a:rPr lang="zh-CN" sz="1100"/>
                        <a:t>综合比较、市场表现比较、估值分析比较、盈利预测比较、财务比率比较、财务数据比较</a:t>
                      </a:r>
                      <a:endParaRPr lang="zh-CN" altLang="en-US" sz="1100"/>
                    </a:p>
                  </a:txBody>
                  <a:tcPr marL="12700" marR="12700" marT="1270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6832846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r>
              <a:rPr lang="en-US" altLang="zh-CN" dirty="0">
                <a:sym typeface="+mn-ea"/>
              </a:rPr>
              <a:t>-</a:t>
            </a:r>
            <a:r>
              <a:rPr lang="zh-CN" altLang="en-US" dirty="0">
                <a:sym typeface="+mn-ea"/>
              </a:rPr>
              <a:t>股票</a:t>
            </a:r>
            <a:r>
              <a:rPr lang="en-US" altLang="zh-CN" dirty="0">
                <a:sym typeface="+mn-ea"/>
              </a:rPr>
              <a:t>-</a:t>
            </a:r>
            <a:r>
              <a:rPr lang="zh-CN" altLang="en-US" dirty="0">
                <a:sym typeface="+mn-ea"/>
              </a:rPr>
              <a:t>财报数据</a:t>
            </a:r>
            <a:br>
              <a:rPr lang="zh-CN" altLang="en-US" dirty="0"/>
            </a:br>
            <a:endParaRPr lang="zh-CN" altLang="en-US" dirty="0"/>
          </a:p>
        </p:txBody>
      </p:sp>
      <p:pic>
        <p:nvPicPr>
          <p:cNvPr id="5" name="图片 4">
            <a:extLst>
              <a:ext uri="{FF2B5EF4-FFF2-40B4-BE49-F238E27FC236}">
                <a16:creationId xmlns:a16="http://schemas.microsoft.com/office/drawing/2014/main" id="{05DAD93F-5237-1922-4B9D-3E01753D0B93}"/>
              </a:ext>
            </a:extLst>
          </p:cNvPr>
          <p:cNvPicPr>
            <a:picLocks noChangeAspect="1"/>
          </p:cNvPicPr>
          <p:nvPr/>
        </p:nvPicPr>
        <p:blipFill>
          <a:blip r:embed="rId2"/>
          <a:stretch>
            <a:fillRect/>
          </a:stretch>
        </p:blipFill>
        <p:spPr>
          <a:xfrm>
            <a:off x="664953" y="974366"/>
            <a:ext cx="10862094" cy="5883634"/>
          </a:xfrm>
          <a:prstGeom prst="rect">
            <a:avLst/>
          </a:prstGeom>
        </p:spPr>
      </p:pic>
    </p:spTree>
    <p:extLst>
      <p:ext uri="{BB962C8B-B14F-4D97-AF65-F5344CB8AC3E}">
        <p14:creationId xmlns:p14="http://schemas.microsoft.com/office/powerpoint/2010/main" val="565509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r>
              <a:rPr lang="en-US" altLang="zh-CN" dirty="0">
                <a:sym typeface="+mn-ea"/>
              </a:rPr>
              <a:t>-</a:t>
            </a:r>
            <a:r>
              <a:rPr lang="zh-CN" altLang="en-US" dirty="0">
                <a:sym typeface="+mn-ea"/>
              </a:rPr>
              <a:t>股票</a:t>
            </a:r>
            <a:r>
              <a:rPr lang="en-US" altLang="zh-CN" dirty="0">
                <a:sym typeface="+mn-ea"/>
              </a:rPr>
              <a:t>-</a:t>
            </a:r>
            <a:r>
              <a:rPr lang="zh-CN" altLang="en-US" dirty="0">
                <a:sym typeface="+mn-ea"/>
              </a:rPr>
              <a:t>估值走势</a:t>
            </a:r>
            <a:br>
              <a:rPr lang="zh-CN" altLang="en-US" dirty="0"/>
            </a:br>
            <a:endParaRPr lang="zh-CN" altLang="en-US" dirty="0"/>
          </a:p>
        </p:txBody>
      </p:sp>
      <p:pic>
        <p:nvPicPr>
          <p:cNvPr id="5" name="图片 4">
            <a:extLst>
              <a:ext uri="{FF2B5EF4-FFF2-40B4-BE49-F238E27FC236}">
                <a16:creationId xmlns:a16="http://schemas.microsoft.com/office/drawing/2014/main" id="{B62AD532-86AE-6204-D19B-EEBF67431AE2}"/>
              </a:ext>
            </a:extLst>
          </p:cNvPr>
          <p:cNvPicPr>
            <a:picLocks noChangeAspect="1"/>
          </p:cNvPicPr>
          <p:nvPr/>
        </p:nvPicPr>
        <p:blipFill>
          <a:blip r:embed="rId2"/>
          <a:stretch>
            <a:fillRect/>
          </a:stretch>
        </p:blipFill>
        <p:spPr>
          <a:xfrm>
            <a:off x="633488" y="940279"/>
            <a:ext cx="10925023" cy="5917721"/>
          </a:xfrm>
          <a:prstGeom prst="rect">
            <a:avLst/>
          </a:prstGeom>
        </p:spPr>
      </p:pic>
    </p:spTree>
    <p:extLst>
      <p:ext uri="{BB962C8B-B14F-4D97-AF65-F5344CB8AC3E}">
        <p14:creationId xmlns:p14="http://schemas.microsoft.com/office/powerpoint/2010/main" val="10140167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r>
              <a:rPr lang="en-US" altLang="zh-CN" dirty="0">
                <a:sym typeface="+mn-ea"/>
              </a:rPr>
              <a:t>-</a:t>
            </a:r>
            <a:r>
              <a:rPr lang="zh-CN" altLang="en-US" dirty="0">
                <a:sym typeface="+mn-ea"/>
              </a:rPr>
              <a:t>股票</a:t>
            </a:r>
            <a:r>
              <a:rPr lang="en-US" altLang="zh-CN" dirty="0">
                <a:sym typeface="+mn-ea"/>
              </a:rPr>
              <a:t>-</a:t>
            </a:r>
            <a:r>
              <a:rPr lang="zh-CN" altLang="en-US" dirty="0">
                <a:sym typeface="+mn-ea"/>
              </a:rPr>
              <a:t>财务分析</a:t>
            </a:r>
            <a:br>
              <a:rPr lang="zh-CN" altLang="en-US" dirty="0"/>
            </a:br>
            <a:endParaRPr lang="zh-CN" altLang="en-US" dirty="0"/>
          </a:p>
        </p:txBody>
      </p:sp>
      <p:pic>
        <p:nvPicPr>
          <p:cNvPr id="8" name="图片 7">
            <a:extLst>
              <a:ext uri="{FF2B5EF4-FFF2-40B4-BE49-F238E27FC236}">
                <a16:creationId xmlns:a16="http://schemas.microsoft.com/office/drawing/2014/main" id="{68A5FC3B-0DAD-C449-6C6B-905E29B185C3}"/>
              </a:ext>
            </a:extLst>
          </p:cNvPr>
          <p:cNvPicPr>
            <a:picLocks noChangeAspect="1"/>
          </p:cNvPicPr>
          <p:nvPr/>
        </p:nvPicPr>
        <p:blipFill>
          <a:blip r:embed="rId2"/>
          <a:stretch>
            <a:fillRect/>
          </a:stretch>
        </p:blipFill>
        <p:spPr>
          <a:xfrm>
            <a:off x="609600" y="914400"/>
            <a:ext cx="10972800" cy="5943600"/>
          </a:xfrm>
          <a:prstGeom prst="rect">
            <a:avLst/>
          </a:prstGeom>
        </p:spPr>
      </p:pic>
    </p:spTree>
    <p:extLst>
      <p:ext uri="{BB962C8B-B14F-4D97-AF65-F5344CB8AC3E}">
        <p14:creationId xmlns:p14="http://schemas.microsoft.com/office/powerpoint/2010/main" val="39792688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500" b="1" dirty="0">
                <a:solidFill>
                  <a:srgbClr val="9A0000"/>
                </a:solidFill>
                <a:latin typeface="微软雅黑" panose="020B0503020204020204" charset="-122"/>
                <a:ea typeface="微软雅黑" panose="020B0503020204020204" charset="-122"/>
                <a:sym typeface="+mn-ea"/>
              </a:rPr>
              <a:t>3-5 </a:t>
            </a:r>
            <a:r>
              <a:rPr lang="zh-CN" altLang="en-US" sz="2500" b="1" dirty="0">
                <a:solidFill>
                  <a:srgbClr val="9A0000"/>
                </a:solidFill>
                <a:latin typeface="微软雅黑" panose="020B0503020204020204" charset="-122"/>
                <a:ea typeface="微软雅黑" panose="020B0503020204020204" charset="-122"/>
                <a:sym typeface="+mn-ea"/>
              </a:rPr>
              <a:t>深度资料</a:t>
            </a:r>
            <a:r>
              <a:rPr lang="en-US" altLang="zh-CN" sz="2500" b="1" dirty="0">
                <a:solidFill>
                  <a:srgbClr val="9A0000"/>
                </a:solidFill>
                <a:latin typeface="微软雅黑" panose="020B0503020204020204" charset="-122"/>
                <a:ea typeface="微软雅黑" panose="020B0503020204020204" charset="-122"/>
                <a:sym typeface="+mn-ea"/>
              </a:rPr>
              <a:t>-</a:t>
            </a:r>
            <a:r>
              <a:rPr lang="zh-CN" altLang="en-US" sz="2500" b="1" dirty="0">
                <a:solidFill>
                  <a:srgbClr val="9A0000"/>
                </a:solidFill>
                <a:latin typeface="微软雅黑" panose="020B0503020204020204" charset="-122"/>
                <a:ea typeface="微软雅黑" panose="020B0503020204020204" charset="-122"/>
                <a:sym typeface="+mn-ea"/>
              </a:rPr>
              <a:t>示例</a:t>
            </a:r>
            <a:r>
              <a:rPr lang="en-US" altLang="zh-CN" sz="2500" b="1" dirty="0">
                <a:solidFill>
                  <a:srgbClr val="9A0000"/>
                </a:solidFill>
                <a:latin typeface="微软雅黑" panose="020B0503020204020204" charset="-122"/>
                <a:ea typeface="微软雅黑" panose="020B0503020204020204" charset="-122"/>
                <a:sym typeface="+mn-ea"/>
              </a:rPr>
              <a:t>-</a:t>
            </a:r>
            <a:r>
              <a:rPr lang="zh-CN" altLang="en-US" sz="2500" b="1" dirty="0">
                <a:solidFill>
                  <a:srgbClr val="9A0000"/>
                </a:solidFill>
                <a:latin typeface="微软雅黑" panose="020B0503020204020204" charset="-122"/>
                <a:ea typeface="微软雅黑" panose="020B0503020204020204" charset="-122"/>
                <a:sym typeface="+mn-ea"/>
              </a:rPr>
              <a:t>债券</a:t>
            </a:r>
            <a:endParaRPr lang="en-US" altLang="zh-CN" sz="2500" b="1" dirty="0">
              <a:solidFill>
                <a:srgbClr val="9A0000"/>
              </a:solidFill>
              <a:latin typeface="微软雅黑" panose="020B0503020204020204" charset="-122"/>
              <a:ea typeface="微软雅黑" panose="020B0503020204020204" charset="-122"/>
              <a:sym typeface="+mn-ea"/>
            </a:endParaRPr>
          </a:p>
        </p:txBody>
      </p:sp>
      <p:sp>
        <p:nvSpPr>
          <p:cNvPr id="7" name="矩形 6"/>
          <p:cNvSpPr/>
          <p:nvPr>
            <p:custDataLst>
              <p:tags r:id="rId1"/>
            </p:custDataLst>
          </p:nvPr>
        </p:nvSpPr>
        <p:spPr>
          <a:xfrm>
            <a:off x="1419860" y="814705"/>
            <a:ext cx="8953500" cy="44767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mn-ea"/>
              </a:rPr>
              <a:t>债券及机构的详细基本资料，包括基本条款、发行人速览、股权结构、企业库资料、大事提醒、智能分析、同业比较、财务指标等。</a:t>
            </a:r>
          </a:p>
        </p:txBody>
      </p:sp>
      <p:pic>
        <p:nvPicPr>
          <p:cNvPr id="4" name="图片 3"/>
          <p:cNvPicPr>
            <a:picLocks noChangeAspect="1"/>
          </p:cNvPicPr>
          <p:nvPr>
            <p:custDataLst>
              <p:tags r:id="rId2"/>
            </p:custDataLst>
          </p:nvPr>
        </p:nvPicPr>
        <p:blipFill>
          <a:blip r:embed="rId6"/>
          <a:stretch>
            <a:fillRect/>
          </a:stretch>
        </p:blipFill>
        <p:spPr>
          <a:xfrm>
            <a:off x="1225550" y="1380490"/>
            <a:ext cx="9950096" cy="5400000"/>
          </a:xfrm>
          <a:prstGeom prst="rect">
            <a:avLst/>
          </a:prstGeom>
        </p:spPr>
      </p:pic>
      <p:pic>
        <p:nvPicPr>
          <p:cNvPr id="5" name="图片 4"/>
          <p:cNvPicPr>
            <a:picLocks noChangeAspect="1"/>
          </p:cNvPicPr>
          <p:nvPr/>
        </p:nvPicPr>
        <p:blipFill>
          <a:blip r:embed="rId7"/>
          <a:stretch>
            <a:fillRect/>
          </a:stretch>
        </p:blipFill>
        <p:spPr>
          <a:xfrm>
            <a:off x="2252980" y="1671320"/>
            <a:ext cx="9286756" cy="5040000"/>
          </a:xfrm>
          <a:prstGeom prst="rect">
            <a:avLst/>
          </a:prstGeom>
        </p:spPr>
      </p:pic>
      <p:sp>
        <p:nvSpPr>
          <p:cNvPr id="6" name="线形标注 2(带强调线) 5"/>
          <p:cNvSpPr/>
          <p:nvPr>
            <p:custDataLst>
              <p:tags r:id="rId3"/>
            </p:custDataLst>
          </p:nvPr>
        </p:nvSpPr>
        <p:spPr>
          <a:xfrm>
            <a:off x="81915" y="1928495"/>
            <a:ext cx="969645" cy="1604645"/>
          </a:xfrm>
          <a:prstGeom prst="accentCallout2">
            <a:avLst>
              <a:gd name="adj1" fmla="val 31066"/>
              <a:gd name="adj2" fmla="val 106420"/>
              <a:gd name="adj3" fmla="val 30906"/>
              <a:gd name="adj4" fmla="val 122035"/>
              <a:gd name="adj5" fmla="val 39137"/>
              <a:gd name="adj6" fmla="val 13067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a:sym typeface="等线" panose="02010600030101010101" pitchFamily="2" charset="-122"/>
              </a:rPr>
              <a:t>支持近</a:t>
            </a:r>
            <a:r>
              <a:rPr lang="en-US" altLang="zh-CN" sz="1200">
                <a:sym typeface="等线" panose="02010600030101010101" pitchFamily="2" charset="-122"/>
              </a:rPr>
              <a:t>70</a:t>
            </a:r>
            <a:r>
              <a:rPr lang="zh-CN" altLang="en-US" sz="1200">
                <a:sym typeface="等线" panose="02010600030101010101" pitchFamily="2" charset="-122"/>
              </a:rPr>
              <a:t>个栏目分类，竞品支持</a:t>
            </a:r>
            <a:r>
              <a:rPr lang="en-US" altLang="zh-CN" sz="1200">
                <a:sym typeface="等线" panose="02010600030101010101" pitchFamily="2" charset="-122"/>
              </a:rPr>
              <a:t>20</a:t>
            </a:r>
            <a:r>
              <a:rPr lang="zh-CN" altLang="en-US" sz="1200">
                <a:sym typeface="等线" panose="02010600030101010101" pitchFamily="2" charset="-122"/>
              </a:rPr>
              <a:t>个左右。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r>
              <a:rPr lang="en-US" altLang="zh-CN" dirty="0">
                <a:sym typeface="+mn-ea"/>
              </a:rPr>
              <a:t>-</a:t>
            </a:r>
            <a:r>
              <a:rPr lang="zh-CN" altLang="en-US" dirty="0">
                <a:sym typeface="+mn-ea"/>
              </a:rPr>
              <a:t>债券</a:t>
            </a:r>
            <a:r>
              <a:rPr lang="en-US" altLang="zh-CN" dirty="0">
                <a:sym typeface="+mn-ea"/>
              </a:rPr>
              <a:t>-</a:t>
            </a:r>
            <a:r>
              <a:rPr lang="zh-CN" altLang="en-US" dirty="0">
                <a:sym typeface="+mn-ea"/>
              </a:rPr>
              <a:t>基本条款</a:t>
            </a:r>
            <a:endParaRPr lang="zh-CN" altLang="en-US" dirty="0"/>
          </a:p>
        </p:txBody>
      </p:sp>
      <p:pic>
        <p:nvPicPr>
          <p:cNvPr id="4" name="图片 3">
            <a:extLst>
              <a:ext uri="{FF2B5EF4-FFF2-40B4-BE49-F238E27FC236}">
                <a16:creationId xmlns:a16="http://schemas.microsoft.com/office/drawing/2014/main" id="{3297E81F-05DB-8470-5648-0E5C8D7D3710}"/>
              </a:ext>
            </a:extLst>
          </p:cNvPr>
          <p:cNvPicPr>
            <a:picLocks noChangeAspect="1"/>
          </p:cNvPicPr>
          <p:nvPr/>
        </p:nvPicPr>
        <p:blipFill>
          <a:blip r:embed="rId2"/>
          <a:stretch>
            <a:fillRect/>
          </a:stretch>
        </p:blipFill>
        <p:spPr>
          <a:xfrm>
            <a:off x="638356" y="937764"/>
            <a:ext cx="10929668" cy="5920236"/>
          </a:xfrm>
          <a:prstGeom prst="rect">
            <a:avLst/>
          </a:prstGeom>
        </p:spPr>
      </p:pic>
    </p:spTree>
    <p:extLst>
      <p:ext uri="{BB962C8B-B14F-4D97-AF65-F5344CB8AC3E}">
        <p14:creationId xmlns:p14="http://schemas.microsoft.com/office/powerpoint/2010/main" val="593877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r>
              <a:rPr lang="en-US" altLang="zh-CN" dirty="0">
                <a:sym typeface="+mn-ea"/>
              </a:rPr>
              <a:t>-</a:t>
            </a:r>
            <a:r>
              <a:rPr lang="zh-CN" altLang="en-US" dirty="0">
                <a:sym typeface="+mn-ea"/>
              </a:rPr>
              <a:t>债券</a:t>
            </a:r>
            <a:r>
              <a:rPr lang="en-US" altLang="zh-CN" dirty="0">
                <a:sym typeface="+mn-ea"/>
              </a:rPr>
              <a:t>-</a:t>
            </a:r>
            <a:r>
              <a:rPr lang="zh-CN" altLang="en-US" dirty="0">
                <a:sym typeface="+mn-ea"/>
              </a:rPr>
              <a:t>信用评级</a:t>
            </a:r>
            <a:br>
              <a:rPr lang="zh-CN" altLang="en-US" dirty="0"/>
            </a:br>
            <a:endParaRPr lang="zh-CN" altLang="en-US" dirty="0"/>
          </a:p>
        </p:txBody>
      </p:sp>
      <p:pic>
        <p:nvPicPr>
          <p:cNvPr id="4" name="图片 3">
            <a:extLst>
              <a:ext uri="{FF2B5EF4-FFF2-40B4-BE49-F238E27FC236}">
                <a16:creationId xmlns:a16="http://schemas.microsoft.com/office/drawing/2014/main" id="{EE78D695-B783-DCAA-B9F1-F3620FEE8B6F}"/>
              </a:ext>
            </a:extLst>
          </p:cNvPr>
          <p:cNvPicPr>
            <a:picLocks noChangeAspect="1"/>
          </p:cNvPicPr>
          <p:nvPr/>
        </p:nvPicPr>
        <p:blipFill>
          <a:blip r:embed="rId2"/>
          <a:stretch>
            <a:fillRect/>
          </a:stretch>
        </p:blipFill>
        <p:spPr>
          <a:xfrm>
            <a:off x="551319" y="937763"/>
            <a:ext cx="10929668" cy="5920237"/>
          </a:xfrm>
          <a:prstGeom prst="rect">
            <a:avLst/>
          </a:prstGeom>
        </p:spPr>
      </p:pic>
    </p:spTree>
    <p:extLst>
      <p:ext uri="{BB962C8B-B14F-4D97-AF65-F5344CB8AC3E}">
        <p14:creationId xmlns:p14="http://schemas.microsoft.com/office/powerpoint/2010/main" val="26734177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br>
              <a:rPr lang="zh-CN" altLang="en-US" dirty="0"/>
            </a:br>
            <a:endParaRPr lang="zh-CN" altLang="en-US" dirty="0"/>
          </a:p>
        </p:txBody>
      </p:sp>
      <p:sp>
        <p:nvSpPr>
          <p:cNvPr id="4" name="文本框 3"/>
          <p:cNvSpPr txBox="1"/>
          <p:nvPr/>
        </p:nvSpPr>
        <p:spPr>
          <a:xfrm>
            <a:off x="2279650" y="1208405"/>
            <a:ext cx="1868170" cy="368300"/>
          </a:xfrm>
          <a:prstGeom prst="rect">
            <a:avLst/>
          </a:prstGeom>
          <a:noFill/>
        </p:spPr>
        <p:txBody>
          <a:bodyPr wrap="square" rtlCol="0">
            <a:spAutoFit/>
          </a:bodyPr>
          <a:lstStyle/>
          <a:p>
            <a:r>
              <a:rPr lang="zh-CN" altLang="en-US"/>
              <a:t>美股深度资料</a:t>
            </a:r>
          </a:p>
        </p:txBody>
      </p:sp>
      <p:sp>
        <p:nvSpPr>
          <p:cNvPr id="6" name="文本框 5"/>
          <p:cNvSpPr txBox="1"/>
          <p:nvPr/>
        </p:nvSpPr>
        <p:spPr>
          <a:xfrm>
            <a:off x="7827645" y="1208405"/>
            <a:ext cx="1868170" cy="368300"/>
          </a:xfrm>
          <a:prstGeom prst="rect">
            <a:avLst/>
          </a:prstGeom>
          <a:noFill/>
        </p:spPr>
        <p:txBody>
          <a:bodyPr wrap="square" rtlCol="0">
            <a:spAutoFit/>
          </a:bodyPr>
          <a:lstStyle/>
          <a:p>
            <a:r>
              <a:rPr lang="zh-CN" altLang="en-US"/>
              <a:t>新三板深度资料</a:t>
            </a:r>
          </a:p>
        </p:txBody>
      </p:sp>
      <p:pic>
        <p:nvPicPr>
          <p:cNvPr id="3" name="图片 2"/>
          <p:cNvPicPr>
            <a:picLocks noChangeAspect="1"/>
          </p:cNvPicPr>
          <p:nvPr/>
        </p:nvPicPr>
        <p:blipFill>
          <a:blip r:embed="rId2"/>
          <a:stretch>
            <a:fillRect/>
          </a:stretch>
        </p:blipFill>
        <p:spPr>
          <a:xfrm>
            <a:off x="239645" y="1771042"/>
            <a:ext cx="5948180" cy="4206213"/>
          </a:xfrm>
          <a:prstGeom prst="rect">
            <a:avLst/>
          </a:prstGeom>
        </p:spPr>
      </p:pic>
      <p:pic>
        <p:nvPicPr>
          <p:cNvPr id="5" name="图片 4"/>
          <p:cNvPicPr>
            <a:picLocks noChangeAspect="1"/>
          </p:cNvPicPr>
          <p:nvPr/>
        </p:nvPicPr>
        <p:blipFill>
          <a:blip r:embed="rId3"/>
          <a:stretch>
            <a:fillRect/>
          </a:stretch>
        </p:blipFill>
        <p:spPr>
          <a:xfrm>
            <a:off x="6387665" y="1771042"/>
            <a:ext cx="5804335" cy="4181837"/>
          </a:xfrm>
          <a:prstGeom prst="rect">
            <a:avLst/>
          </a:prstGeom>
        </p:spPr>
      </p:pic>
    </p:spTree>
    <p:extLst>
      <p:ext uri="{BB962C8B-B14F-4D97-AF65-F5344CB8AC3E}">
        <p14:creationId xmlns:p14="http://schemas.microsoft.com/office/powerpoint/2010/main" val="39270781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br>
              <a:rPr lang="zh-CN" altLang="en-US" dirty="0"/>
            </a:br>
            <a:endParaRPr lang="zh-CN" altLang="en-US" dirty="0"/>
          </a:p>
        </p:txBody>
      </p:sp>
      <p:sp>
        <p:nvSpPr>
          <p:cNvPr id="4" name="文本框 3"/>
          <p:cNvSpPr txBox="1"/>
          <p:nvPr/>
        </p:nvSpPr>
        <p:spPr>
          <a:xfrm>
            <a:off x="2279650" y="1208405"/>
            <a:ext cx="1868170" cy="368300"/>
          </a:xfrm>
          <a:prstGeom prst="rect">
            <a:avLst/>
          </a:prstGeom>
          <a:noFill/>
        </p:spPr>
        <p:txBody>
          <a:bodyPr wrap="square" rtlCol="0">
            <a:spAutoFit/>
          </a:bodyPr>
          <a:lstStyle/>
          <a:p>
            <a:r>
              <a:rPr lang="zh-CN" altLang="en-US"/>
              <a:t>基金深度资料</a:t>
            </a:r>
          </a:p>
        </p:txBody>
      </p:sp>
      <p:sp>
        <p:nvSpPr>
          <p:cNvPr id="6" name="文本框 5"/>
          <p:cNvSpPr txBox="1"/>
          <p:nvPr/>
        </p:nvSpPr>
        <p:spPr>
          <a:xfrm>
            <a:off x="7827645" y="1208405"/>
            <a:ext cx="1868170" cy="368300"/>
          </a:xfrm>
          <a:prstGeom prst="rect">
            <a:avLst/>
          </a:prstGeom>
          <a:noFill/>
        </p:spPr>
        <p:txBody>
          <a:bodyPr wrap="square" rtlCol="0">
            <a:spAutoFit/>
          </a:bodyPr>
          <a:lstStyle/>
          <a:p>
            <a:r>
              <a:rPr lang="zh-CN" altLang="en-US"/>
              <a:t>经理深度资料</a:t>
            </a:r>
          </a:p>
        </p:txBody>
      </p:sp>
      <p:pic>
        <p:nvPicPr>
          <p:cNvPr id="7" name="图片 6"/>
          <p:cNvPicPr>
            <a:picLocks noChangeAspect="1"/>
          </p:cNvPicPr>
          <p:nvPr/>
        </p:nvPicPr>
        <p:blipFill>
          <a:blip r:embed="rId2"/>
          <a:stretch>
            <a:fillRect/>
          </a:stretch>
        </p:blipFill>
        <p:spPr>
          <a:xfrm>
            <a:off x="6354590" y="1576705"/>
            <a:ext cx="5239989" cy="4750037"/>
          </a:xfrm>
          <a:prstGeom prst="rect">
            <a:avLst/>
          </a:prstGeom>
        </p:spPr>
      </p:pic>
      <p:pic>
        <p:nvPicPr>
          <p:cNvPr id="8" name="图片 7"/>
          <p:cNvPicPr>
            <a:picLocks noChangeAspect="1"/>
          </p:cNvPicPr>
          <p:nvPr/>
        </p:nvPicPr>
        <p:blipFill>
          <a:blip r:embed="rId3"/>
          <a:stretch>
            <a:fillRect/>
          </a:stretch>
        </p:blipFill>
        <p:spPr>
          <a:xfrm>
            <a:off x="644837" y="1576705"/>
            <a:ext cx="5447265" cy="5043210"/>
          </a:xfrm>
          <a:prstGeom prst="rect">
            <a:avLst/>
          </a:prstGeom>
        </p:spPr>
      </p:pic>
    </p:spTree>
    <p:extLst>
      <p:ext uri="{BB962C8B-B14F-4D97-AF65-F5344CB8AC3E}">
        <p14:creationId xmlns:p14="http://schemas.microsoft.com/office/powerpoint/2010/main" val="25929193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3-5 </a:t>
            </a:r>
            <a:r>
              <a:rPr lang="zh-CN" altLang="en-US" dirty="0">
                <a:sym typeface="+mn-ea"/>
              </a:rPr>
              <a:t>深度资料</a:t>
            </a:r>
            <a:r>
              <a:rPr lang="en-US" altLang="zh-CN" dirty="0">
                <a:sym typeface="+mn-ea"/>
              </a:rPr>
              <a:t>-</a:t>
            </a:r>
            <a:r>
              <a:rPr lang="zh-CN" altLang="en-US" dirty="0">
                <a:sym typeface="+mn-ea"/>
              </a:rPr>
              <a:t>示例</a:t>
            </a:r>
            <a:br>
              <a:rPr lang="zh-CN" altLang="en-US" dirty="0"/>
            </a:br>
            <a:endParaRPr lang="zh-CN" altLang="en-US" dirty="0"/>
          </a:p>
        </p:txBody>
      </p:sp>
      <p:sp>
        <p:nvSpPr>
          <p:cNvPr id="4" name="文本框 3"/>
          <p:cNvSpPr txBox="1"/>
          <p:nvPr/>
        </p:nvSpPr>
        <p:spPr>
          <a:xfrm>
            <a:off x="2279650" y="1208405"/>
            <a:ext cx="2359660" cy="368300"/>
          </a:xfrm>
          <a:prstGeom prst="rect">
            <a:avLst/>
          </a:prstGeom>
          <a:noFill/>
        </p:spPr>
        <p:txBody>
          <a:bodyPr wrap="square" rtlCol="0">
            <a:spAutoFit/>
          </a:bodyPr>
          <a:lstStyle/>
          <a:p>
            <a:r>
              <a:rPr lang="zh-CN" altLang="en-US"/>
              <a:t>股指期货深度资料</a:t>
            </a:r>
          </a:p>
        </p:txBody>
      </p:sp>
      <p:sp>
        <p:nvSpPr>
          <p:cNvPr id="6" name="文本框 5"/>
          <p:cNvSpPr txBox="1"/>
          <p:nvPr/>
        </p:nvSpPr>
        <p:spPr>
          <a:xfrm>
            <a:off x="7827645" y="1208405"/>
            <a:ext cx="2040255" cy="368300"/>
          </a:xfrm>
          <a:prstGeom prst="rect">
            <a:avLst/>
          </a:prstGeom>
          <a:noFill/>
        </p:spPr>
        <p:txBody>
          <a:bodyPr wrap="square" rtlCol="0">
            <a:spAutoFit/>
          </a:bodyPr>
          <a:lstStyle/>
          <a:p>
            <a:r>
              <a:rPr lang="zh-CN" altLang="en-US"/>
              <a:t>商品期货深度资料</a:t>
            </a:r>
          </a:p>
        </p:txBody>
      </p:sp>
      <p:pic>
        <p:nvPicPr>
          <p:cNvPr id="3" name="图片 2"/>
          <p:cNvPicPr>
            <a:picLocks noChangeAspect="1"/>
          </p:cNvPicPr>
          <p:nvPr/>
        </p:nvPicPr>
        <p:blipFill>
          <a:blip r:embed="rId2"/>
          <a:stretch>
            <a:fillRect/>
          </a:stretch>
        </p:blipFill>
        <p:spPr>
          <a:xfrm>
            <a:off x="287743" y="1757680"/>
            <a:ext cx="5780952" cy="4609524"/>
          </a:xfrm>
          <a:prstGeom prst="rect">
            <a:avLst/>
          </a:prstGeom>
        </p:spPr>
      </p:pic>
      <p:pic>
        <p:nvPicPr>
          <p:cNvPr id="5" name="图片 4"/>
          <p:cNvPicPr>
            <a:picLocks noChangeAspect="1"/>
          </p:cNvPicPr>
          <p:nvPr/>
        </p:nvPicPr>
        <p:blipFill>
          <a:blip r:embed="rId3"/>
          <a:stretch>
            <a:fillRect/>
          </a:stretch>
        </p:blipFill>
        <p:spPr>
          <a:xfrm>
            <a:off x="6233202" y="1757680"/>
            <a:ext cx="5958798" cy="4597048"/>
          </a:xfrm>
          <a:prstGeom prst="rect">
            <a:avLst/>
          </a:prstGeom>
        </p:spPr>
      </p:pic>
    </p:spTree>
    <p:extLst>
      <p:ext uri="{BB962C8B-B14F-4D97-AF65-F5344CB8AC3E}">
        <p14:creationId xmlns:p14="http://schemas.microsoft.com/office/powerpoint/2010/main" val="2234751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normAutofit fontScale="95000"/>
          </a:bodyPr>
          <a:lstStyle/>
          <a:p>
            <a:r>
              <a:rPr lang="zh-CN" altLang="en-US"/>
              <a:t>美股专题</a:t>
            </a:r>
            <a:r>
              <a:rPr lang="en-US" altLang="zh-CN"/>
              <a:t>36</a:t>
            </a:r>
            <a:r>
              <a:t>个</a:t>
            </a:r>
          </a:p>
        </p:txBody>
      </p:sp>
      <p:sp>
        <p:nvSpPr>
          <p:cNvPr id="3" name="文本占位符 2"/>
          <p:cNvSpPr>
            <a:spLocks noGrp="1"/>
          </p:cNvSpPr>
          <p:nvPr>
            <p:ph type="body" sz="quarter" idx="14"/>
          </p:nvPr>
        </p:nvSpPr>
        <p:spPr/>
        <p:txBody>
          <a:bodyPr>
            <a:normAutofit fontScale="95000"/>
          </a:bodyPr>
          <a:lstStyle/>
          <a:p>
            <a:r>
              <a:rPr lang="zh-CN" altLang="en-US"/>
              <a:t>股票专题</a:t>
            </a:r>
            <a:r>
              <a:rPr lang="en-US" altLang="zh-CN"/>
              <a:t>458</a:t>
            </a:r>
            <a:r>
              <a:t>个</a:t>
            </a:r>
          </a:p>
        </p:txBody>
      </p:sp>
      <p:sp>
        <p:nvSpPr>
          <p:cNvPr id="4" name="文本占位符 3"/>
          <p:cNvSpPr>
            <a:spLocks noGrp="1"/>
          </p:cNvSpPr>
          <p:nvPr>
            <p:ph type="body" sz="quarter" idx="15"/>
          </p:nvPr>
        </p:nvSpPr>
        <p:spPr/>
        <p:txBody>
          <a:bodyPr>
            <a:normAutofit fontScale="95000"/>
          </a:bodyPr>
          <a:lstStyle/>
          <a:p>
            <a:r>
              <a:rPr lang="zh-CN" altLang="en-US"/>
              <a:t>港股专题</a:t>
            </a:r>
            <a:r>
              <a:rPr lang="en-US" altLang="zh-CN"/>
              <a:t>35</a:t>
            </a:r>
            <a:r>
              <a:t>个</a:t>
            </a:r>
          </a:p>
        </p:txBody>
      </p:sp>
      <p:sp>
        <p:nvSpPr>
          <p:cNvPr id="5" name="文本占位符 4"/>
          <p:cNvSpPr>
            <a:spLocks noGrp="1"/>
          </p:cNvSpPr>
          <p:nvPr>
            <p:ph type="body" sz="quarter" idx="16"/>
          </p:nvPr>
        </p:nvSpPr>
        <p:spPr/>
        <p:txBody>
          <a:bodyPr>
            <a:normAutofit fontScale="95000"/>
          </a:bodyPr>
          <a:lstStyle/>
          <a:p>
            <a:r>
              <a:rPr lang="zh-CN" altLang="en-US"/>
              <a:t>新三板专题</a:t>
            </a:r>
            <a:r>
              <a:rPr lang="en-US" altLang="zh-CN"/>
              <a:t>46</a:t>
            </a:r>
            <a:r>
              <a:t>个</a:t>
            </a:r>
          </a:p>
        </p:txBody>
      </p:sp>
      <p:sp>
        <p:nvSpPr>
          <p:cNvPr id="6" name="文本占位符 5"/>
          <p:cNvSpPr>
            <a:spLocks noGrp="1"/>
          </p:cNvSpPr>
          <p:nvPr>
            <p:ph type="body" sz="quarter" idx="17"/>
          </p:nvPr>
        </p:nvSpPr>
        <p:spPr/>
        <p:txBody>
          <a:bodyPr/>
          <a:lstStyle/>
          <a:p>
            <a:r>
              <a:rPr lang="zh-CN" altLang="en-US"/>
              <a:t>基本信息、市场统计、估值表现、交易提示、融资融券、财务数据、分红融资、盈利预测、机构持股、机构调研、沪深港通、沪深指数、新股专题、券商行业透视等</a:t>
            </a:r>
          </a:p>
        </p:txBody>
      </p:sp>
      <p:sp>
        <p:nvSpPr>
          <p:cNvPr id="7" name="文本占位符 6"/>
          <p:cNvSpPr>
            <a:spLocks noGrp="1"/>
          </p:cNvSpPr>
          <p:nvPr>
            <p:ph type="body" sz="quarter" idx="18"/>
          </p:nvPr>
        </p:nvSpPr>
        <p:spPr/>
        <p:txBody>
          <a:bodyPr/>
          <a:lstStyle/>
          <a:p>
            <a:r>
              <a:rPr lang="zh-CN" altLang="en-US"/>
              <a:t>基本资料、公司研究、公司财务、股票发行、市场纵览、中概股</a:t>
            </a:r>
            <a:r>
              <a:rPr lang="zh-CN" altLang="en-US">
                <a:sym typeface="+mn-ea"/>
              </a:rPr>
              <a:t>等</a:t>
            </a:r>
            <a:endParaRPr lang="zh-CN" altLang="en-US"/>
          </a:p>
        </p:txBody>
      </p:sp>
      <p:sp>
        <p:nvSpPr>
          <p:cNvPr id="8" name="文本占位符 7"/>
          <p:cNvSpPr>
            <a:spLocks noGrp="1"/>
          </p:cNvSpPr>
          <p:nvPr>
            <p:ph type="body" sz="quarter" idx="19"/>
          </p:nvPr>
        </p:nvSpPr>
        <p:spPr/>
        <p:txBody>
          <a:bodyPr/>
          <a:lstStyle/>
          <a:p>
            <a:r>
              <a:rPr lang="zh-CN" altLang="en-US"/>
              <a:t>分红融资、基本信息、证券交易、备查资料、交易所统计、权证统计等</a:t>
            </a:r>
          </a:p>
        </p:txBody>
      </p:sp>
      <p:sp>
        <p:nvSpPr>
          <p:cNvPr id="9" name="文本占位符 8"/>
          <p:cNvSpPr>
            <a:spLocks noGrp="1"/>
          </p:cNvSpPr>
          <p:nvPr>
            <p:ph type="body" sz="quarter" idx="20"/>
          </p:nvPr>
        </p:nvSpPr>
        <p:spPr/>
        <p:txBody>
          <a:bodyPr/>
          <a:lstStyle/>
          <a:p>
            <a:r>
              <a:rPr lang="zh-CN" altLang="en-US"/>
              <a:t>公司资讯、交易统计、基本资料、分红融资、重大事项、股本股东、公司财务、经营分析</a:t>
            </a:r>
            <a:r>
              <a:rPr lang="zh-CN" altLang="en-US">
                <a:sym typeface="+mn-ea"/>
              </a:rPr>
              <a:t>等</a:t>
            </a:r>
            <a:endParaRPr lang="zh-CN" altLang="en-US"/>
          </a:p>
          <a:p>
            <a:endParaRPr lang="zh-CN" altLang="en-US"/>
          </a:p>
        </p:txBody>
      </p:sp>
      <p:sp>
        <p:nvSpPr>
          <p:cNvPr id="10" name="标题 9"/>
          <p:cNvSpPr>
            <a:spLocks noGrp="1"/>
          </p:cNvSpPr>
          <p:nvPr>
            <p:ph type="title"/>
          </p:nvPr>
        </p:nvSpPr>
        <p:spPr/>
        <p:txBody>
          <a:bodyPr vert="horz" rtlCol="0">
            <a:normAutofit fontScale="90000"/>
          </a:bodyPr>
          <a:lstStyle/>
          <a:p>
            <a:pPr lvl="0" algn="l">
              <a:buClrTx/>
              <a:buSzTx/>
              <a:buFontTx/>
            </a:pPr>
            <a:r>
              <a:rPr lang="en-US" altLang="zh-CN" sz="2800" b="1" dirty="0">
                <a:solidFill>
                  <a:srgbClr val="9A0000"/>
                </a:solidFill>
                <a:latin typeface="微软雅黑" panose="020B0503020204020204" charset="-122"/>
                <a:ea typeface="微软雅黑" panose="020B0503020204020204" charset="-122"/>
                <a:sym typeface="+mn-ea"/>
              </a:rPr>
              <a:t>3-6 专题数据-</a:t>
            </a:r>
            <a:r>
              <a:rPr lang="zh-CN" altLang="en-US" sz="2800" b="1" dirty="0">
                <a:solidFill>
                  <a:srgbClr val="9A0000"/>
                </a:solidFill>
                <a:latin typeface="微软雅黑" panose="020B0503020204020204" charset="-122"/>
                <a:ea typeface="微软雅黑" panose="020B0503020204020204" charset="-122"/>
                <a:sym typeface="+mn-ea"/>
              </a:rPr>
              <a:t>专题概览</a:t>
            </a:r>
          </a:p>
        </p:txBody>
      </p:sp>
    </p:spTree>
    <p:extLst>
      <p:ext uri="{BB962C8B-B14F-4D97-AF65-F5344CB8AC3E}">
        <p14:creationId xmlns:p14="http://schemas.microsoft.com/office/powerpoint/2010/main" val="21476244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3-6 </a:t>
            </a:r>
            <a:r>
              <a:rPr lang="zh-CN" altLang="en-US" dirty="0">
                <a:sym typeface="+mn-ea"/>
              </a:rPr>
              <a:t>专题数据</a:t>
            </a:r>
            <a:r>
              <a:rPr lang="en-US" altLang="zh-CN" dirty="0">
                <a:sym typeface="+mn-ea"/>
              </a:rPr>
              <a:t>-</a:t>
            </a:r>
            <a:r>
              <a:rPr lang="zh-CN" altLang="en-US" dirty="0">
                <a:sym typeface="+mn-ea"/>
              </a:rPr>
              <a:t>专题分类</a:t>
            </a:r>
            <a:br>
              <a:rPr lang="zh-CN" altLang="en-US" dirty="0"/>
            </a:br>
            <a:endParaRPr lang="zh-CN" altLang="en-US" dirty="0"/>
          </a:p>
        </p:txBody>
      </p:sp>
      <p:graphicFrame>
        <p:nvGraphicFramePr>
          <p:cNvPr id="5" name="表格 4"/>
          <p:cNvGraphicFramePr/>
          <p:nvPr>
            <p:custDataLst>
              <p:tags r:id="rId1"/>
            </p:custDataLst>
          </p:nvPr>
        </p:nvGraphicFramePr>
        <p:xfrm>
          <a:off x="862965" y="1279525"/>
          <a:ext cx="9569450" cy="4086225"/>
        </p:xfrm>
        <a:graphic>
          <a:graphicData uri="http://schemas.openxmlformats.org/drawingml/2006/table">
            <a:tbl>
              <a:tblPr firstRow="1" bandRow="1">
                <a:tableStyleId>{FE390E3B-07F9-4287-85F6-043BC38537D0}</a:tableStyleId>
              </a:tblPr>
              <a:tblGrid>
                <a:gridCol w="1324610">
                  <a:extLst>
                    <a:ext uri="{9D8B030D-6E8A-4147-A177-3AD203B41FA5}">
                      <a16:colId xmlns:a16="http://schemas.microsoft.com/office/drawing/2014/main" val="20000"/>
                    </a:ext>
                  </a:extLst>
                </a:gridCol>
                <a:gridCol w="8244840">
                  <a:extLst>
                    <a:ext uri="{9D8B030D-6E8A-4147-A177-3AD203B41FA5}">
                      <a16:colId xmlns:a16="http://schemas.microsoft.com/office/drawing/2014/main" val="20001"/>
                    </a:ext>
                  </a:extLst>
                </a:gridCol>
              </a:tblGrid>
              <a:tr h="371475">
                <a:tc>
                  <a:txBody>
                    <a:bodyPr/>
                    <a:lstStyle/>
                    <a:p>
                      <a:pPr>
                        <a:buNone/>
                      </a:pPr>
                      <a:r>
                        <a:rPr lang="zh-CN" sz="1600" dirty="0"/>
                        <a:t>专题分类</a:t>
                      </a:r>
                    </a:p>
                  </a:txBody>
                  <a:tcPr>
                    <a:solidFill>
                      <a:srgbClr val="E7BDB9">
                        <a:alpha val="100000"/>
                      </a:srgbClr>
                    </a:solidFill>
                  </a:tcPr>
                </a:tc>
                <a:tc>
                  <a:txBody>
                    <a:bodyPr/>
                    <a:lstStyle/>
                    <a:p>
                      <a:pPr>
                        <a:buNone/>
                      </a:pPr>
                      <a:r>
                        <a:rPr lang="zh-CN" sz="1600"/>
                        <a:t>功能栏目</a:t>
                      </a:r>
                    </a:p>
                  </a:txBody>
                  <a:tcPr>
                    <a:solidFill>
                      <a:srgbClr val="E7BDB9">
                        <a:alpha val="100000"/>
                      </a:srgbClr>
                    </a:solidFill>
                  </a:tcPr>
                </a:tc>
                <a:extLst>
                  <a:ext uri="{0D108BD9-81ED-4DB2-BD59-A6C34878D82A}">
                    <a16:rowId xmlns:a16="http://schemas.microsoft.com/office/drawing/2014/main" val="10000"/>
                  </a:ext>
                </a:extLst>
              </a:tr>
              <a:tr h="371475">
                <a:tc>
                  <a:txBody>
                    <a:bodyPr/>
                    <a:lstStyle/>
                    <a:p>
                      <a:pPr indent="0">
                        <a:buNone/>
                      </a:pPr>
                      <a:r>
                        <a:rPr lang="en-US" altLang="zh-CN" sz="1600"/>
                        <a:t>A</a:t>
                      </a:r>
                      <a:r>
                        <a:rPr lang="zh-CN" altLang="en-US" sz="1600"/>
                        <a:t>股专题</a:t>
                      </a:r>
                    </a:p>
                  </a:txBody>
                  <a:tcPr marL="12700" marR="12700" marT="12700" anchor="ctr"/>
                </a:tc>
                <a:tc>
                  <a:txBody>
                    <a:bodyPr/>
                    <a:lstStyle/>
                    <a:p>
                      <a:pPr indent="0">
                        <a:buNone/>
                      </a:pPr>
                      <a:r>
                        <a:rPr lang="zh-CN" sz="1600"/>
                        <a:t>基本信息、市场统计、估值表现、交易提示、融资融券、财务数据、分红融资、盈利预测、机构持股、机构调研、沪深港通、沪深指数</a:t>
                      </a:r>
                    </a:p>
                  </a:txBody>
                  <a:tcPr marL="12700" marR="12700" marT="12700" anchor="ctr"/>
                </a:tc>
                <a:extLst>
                  <a:ext uri="{0D108BD9-81ED-4DB2-BD59-A6C34878D82A}">
                    <a16:rowId xmlns:a16="http://schemas.microsoft.com/office/drawing/2014/main" val="10001"/>
                  </a:ext>
                </a:extLst>
              </a:tr>
              <a:tr h="371475">
                <a:tc>
                  <a:txBody>
                    <a:bodyPr/>
                    <a:lstStyle/>
                    <a:p>
                      <a:pPr indent="0">
                        <a:buNone/>
                      </a:pPr>
                      <a:r>
                        <a:rPr lang="zh-CN" altLang="en-US" sz="1600"/>
                        <a:t>港股专题</a:t>
                      </a:r>
                    </a:p>
                  </a:txBody>
                  <a:tcPr marL="12700" marR="12700" marT="12700" anchor="ctr"/>
                </a:tc>
                <a:tc>
                  <a:txBody>
                    <a:bodyPr/>
                    <a:lstStyle/>
                    <a:p>
                      <a:pPr indent="0">
                        <a:buNone/>
                      </a:pPr>
                      <a:r>
                        <a:rPr lang="zh-CN" sz="1600"/>
                        <a:t>分红融资、基本信息、证券交易、备查资料、交易所统计、权证统计</a:t>
                      </a:r>
                    </a:p>
                  </a:txBody>
                  <a:tcPr marL="12700" marR="12700" marT="12700" anchor="ctr"/>
                </a:tc>
                <a:extLst>
                  <a:ext uri="{0D108BD9-81ED-4DB2-BD59-A6C34878D82A}">
                    <a16:rowId xmlns:a16="http://schemas.microsoft.com/office/drawing/2014/main" val="10002"/>
                  </a:ext>
                </a:extLst>
              </a:tr>
              <a:tr h="393700">
                <a:tc>
                  <a:txBody>
                    <a:bodyPr/>
                    <a:lstStyle/>
                    <a:p>
                      <a:pPr indent="0">
                        <a:buNone/>
                      </a:pPr>
                      <a:r>
                        <a:rPr lang="zh-CN" sz="1600"/>
                        <a:t>美股专题</a:t>
                      </a:r>
                      <a:endParaRPr lang="zh-CN" altLang="en-US" sz="1600"/>
                    </a:p>
                  </a:txBody>
                  <a:tcPr marL="12700" marR="12700" marT="12700" anchor="ctr"/>
                </a:tc>
                <a:tc>
                  <a:txBody>
                    <a:bodyPr/>
                    <a:lstStyle/>
                    <a:p>
                      <a:pPr indent="0">
                        <a:buNone/>
                      </a:pPr>
                      <a:r>
                        <a:rPr lang="zh-CN" sz="1600"/>
                        <a:t>基本资料、公司研究、公司财务、股票发行、市场纵览、中概股</a:t>
                      </a:r>
                    </a:p>
                  </a:txBody>
                  <a:tcPr marL="12700" marR="12700" marT="12700" anchor="ctr"/>
                </a:tc>
                <a:extLst>
                  <a:ext uri="{0D108BD9-81ED-4DB2-BD59-A6C34878D82A}">
                    <a16:rowId xmlns:a16="http://schemas.microsoft.com/office/drawing/2014/main" val="10003"/>
                  </a:ext>
                </a:extLst>
              </a:tr>
              <a:tr h="371475">
                <a:tc>
                  <a:txBody>
                    <a:bodyPr/>
                    <a:lstStyle/>
                    <a:p>
                      <a:pPr indent="0">
                        <a:buNone/>
                      </a:pPr>
                      <a:r>
                        <a:rPr lang="zh-CN" altLang="en-US" sz="1600"/>
                        <a:t>德股专题</a:t>
                      </a:r>
                    </a:p>
                  </a:txBody>
                  <a:tcPr marL="12700" marR="12700" marT="12700" anchor="ctr"/>
                </a:tc>
                <a:tc>
                  <a:txBody>
                    <a:bodyPr/>
                    <a:lstStyle/>
                    <a:p>
                      <a:pPr indent="0">
                        <a:buNone/>
                      </a:pPr>
                      <a:r>
                        <a:rPr lang="zh-CN" sz="1600" dirty="0"/>
                        <a:t>基本资料、资产负债表、利润表、每股指标、盈利能力、偿债能力、其他财务指标</a:t>
                      </a:r>
                    </a:p>
                  </a:txBody>
                  <a:tcPr marL="12700" marR="12700" marT="12700" anchor="ctr"/>
                </a:tc>
                <a:extLst>
                  <a:ext uri="{0D108BD9-81ED-4DB2-BD59-A6C34878D82A}">
                    <a16:rowId xmlns:a16="http://schemas.microsoft.com/office/drawing/2014/main" val="10004"/>
                  </a:ext>
                </a:extLst>
              </a:tr>
              <a:tr h="371475">
                <a:tc>
                  <a:txBody>
                    <a:bodyPr/>
                    <a:lstStyle/>
                    <a:p>
                      <a:pPr indent="0">
                        <a:buNone/>
                      </a:pPr>
                      <a:r>
                        <a:rPr lang="zh-CN" altLang="en-US" sz="1600"/>
                        <a:t>债券专题</a:t>
                      </a:r>
                    </a:p>
                  </a:txBody>
                  <a:tcPr marL="12700" marR="12700" marT="12700" anchor="ctr"/>
                </a:tc>
                <a:tc>
                  <a:txBody>
                    <a:bodyPr/>
                    <a:lstStyle/>
                    <a:p>
                      <a:pPr indent="0">
                        <a:buNone/>
                      </a:pPr>
                      <a:r>
                        <a:rPr lang="zh-CN" sz="1600"/>
                        <a:t>市场概况、信用债研究、可转债研究、一级市场、央行动态、城投债研究</a:t>
                      </a:r>
                    </a:p>
                  </a:txBody>
                  <a:tcPr marL="12700" marR="12700" marT="12700" anchor="ctr"/>
                </a:tc>
                <a:extLst>
                  <a:ext uri="{0D108BD9-81ED-4DB2-BD59-A6C34878D82A}">
                    <a16:rowId xmlns:a16="http://schemas.microsoft.com/office/drawing/2014/main" val="10005"/>
                  </a:ext>
                </a:extLst>
              </a:tr>
              <a:tr h="371475">
                <a:tc>
                  <a:txBody>
                    <a:bodyPr/>
                    <a:lstStyle/>
                    <a:p>
                      <a:pPr indent="0">
                        <a:buNone/>
                      </a:pPr>
                      <a:r>
                        <a:rPr lang="zh-CN" altLang="en-US" sz="1600"/>
                        <a:t>基金专题</a:t>
                      </a:r>
                    </a:p>
                  </a:txBody>
                  <a:tcPr marL="12700" marR="12700" marT="12700" anchor="ctr"/>
                </a:tc>
                <a:tc>
                  <a:txBody>
                    <a:bodyPr/>
                    <a:lstStyle/>
                    <a:p>
                      <a:pPr indent="0">
                        <a:buNone/>
                      </a:pPr>
                      <a:r>
                        <a:rPr lang="zh-CN" sz="1600"/>
                        <a:t>基金概况、基金配置、基金表现、基金经理、基金公司、ETF专题、FOF专题、主题基金、REITs基金</a:t>
                      </a:r>
                    </a:p>
                  </a:txBody>
                  <a:tcPr marL="12700" marR="12700" marT="12700" anchor="ctr"/>
                </a:tc>
                <a:extLst>
                  <a:ext uri="{0D108BD9-81ED-4DB2-BD59-A6C34878D82A}">
                    <a16:rowId xmlns:a16="http://schemas.microsoft.com/office/drawing/2014/main" val="10006"/>
                  </a:ext>
                </a:extLst>
              </a:tr>
              <a:tr h="371475">
                <a:tc>
                  <a:txBody>
                    <a:bodyPr/>
                    <a:lstStyle/>
                    <a:p>
                      <a:pPr indent="0">
                        <a:buNone/>
                      </a:pPr>
                      <a:r>
                        <a:rPr lang="zh-CN" sz="1600"/>
                        <a:t>期货专题</a:t>
                      </a:r>
                      <a:endParaRPr lang="zh-CN" altLang="en-US" sz="1600"/>
                    </a:p>
                  </a:txBody>
                  <a:tcPr marL="12700" marR="12700" marT="12700" anchor="ctr"/>
                </a:tc>
                <a:tc>
                  <a:txBody>
                    <a:bodyPr/>
                    <a:lstStyle/>
                    <a:p>
                      <a:pPr indent="0">
                        <a:buNone/>
                      </a:pPr>
                      <a:r>
                        <a:rPr lang="zh-CN" sz="1600"/>
                        <a:t>商品期货、股指期货、国债期货、期货公司、大宗商品、期货期权、个股期权</a:t>
                      </a:r>
                      <a:endParaRPr lang="zh-CN" altLang="en-US" sz="1600"/>
                    </a:p>
                  </a:txBody>
                  <a:tcPr marL="12700" marR="12700" marT="12700" anchor="ctr"/>
                </a:tc>
                <a:extLst>
                  <a:ext uri="{0D108BD9-81ED-4DB2-BD59-A6C34878D82A}">
                    <a16:rowId xmlns:a16="http://schemas.microsoft.com/office/drawing/2014/main" val="10007"/>
                  </a:ext>
                </a:extLst>
              </a:tr>
              <a:tr h="371475">
                <a:tc>
                  <a:txBody>
                    <a:bodyPr/>
                    <a:lstStyle/>
                    <a:p>
                      <a:pPr indent="0">
                        <a:buNone/>
                      </a:pPr>
                      <a:r>
                        <a:rPr lang="zh-CN" altLang="en-US" sz="1600"/>
                        <a:t>行业专题</a:t>
                      </a:r>
                    </a:p>
                  </a:txBody>
                  <a:tcPr marL="12700" marR="12700" marT="12700" anchor="ctr"/>
                </a:tc>
                <a:tc>
                  <a:txBody>
                    <a:bodyPr/>
                    <a:lstStyle/>
                    <a:p>
                      <a:pPr indent="0">
                        <a:buNone/>
                      </a:pPr>
                      <a:r>
                        <a:rPr lang="zh-CN" altLang="en-US" sz="1600"/>
                        <a:t>行业数据、行业价格、行业品类投研</a:t>
                      </a:r>
                    </a:p>
                  </a:txBody>
                  <a:tcPr marL="12700" marR="12700" marT="12700" anchor="ctr"/>
                </a:tc>
                <a:extLst>
                  <a:ext uri="{0D108BD9-81ED-4DB2-BD59-A6C34878D82A}">
                    <a16:rowId xmlns:a16="http://schemas.microsoft.com/office/drawing/2014/main" val="10008"/>
                  </a:ext>
                </a:extLst>
              </a:tr>
              <a:tr h="371475">
                <a:tc>
                  <a:txBody>
                    <a:bodyPr/>
                    <a:lstStyle/>
                    <a:p>
                      <a:pPr indent="0">
                        <a:buNone/>
                      </a:pPr>
                      <a:r>
                        <a:rPr lang="zh-CN" altLang="en-US" sz="1600"/>
                        <a:t>宏观专题</a:t>
                      </a:r>
                    </a:p>
                  </a:txBody>
                  <a:tcPr marL="12700" marR="12700" marT="12700" anchor="ctr"/>
                </a:tc>
                <a:tc>
                  <a:txBody>
                    <a:bodyPr/>
                    <a:lstStyle/>
                    <a:p>
                      <a:pPr indent="0">
                        <a:buNone/>
                      </a:pPr>
                      <a:r>
                        <a:rPr lang="zh-CN" sz="1600" dirty="0"/>
                        <a:t>中国宏观数据、中国宏观分析</a:t>
                      </a:r>
                      <a:r>
                        <a:rPr lang="en-US" altLang="zh-CN" sz="1600" dirty="0"/>
                        <a:t>‘</a:t>
                      </a:r>
                      <a:r>
                        <a:rPr lang="zh-CN" sz="1600" dirty="0"/>
                        <a:t>全球宏观</a:t>
                      </a:r>
                    </a:p>
                  </a:txBody>
                  <a:tcPr marL="12700" marR="12700" marT="1270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025387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180" y="354965"/>
            <a:ext cx="7139940" cy="460375"/>
          </a:xfrm>
        </p:spPr>
        <p:txBody>
          <a:bodyPr>
            <a:normAutofit/>
          </a:bodyPr>
          <a:lstStyle/>
          <a:p>
            <a:r>
              <a:rPr lang="en-US" altLang="zh-CN" sz="2400" b="1" dirty="0">
                <a:solidFill>
                  <a:srgbClr val="9A0000"/>
                </a:solidFill>
                <a:latin typeface="微软雅黑" panose="020B0503020204020204" charset="-122"/>
                <a:ea typeface="微软雅黑" panose="020B0503020204020204" charset="-122"/>
                <a:sym typeface="+mn-ea"/>
              </a:rPr>
              <a:t>3-6 专题数据-</a:t>
            </a:r>
            <a:r>
              <a:rPr lang="zh-CN" altLang="en-US" sz="2400" b="1" dirty="0">
                <a:solidFill>
                  <a:srgbClr val="9A0000"/>
                </a:solidFill>
                <a:latin typeface="微软雅黑" panose="020B0503020204020204" charset="-122"/>
                <a:ea typeface="微软雅黑" panose="020B0503020204020204" charset="-122"/>
                <a:sym typeface="+mn-ea"/>
              </a:rPr>
              <a:t>专题特色</a:t>
            </a:r>
            <a:endParaRPr lang="zh-CN" altLang="en-US" sz="2400" dirty="0">
              <a:latin typeface="微软雅黑" panose="020B0503020204020204" charset="-122"/>
              <a:ea typeface="微软雅黑" panose="020B0503020204020204" charset="-122"/>
              <a:cs typeface="微软雅黑" panose="020B0503020204020204" charset="-122"/>
            </a:endParaRPr>
          </a:p>
        </p:txBody>
      </p:sp>
      <p:graphicFrame>
        <p:nvGraphicFramePr>
          <p:cNvPr id="14" name="内容占位符 13"/>
          <p:cNvGraphicFramePr>
            <a:graphicFrameLocks noGrp="1"/>
          </p:cNvGraphicFramePr>
          <p:nvPr>
            <p:ph idx="1"/>
            <p:custDataLst>
              <p:tags r:id="rId1"/>
            </p:custDataLst>
          </p:nvPr>
        </p:nvGraphicFramePr>
        <p:xfrm>
          <a:off x="542925" y="1151255"/>
          <a:ext cx="10781003" cy="4659503"/>
        </p:xfrm>
        <a:graphic>
          <a:graphicData uri="http://schemas.openxmlformats.org/drawingml/2006/table">
            <a:tbl>
              <a:tblPr firstRow="1" bandRow="1">
                <a:tableStyleId>{5940675A-B579-460E-94D1-54222C63F5DA}</a:tableStyleId>
              </a:tblPr>
              <a:tblGrid>
                <a:gridCol w="769620">
                  <a:extLst>
                    <a:ext uri="{9D8B030D-6E8A-4147-A177-3AD203B41FA5}">
                      <a16:colId xmlns:a16="http://schemas.microsoft.com/office/drawing/2014/main" val="20000"/>
                    </a:ext>
                  </a:extLst>
                </a:gridCol>
                <a:gridCol w="534062">
                  <a:extLst>
                    <a:ext uri="{9D8B030D-6E8A-4147-A177-3AD203B41FA5}">
                      <a16:colId xmlns:a16="http://schemas.microsoft.com/office/drawing/2014/main" val="20001"/>
                    </a:ext>
                  </a:extLst>
                </a:gridCol>
                <a:gridCol w="4098925">
                  <a:extLst>
                    <a:ext uri="{9D8B030D-6E8A-4147-A177-3AD203B41FA5}">
                      <a16:colId xmlns:a16="http://schemas.microsoft.com/office/drawing/2014/main" val="20002"/>
                    </a:ext>
                  </a:extLst>
                </a:gridCol>
                <a:gridCol w="556260">
                  <a:extLst>
                    <a:ext uri="{9D8B030D-6E8A-4147-A177-3AD203B41FA5}">
                      <a16:colId xmlns:a16="http://schemas.microsoft.com/office/drawing/2014/main" val="20003"/>
                    </a:ext>
                  </a:extLst>
                </a:gridCol>
                <a:gridCol w="4822136">
                  <a:extLst>
                    <a:ext uri="{9D8B030D-6E8A-4147-A177-3AD203B41FA5}">
                      <a16:colId xmlns:a16="http://schemas.microsoft.com/office/drawing/2014/main" val="20004"/>
                    </a:ext>
                  </a:extLst>
                </a:gridCol>
              </a:tblGrid>
              <a:tr h="378460">
                <a:tc>
                  <a:txBody>
                    <a:bodyPr/>
                    <a:lstStyle/>
                    <a:p>
                      <a:pPr indent="0" algn="l">
                        <a:lnSpc>
                          <a:spcPct val="150000"/>
                        </a:lnSpc>
                        <a:buNone/>
                      </a:pPr>
                      <a:r>
                        <a:rPr lang="zh-CN" altLang="en-US" sz="1400" b="1">
                          <a:latin typeface="微软雅黑" panose="020B0503020204020204" charset="-122"/>
                          <a:ea typeface="微软雅黑" panose="020B0503020204020204" charset="-122"/>
                        </a:rPr>
                        <a:t>专题品种</a:t>
                      </a:r>
                    </a:p>
                  </a:txBody>
                  <a:tcPr marL="12700" marR="12700" marT="12700" anchor="ctr">
                    <a:solidFill>
                      <a:srgbClr val="E7BDB9">
                        <a:alpha val="100000"/>
                      </a:srgbClr>
                    </a:solidFill>
                  </a:tcPr>
                </a:tc>
                <a:tc gridSpan="2">
                  <a:txBody>
                    <a:bodyPr/>
                    <a:lstStyle/>
                    <a:p>
                      <a:pPr indent="0" algn="l">
                        <a:lnSpc>
                          <a:spcPct val="150000"/>
                        </a:lnSpc>
                        <a:buNone/>
                      </a:pPr>
                      <a:r>
                        <a:rPr lang="zh-CN" altLang="en-US" sz="1400" b="1">
                          <a:latin typeface="微软雅黑" panose="020B0503020204020204" charset="-122"/>
                          <a:ea typeface="微软雅黑" panose="020B0503020204020204" charset="-122"/>
                        </a:rPr>
                        <a:t>特色功能</a:t>
                      </a:r>
                      <a:r>
                        <a:rPr lang="en-US" altLang="zh-CN" sz="1400" b="1">
                          <a:latin typeface="微软雅黑" panose="020B0503020204020204" charset="-122"/>
                          <a:ea typeface="微软雅黑" panose="020B0503020204020204" charset="-122"/>
                        </a:rPr>
                        <a:t>(</a:t>
                      </a:r>
                      <a:r>
                        <a:rPr lang="zh-CN" altLang="en-US" sz="1400" b="1">
                          <a:latin typeface="微软雅黑" panose="020B0503020204020204" charset="-122"/>
                          <a:ea typeface="微软雅黑" panose="020B0503020204020204" charset="-122"/>
                        </a:rPr>
                        <a:t>对比某得</a:t>
                      </a:r>
                      <a:r>
                        <a:rPr lang="en-US" altLang="zh-CN" sz="1400" b="1">
                          <a:latin typeface="微软雅黑" panose="020B0503020204020204" charset="-122"/>
                          <a:ea typeface="微软雅黑" panose="020B0503020204020204" charset="-122"/>
                        </a:rPr>
                        <a:t>)</a:t>
                      </a:r>
                      <a:endParaRPr lang="zh-CN" altLang="en-US" sz="1400" b="1">
                        <a:latin typeface="微软雅黑" panose="020B0503020204020204" charset="-122"/>
                        <a:ea typeface="微软雅黑" panose="020B0503020204020204" charset="-122"/>
                      </a:endParaRPr>
                    </a:p>
                  </a:txBody>
                  <a:tcPr marL="12700" marR="12700" marT="12700" anchor="ctr">
                    <a:solidFill>
                      <a:srgbClr val="E7BDB9">
                        <a:alpha val="100000"/>
                      </a:srgbClr>
                    </a:solidFill>
                  </a:tcPr>
                </a:tc>
                <a:tc hMerge="1">
                  <a:txBody>
                    <a:bodyPr/>
                    <a:lstStyle/>
                    <a:p>
                      <a:endParaRPr lang="zh-CN"/>
                    </a:p>
                  </a:txBody>
                  <a:tcPr marL="12700" marR="12700" marT="12700" anchor="ctr">
                    <a:solidFill>
                      <a:srgbClr val="E7BDB9">
                        <a:alpha val="100000"/>
                      </a:srgbClr>
                    </a:solidFill>
                  </a:tcPr>
                </a:tc>
                <a:tc gridSpan="2">
                  <a:txBody>
                    <a:bodyPr/>
                    <a:lstStyle/>
                    <a:p>
                      <a:pPr indent="0" algn="l">
                        <a:lnSpc>
                          <a:spcPct val="150000"/>
                        </a:lnSpc>
                        <a:buNone/>
                      </a:pPr>
                      <a:r>
                        <a:rPr lang="zh-CN" altLang="en-US" sz="1400" b="1">
                          <a:latin typeface="微软雅黑" panose="020B0503020204020204" charset="-122"/>
                          <a:ea typeface="微软雅黑" panose="020B0503020204020204" charset="-122"/>
                          <a:sym typeface="+mn-ea"/>
                        </a:rPr>
                        <a:t>特色功能</a:t>
                      </a:r>
                      <a:r>
                        <a:rPr lang="en-US" altLang="zh-CN" sz="1400" b="1">
                          <a:latin typeface="微软雅黑" panose="020B0503020204020204" charset="-122"/>
                          <a:ea typeface="微软雅黑" panose="020B0503020204020204" charset="-122"/>
                          <a:sym typeface="+mn-ea"/>
                        </a:rPr>
                        <a:t>(</a:t>
                      </a:r>
                      <a:r>
                        <a:rPr lang="zh-CN" altLang="en-US" sz="1400" b="1">
                          <a:latin typeface="微软雅黑" panose="020B0503020204020204" charset="-122"/>
                          <a:ea typeface="微软雅黑" panose="020B0503020204020204" charset="-122"/>
                          <a:sym typeface="+mn-ea"/>
                        </a:rPr>
                        <a:t>对比某财</a:t>
                      </a:r>
                      <a:r>
                        <a:rPr lang="en-US" altLang="zh-CN" sz="1400" b="1">
                          <a:latin typeface="微软雅黑" panose="020B0503020204020204" charset="-122"/>
                          <a:ea typeface="微软雅黑" panose="020B0503020204020204" charset="-122"/>
                          <a:sym typeface="+mn-ea"/>
                        </a:rPr>
                        <a:t>)</a:t>
                      </a:r>
                      <a:endParaRPr lang="zh-CN" altLang="en-US" sz="1400" b="1">
                        <a:latin typeface="微软雅黑" panose="020B0503020204020204" charset="-122"/>
                        <a:ea typeface="微软雅黑" panose="020B0503020204020204" charset="-122"/>
                      </a:endParaRPr>
                    </a:p>
                  </a:txBody>
                  <a:tcPr marL="12700" marR="12700" marT="12700" anchor="ctr">
                    <a:solidFill>
                      <a:srgbClr val="E7BDB9">
                        <a:alpha val="100000"/>
                      </a:srgbClr>
                    </a:solidFill>
                  </a:tcPr>
                </a:tc>
                <a:tc hMerge="1">
                  <a:txBody>
                    <a:bodyPr/>
                    <a:lstStyle/>
                    <a:p>
                      <a:endParaRPr lang="zh-CN"/>
                    </a:p>
                  </a:txBody>
                  <a:tcPr marL="12700" marR="12700" marT="12700" anchor="ctr">
                    <a:solidFill>
                      <a:srgbClr val="E7BDB9">
                        <a:alpha val="100000"/>
                      </a:srgbClr>
                    </a:solidFill>
                  </a:tcPr>
                </a:tc>
                <a:extLst>
                  <a:ext uri="{0D108BD9-81ED-4DB2-BD59-A6C34878D82A}">
                    <a16:rowId xmlns:a16="http://schemas.microsoft.com/office/drawing/2014/main" val="10000"/>
                  </a:ext>
                </a:extLst>
              </a:tr>
              <a:tr h="6985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股票专题</a:t>
                      </a:r>
                    </a:p>
                  </a:txBody>
                  <a:tcPr marL="12700" marR="12700" marT="12700" anchor="ctr"/>
                </a:tc>
                <a:tc>
                  <a:txBody>
                    <a:bodyPr/>
                    <a:lstStyle/>
                    <a:p>
                      <a:pPr indent="0" algn="l">
                        <a:lnSpc>
                          <a:spcPct val="150000"/>
                        </a:lnSpc>
                        <a:buNone/>
                      </a:pPr>
                      <a:r>
                        <a:rPr lang="zh-CN" altLang="en-US" sz="1400">
                          <a:sym typeface="+mn-ea"/>
                        </a:rPr>
                        <a:t>80个</a:t>
                      </a: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最新/持股/离职高管信息、专利情况、资金流向按地区统计、限售解禁等分类统计(按市场、行业、原因等)、AB/AH比价、增减持条件筛选、并购重组、市场监管、承销商承销统计、机构持股增减仓/新进/不变数据、中证指数估值等功能</a:t>
                      </a:r>
                    </a:p>
                  </a:txBody>
                  <a:tcPr marL="12700" marR="12700" marT="12700" anchor="ctr"/>
                </a:tc>
                <a:tc>
                  <a:txBody>
                    <a:bodyPr/>
                    <a:lstStyle/>
                    <a:p>
                      <a:pPr indent="0" algn="l">
                        <a:lnSpc>
                          <a:spcPct val="150000"/>
                        </a:lnSpc>
                        <a:buNone/>
                      </a:pPr>
                      <a:r>
                        <a:rPr lang="en-US" altLang="zh-CN" sz="1400">
                          <a:latin typeface="微软雅黑" panose="020B0503020204020204" charset="-122"/>
                          <a:ea typeface="微软雅黑" panose="020B0503020204020204" charset="-122"/>
                          <a:cs typeface="微软雅黑" panose="020B0503020204020204" charset="-122"/>
                        </a:rPr>
                        <a:t>90</a:t>
                      </a:r>
                      <a:r>
                        <a:rPr lang="zh-CN" altLang="en-US" sz="1400">
                          <a:latin typeface="微软雅黑" panose="020B0503020204020204" charset="-122"/>
                          <a:ea typeface="微软雅黑" panose="020B0503020204020204" charset="-122"/>
                          <a:cs typeface="微软雅黑" panose="020B0503020204020204" charset="-122"/>
                        </a:rPr>
                        <a:t>个</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全球行业透视、国家队持股、外资持股、A股市场基本面速览、交易事件(按市场、按行业等)、增减持条件筛选、融资余额连续增/减数据、市场监管、保险/银行/信托专项数据、机构持股增减仓/新进/不变数据、沪深300指数预测与估值等</a:t>
                      </a:r>
                    </a:p>
                  </a:txBody>
                  <a:tcPr marL="12700" marR="12700" marT="12700" anchor="ctr"/>
                </a:tc>
                <a:extLst>
                  <a:ext uri="{0D108BD9-81ED-4DB2-BD59-A6C34878D82A}">
                    <a16:rowId xmlns:a16="http://schemas.microsoft.com/office/drawing/2014/main" val="10001"/>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港股专题</a:t>
                      </a:r>
                    </a:p>
                  </a:txBody>
                  <a:tcPr marL="12700" marR="12700" marT="12700" anchor="ctr"/>
                </a:tc>
                <a:tc>
                  <a:txBody>
                    <a:bodyPr/>
                    <a:lstStyle/>
                    <a:p>
                      <a:pPr indent="0" algn="l">
                        <a:lnSpc>
                          <a:spcPct val="150000"/>
                        </a:lnSpc>
                        <a:buNone/>
                      </a:pPr>
                      <a:r>
                        <a:rPr lang="zh-CN" altLang="en-US" sz="1400">
                          <a:sym typeface="+mn-ea"/>
                        </a:rPr>
                        <a:t>7个</a:t>
                      </a: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阶段股本变动、主要股东持股、淡仓申报一览、年结日变更、转板情况、新股首发集资统计、新股上市后集资统计</a:t>
                      </a:r>
                    </a:p>
                  </a:txBody>
                  <a:tcPr marL="12700" marR="12700" marT="12700" anchor="ctr"/>
                </a:tc>
                <a:tc>
                  <a:txBody>
                    <a:bodyPr/>
                    <a:lstStyle/>
                    <a:p>
                      <a:pPr indent="0" algn="l">
                        <a:lnSpc>
                          <a:spcPct val="150000"/>
                        </a:lnSpc>
                        <a:buNone/>
                      </a:pPr>
                      <a:endParaRPr lang="en-US" altLang="zh-CN" sz="1400">
                        <a:sym typeface="+mn-ea"/>
                      </a:endParaRPr>
                    </a:p>
                    <a:p>
                      <a:pPr indent="0" algn="l">
                        <a:lnSpc>
                          <a:spcPct val="150000"/>
                        </a:lnSpc>
                        <a:buNone/>
                      </a:pPr>
                      <a:r>
                        <a:rPr lang="en-US" altLang="zh-CN" sz="1400">
                          <a:sym typeface="+mn-ea"/>
                        </a:rPr>
                        <a:t>8</a:t>
                      </a:r>
                      <a:r>
                        <a:rPr lang="zh-CN" altLang="en-US" sz="1400">
                          <a:sym typeface="+mn-ea"/>
                        </a:rPr>
                        <a:t>个</a:t>
                      </a:r>
                      <a:endParaRPr lang="zh-CN" altLang="en-US" sz="1400">
                        <a:latin typeface="微软雅黑" panose="020B0503020204020204" charset="-122"/>
                        <a:ea typeface="微软雅黑" panose="020B0503020204020204" charset="-122"/>
                        <a:cs typeface="微软雅黑" panose="020B0503020204020204" charset="-122"/>
                      </a:endParaRPr>
                    </a:p>
                    <a:p>
                      <a:pPr indent="0" algn="l">
                        <a:lnSpc>
                          <a:spcPct val="150000"/>
                        </a:lnSpc>
                        <a:buNone/>
                      </a:pP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停复牌公告、行业规模统计、行业市值变化、认股权证一览、权证价值分析、认股权证街货量明细、认股权证资金流向统计、牛熊证统计信息一览</a:t>
                      </a:r>
                    </a:p>
                  </a:txBody>
                  <a:tcPr marL="12700" marR="12700" marT="12700" anchor="ctr"/>
                </a:tc>
                <a:extLst>
                  <a:ext uri="{0D108BD9-81ED-4DB2-BD59-A6C34878D82A}">
                    <a16:rowId xmlns:a16="http://schemas.microsoft.com/office/drawing/2014/main" val="10002"/>
                  </a:ext>
                </a:extLst>
              </a:tr>
              <a:tr h="6985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美股专题</a:t>
                      </a:r>
                    </a:p>
                  </a:txBody>
                  <a:tcPr marL="12700" marR="12700" marT="12700" anchor="ctr"/>
                </a:tc>
                <a:tc>
                  <a:txBody>
                    <a:bodyPr/>
                    <a:lstStyle/>
                    <a:p>
                      <a:pPr indent="0" algn="l">
                        <a:lnSpc>
                          <a:spcPct val="150000"/>
                        </a:lnSpc>
                        <a:buNone/>
                      </a:pPr>
                      <a:r>
                        <a:rPr lang="zh-CN" altLang="en-US" sz="1400">
                          <a:sym typeface="+mn-ea"/>
                        </a:rPr>
                        <a:t>7个</a:t>
                      </a: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拆分合并、资产负债表、利润表、现金流量表、申请上市、近一年上市、撤回推迟上市</a:t>
                      </a:r>
                    </a:p>
                  </a:txBody>
                  <a:tcPr marL="12700" marR="12700" marT="12700" anchor="ctr"/>
                </a:tc>
                <a:tc>
                  <a:txBody>
                    <a:bodyPr/>
                    <a:lstStyle/>
                    <a:p>
                      <a:pPr indent="0" algn="l">
                        <a:lnSpc>
                          <a:spcPct val="150000"/>
                        </a:lnSpc>
                        <a:buNone/>
                      </a:pPr>
                      <a:r>
                        <a:rPr lang="en-US" altLang="zh-CN" sz="1400">
                          <a:latin typeface="微软雅黑" panose="020B0503020204020204" charset="-122"/>
                          <a:ea typeface="微软雅黑" panose="020B0503020204020204" charset="-122"/>
                          <a:cs typeface="微软雅黑" panose="020B0503020204020204" charset="-122"/>
                        </a:rPr>
                        <a:t>7</a:t>
                      </a:r>
                      <a:r>
                        <a:rPr lang="zh-CN" altLang="en-US" sz="1400">
                          <a:latin typeface="微软雅黑" panose="020B0503020204020204" charset="-122"/>
                          <a:ea typeface="微软雅黑" panose="020B0503020204020204" charset="-122"/>
                          <a:cs typeface="微软雅黑" panose="020B0503020204020204" charset="-122"/>
                        </a:rPr>
                        <a:t>个</a:t>
                      </a: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规模统计、高管股东持股、公司估值/更名、拆分合并、财务报表类、财务分析类、预计上市、IPO统计等</a:t>
                      </a:r>
                    </a:p>
                  </a:txBody>
                  <a:tcPr marL="12700" marR="12700" marT="12700" anchor="ctr"/>
                </a:tc>
                <a:extLst>
                  <a:ext uri="{0D108BD9-81ED-4DB2-BD59-A6C34878D82A}">
                    <a16:rowId xmlns:a16="http://schemas.microsoft.com/office/drawing/2014/main" val="10003"/>
                  </a:ext>
                </a:extLst>
              </a:tr>
              <a:tr h="381000">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新三板专题</a:t>
                      </a:r>
                    </a:p>
                  </a:txBody>
                  <a:tcPr marL="12700" marR="12700" marT="12700" anchor="ctr"/>
                </a:tc>
                <a:tc>
                  <a:txBody>
                    <a:bodyPr/>
                    <a:lstStyle/>
                    <a:p>
                      <a:pPr indent="0" algn="l">
                        <a:lnSpc>
                          <a:spcPct val="150000"/>
                        </a:lnSpc>
                        <a:buNone/>
                      </a:pPr>
                      <a:r>
                        <a:rPr lang="en-US" altLang="zh-CN" sz="1400">
                          <a:sym typeface="+mn-ea"/>
                        </a:rPr>
                        <a:t>10</a:t>
                      </a:r>
                      <a:r>
                        <a:rPr lang="zh-CN" altLang="en-US" sz="1400">
                          <a:sym typeface="+mn-ea"/>
                        </a:rPr>
                        <a:t>个</a:t>
                      </a: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大宗交易、重点指数表现、员工信息、公开发行信息、间接融资、收购/出售、对外投资、股东户数、主营业务构成、主要客户及供应商</a:t>
                      </a:r>
                    </a:p>
                  </a:txBody>
                  <a:tcPr marL="12700" marR="12700" marT="12700" anchor="ctr"/>
                </a:tc>
                <a:tc>
                  <a:txBody>
                    <a:bodyPr/>
                    <a:lstStyle/>
                    <a:p>
                      <a:pPr indent="0" algn="l">
                        <a:lnSpc>
                          <a:spcPct val="150000"/>
                        </a:lnSpc>
                        <a:buNone/>
                      </a:pPr>
                      <a:endParaRPr lang="en-US" altLang="zh-CN" sz="1400">
                        <a:sym typeface="+mn-ea"/>
                      </a:endParaRPr>
                    </a:p>
                    <a:p>
                      <a:pPr indent="0" algn="l">
                        <a:lnSpc>
                          <a:spcPct val="150000"/>
                        </a:lnSpc>
                        <a:buNone/>
                      </a:pPr>
                      <a:r>
                        <a:rPr lang="en-US" altLang="zh-CN" sz="1400">
                          <a:sym typeface="+mn-ea"/>
                        </a:rPr>
                        <a:t>12</a:t>
                      </a:r>
                      <a:r>
                        <a:rPr lang="zh-CN" altLang="en-US" sz="1400">
                          <a:sym typeface="+mn-ea"/>
                        </a:rPr>
                        <a:t>个</a:t>
                      </a:r>
                      <a:endParaRPr lang="zh-CN" altLang="en-US" sz="1400">
                        <a:latin typeface="微软雅黑" panose="020B0503020204020204" charset="-122"/>
                        <a:ea typeface="微软雅黑" panose="020B0503020204020204" charset="-122"/>
                        <a:cs typeface="微软雅黑" panose="020B0503020204020204" charset="-122"/>
                      </a:endParaRPr>
                    </a:p>
                    <a:p>
                      <a:pPr indent="0" algn="l">
                        <a:lnSpc>
                          <a:spcPct val="150000"/>
                        </a:lnSpc>
                        <a:buNone/>
                      </a:pPr>
                      <a:endParaRPr lang="zh-CN" altLang="en-US" sz="1400">
                        <a:latin typeface="微软雅黑" panose="020B0503020204020204" charset="-122"/>
                        <a:ea typeface="微软雅黑" panose="020B0503020204020204" charset="-122"/>
                        <a:cs typeface="微软雅黑" panose="020B0503020204020204" charset="-122"/>
                      </a:endParaRPr>
                    </a:p>
                  </a:txBody>
                  <a:tcPr marL="12700" marR="12700" marT="12700" anchor="ctr"/>
                </a:tc>
                <a:tc>
                  <a:txBody>
                    <a:bodyPr/>
                    <a:lstStyle/>
                    <a:p>
                      <a:pPr indent="0" algn="l">
                        <a:lnSpc>
                          <a:spcPct val="150000"/>
                        </a:lnSpc>
                        <a:buNone/>
                      </a:pPr>
                      <a:r>
                        <a:rPr lang="zh-CN" altLang="en-US" sz="1400">
                          <a:latin typeface="微软雅黑" panose="020B0503020204020204" charset="-122"/>
                          <a:ea typeface="微软雅黑" panose="020B0503020204020204" charset="-122"/>
                          <a:cs typeface="微软雅黑" panose="020B0503020204020204" charset="-122"/>
                        </a:rPr>
                        <a:t>异动交易、大宗交易、特定事项转让协议信息、员工信息、债券融资、间接融资、关联交易、收购/出售、对外担保、监管处罚、主营业务构成、主要客户及供应商</a:t>
                      </a:r>
                    </a:p>
                  </a:txBody>
                  <a:tcPr marL="12700" marR="12700" marT="127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745363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统计维度更多</a:t>
            </a:r>
          </a:p>
        </p:txBody>
      </p:sp>
      <p:sp>
        <p:nvSpPr>
          <p:cNvPr id="3" name="文本占位符 2"/>
          <p:cNvSpPr>
            <a:spLocks noGrp="1"/>
          </p:cNvSpPr>
          <p:nvPr>
            <p:ph type="body" sz="quarter" idx="12"/>
          </p:nvPr>
        </p:nvSpPr>
        <p:spPr/>
        <p:txBody>
          <a:bodyPr/>
          <a:lstStyle/>
          <a:p>
            <a:r>
              <a:rPr lang="zh-CN" altLang="en-US"/>
              <a:t>衍生数据更强</a:t>
            </a:r>
          </a:p>
        </p:txBody>
      </p:sp>
      <p:sp>
        <p:nvSpPr>
          <p:cNvPr id="4" name="文本占位符 3"/>
          <p:cNvSpPr>
            <a:spLocks noGrp="1"/>
          </p:cNvSpPr>
          <p:nvPr>
            <p:ph type="body" sz="quarter" idx="14"/>
          </p:nvPr>
        </p:nvSpPr>
        <p:spPr/>
        <p:txBody>
          <a:bodyPr/>
          <a:lstStyle/>
          <a:p>
            <a:r>
              <a:rPr lang="zh-CN" altLang="en-US"/>
              <a:t>更注重投资者需求</a:t>
            </a:r>
          </a:p>
        </p:txBody>
      </p:sp>
      <p:sp>
        <p:nvSpPr>
          <p:cNvPr id="5" name="文本占位符 4"/>
          <p:cNvSpPr>
            <a:spLocks noGrp="1"/>
          </p:cNvSpPr>
          <p:nvPr>
            <p:ph type="body" sz="quarter" idx="16"/>
          </p:nvPr>
        </p:nvSpPr>
        <p:spPr/>
        <p:txBody>
          <a:bodyPr/>
          <a:lstStyle/>
          <a:p>
            <a:r>
              <a:rPr lang="zh-CN" altLang="en-US"/>
              <a:t>页面图文并茂更灵活</a:t>
            </a:r>
          </a:p>
        </p:txBody>
      </p:sp>
      <p:sp>
        <p:nvSpPr>
          <p:cNvPr id="6" name="文本占位符 5"/>
          <p:cNvSpPr>
            <a:spLocks noGrp="1"/>
          </p:cNvSpPr>
          <p:nvPr>
            <p:ph type="body" sz="quarter" idx="18"/>
          </p:nvPr>
        </p:nvSpPr>
        <p:spPr/>
        <p:txBody>
          <a:bodyPr/>
          <a:lstStyle/>
          <a:p>
            <a:r>
              <a:rPr lang="zh-CN" altLang="en-US"/>
              <a:t>从投资者角度考虑，设计投研需要的产品。比如，增减持功能，按净增</a:t>
            </a:r>
            <a:r>
              <a:rPr lang="en-US" altLang="zh-CN"/>
              <a:t>/</a:t>
            </a:r>
            <a:r>
              <a:rPr lang="zh-CN" altLang="en-US"/>
              <a:t>减持比例最高、金额最大、次数最多、收益最高等条件筛选出股票数据，分类展示</a:t>
            </a:r>
          </a:p>
        </p:txBody>
      </p:sp>
      <p:sp>
        <p:nvSpPr>
          <p:cNvPr id="7" name="文本占位符 6"/>
          <p:cNvSpPr>
            <a:spLocks noGrp="1"/>
          </p:cNvSpPr>
          <p:nvPr>
            <p:ph type="body" sz="quarter" idx="19"/>
          </p:nvPr>
        </p:nvSpPr>
        <p:spPr/>
        <p:txBody>
          <a:bodyPr/>
          <a:lstStyle/>
          <a:p>
            <a:r>
              <a:rPr lang="zh-CN" altLang="en-US"/>
              <a:t>支持市场</a:t>
            </a:r>
            <a:r>
              <a:rPr lang="en-US" altLang="zh-CN"/>
              <a:t>/</a:t>
            </a:r>
            <a:r>
              <a:rPr lang="zh-CN" altLang="en-US"/>
              <a:t>证券选择、类型</a:t>
            </a:r>
            <a:r>
              <a:rPr lang="en-US" altLang="zh-CN"/>
              <a:t>/</a:t>
            </a:r>
            <a:r>
              <a:rPr lang="zh-CN" altLang="en-US"/>
              <a:t>日期等多种组件选择、表格联动、图表联动、多种图形切换、文本展示等</a:t>
            </a:r>
          </a:p>
        </p:txBody>
      </p:sp>
      <p:sp>
        <p:nvSpPr>
          <p:cNvPr id="8" name="文本占位符 7"/>
          <p:cNvSpPr>
            <a:spLocks noGrp="1"/>
          </p:cNvSpPr>
          <p:nvPr>
            <p:ph type="body" sz="quarter" idx="20"/>
          </p:nvPr>
        </p:nvSpPr>
        <p:spPr/>
        <p:txBody>
          <a:bodyPr/>
          <a:lstStyle/>
          <a:p>
            <a:r>
              <a:rPr lang="zh-CN" altLang="en-US"/>
              <a:t>比如机构持股数据，除了机构重仓数据，通达信还支持多类型机构的增仓、减仓、新进股和仓位不变的统计数据</a:t>
            </a:r>
          </a:p>
        </p:txBody>
      </p:sp>
      <p:sp>
        <p:nvSpPr>
          <p:cNvPr id="9" name="文本占位符 8"/>
          <p:cNvSpPr>
            <a:spLocks noGrp="1"/>
          </p:cNvSpPr>
          <p:nvPr>
            <p:ph type="body" sz="quarter" idx="21"/>
          </p:nvPr>
        </p:nvSpPr>
        <p:spPr/>
        <p:txBody>
          <a:bodyPr/>
          <a:lstStyle/>
          <a:p>
            <a:r>
              <a:rPr lang="zh-CN" altLang="en-US"/>
              <a:t>按市场、按行业、按地区、按变动原因等，对融资融券、限售解禁、交易事件等进行多维度统计</a:t>
            </a:r>
          </a:p>
        </p:txBody>
      </p:sp>
      <p:sp>
        <p:nvSpPr>
          <p:cNvPr id="10" name="标题 9"/>
          <p:cNvSpPr>
            <a:spLocks noGrp="1"/>
          </p:cNvSpPr>
          <p:nvPr>
            <p:ph type="title"/>
          </p:nvPr>
        </p:nvSpPr>
        <p:spPr/>
        <p:txBody>
          <a:bodyPr>
            <a:normAutofit/>
          </a:bodyPr>
          <a:lstStyle/>
          <a:p>
            <a:r>
              <a:rPr lang="en-US" altLang="zh-CN" sz="2400" dirty="0">
                <a:sym typeface="+mn-ea"/>
              </a:rPr>
              <a:t>3-6 专题数据-</a:t>
            </a:r>
            <a:r>
              <a:rPr lang="zh-CN" altLang="en-US" sz="2400" dirty="0">
                <a:sym typeface="+mn-ea"/>
              </a:rPr>
              <a:t>专题特色</a:t>
            </a:r>
            <a:endParaRPr lang="zh-CN" sz="2400" b="0" dirty="0">
              <a:solidFill>
                <a:srgbClr val="990000"/>
              </a:solidFill>
              <a:cs typeface="微软雅黑" panose="020B0503020204020204" charset="-122"/>
              <a:sym typeface="+mn-ea"/>
            </a:endParaRPr>
          </a:p>
        </p:txBody>
      </p:sp>
    </p:spTree>
    <p:extLst>
      <p:ext uri="{BB962C8B-B14F-4D97-AF65-F5344CB8AC3E}">
        <p14:creationId xmlns:p14="http://schemas.microsoft.com/office/powerpoint/2010/main" val="4188330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sz="2400" dirty="0">
                <a:cs typeface="微软雅黑" panose="020B0503020204020204" charset="-122"/>
                <a:sym typeface="+mn-ea"/>
              </a:rPr>
              <a:t>3-6-1 </a:t>
            </a:r>
            <a:r>
              <a:rPr sz="2400" dirty="0">
                <a:cs typeface="微软雅黑" panose="020B0503020204020204" charset="-122"/>
                <a:sym typeface="+mn-ea"/>
              </a:rPr>
              <a:t>宏观数据专题</a:t>
            </a:r>
            <a:endParaRPr lang="zh-CN" altLang="en-US" sz="2400" dirty="0">
              <a:cs typeface="微软雅黑" panose="020B0503020204020204" charset="-122"/>
            </a:endParaRPr>
          </a:p>
        </p:txBody>
      </p:sp>
      <p:sp>
        <p:nvSpPr>
          <p:cNvPr id="3" name="文本占位符 2"/>
          <p:cNvSpPr>
            <a:spLocks noGrp="1"/>
          </p:cNvSpPr>
          <p:nvPr>
            <p:ph type="body" sz="quarter" idx="12"/>
          </p:nvPr>
        </p:nvSpPr>
        <p:spPr>
          <a:xfrm>
            <a:off x="1191260" y="939800"/>
            <a:ext cx="9809480" cy="502920"/>
          </a:xfr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lvl="0" algn="ctr">
              <a:lnSpc>
                <a:spcPct val="100000"/>
              </a:lnSpc>
              <a:buClrTx/>
              <a:buSzTx/>
              <a:buFontTx/>
            </a:pPr>
            <a:r>
              <a:rPr kumimoji="0" sz="1400">
                <a:solidFill>
                  <a:srgbClr val="990000"/>
                </a:solidFill>
                <a:sym typeface="+mn-ea"/>
              </a:rPr>
              <a:t>指标速览：</a:t>
            </a:r>
            <a:r>
              <a:rPr kumimoji="0" sz="1400" b="0">
                <a:solidFill>
                  <a:srgbClr val="990000"/>
                </a:solidFill>
                <a:sym typeface="+mn-ea"/>
              </a:rPr>
              <a:t>以各经济体为专题，按照宏观指标体系分类展示类同指标的最新期指标比较及对应指标的历史指标及图表信息。</a:t>
            </a:r>
          </a:p>
        </p:txBody>
      </p:sp>
      <p:pic>
        <p:nvPicPr>
          <p:cNvPr id="5" name="内容占位符 4"/>
          <p:cNvPicPr>
            <a:picLocks noGrp="1" noChangeAspect="1"/>
          </p:cNvPicPr>
          <p:nvPr>
            <p:ph sz="quarter" idx="10"/>
          </p:nvPr>
        </p:nvPicPr>
        <p:blipFill>
          <a:blip r:embed="rId3"/>
          <a:stretch>
            <a:fillRect/>
          </a:stretch>
        </p:blipFill>
        <p:spPr>
          <a:xfrm>
            <a:off x="551319" y="1567498"/>
            <a:ext cx="10745210" cy="5022510"/>
          </a:xfrm>
          <a:prstGeom prst="rect">
            <a:avLst/>
          </a:prstGeom>
        </p:spPr>
      </p:pic>
    </p:spTree>
    <p:custDataLst>
      <p:tags r:id="rId1"/>
    </p:custDataLst>
    <p:extLst>
      <p:ext uri="{BB962C8B-B14F-4D97-AF65-F5344CB8AC3E}">
        <p14:creationId xmlns:p14="http://schemas.microsoft.com/office/powerpoint/2010/main" val="31632703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a:t>股票专题示例</a:t>
            </a:r>
          </a:p>
        </p:txBody>
      </p:sp>
      <p:sp>
        <p:nvSpPr>
          <p:cNvPr id="4" name="标题 3"/>
          <p:cNvSpPr>
            <a:spLocks noGrp="1"/>
          </p:cNvSpPr>
          <p:nvPr>
            <p:ph type="title"/>
          </p:nvPr>
        </p:nvSpPr>
        <p:spPr/>
        <p:txBody>
          <a:bodyPr>
            <a:normAutofit fontScale="90000"/>
          </a:bodyPr>
          <a:lstStyle/>
          <a:p>
            <a:r>
              <a:rPr lang="en-US" altLang="zh-CN" dirty="0">
                <a:sym typeface="+mn-ea"/>
              </a:rPr>
              <a:t>3-6-2 </a:t>
            </a:r>
            <a:r>
              <a:rPr dirty="0">
                <a:sym typeface="+mn-ea"/>
              </a:rPr>
              <a:t>股票专题</a:t>
            </a:r>
            <a:r>
              <a:rPr lang="en-US" dirty="0">
                <a:sym typeface="+mn-ea"/>
              </a:rPr>
              <a:t>-A</a:t>
            </a:r>
            <a:r>
              <a:rPr lang="zh-CN" altLang="en-US" dirty="0">
                <a:sym typeface="+mn-ea"/>
              </a:rPr>
              <a:t>股</a:t>
            </a:r>
            <a:endParaRPr lang="zh-CN" altLang="en-US" dirty="0"/>
          </a:p>
        </p:txBody>
      </p:sp>
      <p:pic>
        <p:nvPicPr>
          <p:cNvPr id="8" name="图片 7">
            <a:extLst>
              <a:ext uri="{FF2B5EF4-FFF2-40B4-BE49-F238E27FC236}">
                <a16:creationId xmlns:a16="http://schemas.microsoft.com/office/drawing/2014/main" id="{B3FC2C69-B1AB-8306-7E9B-F014C52BAFB8}"/>
              </a:ext>
            </a:extLst>
          </p:cNvPr>
          <p:cNvPicPr>
            <a:picLocks noChangeAspect="1"/>
          </p:cNvPicPr>
          <p:nvPr/>
        </p:nvPicPr>
        <p:blipFill>
          <a:blip r:embed="rId2"/>
          <a:stretch>
            <a:fillRect/>
          </a:stretch>
        </p:blipFill>
        <p:spPr>
          <a:xfrm>
            <a:off x="685449" y="981332"/>
            <a:ext cx="10621992" cy="5764644"/>
          </a:xfrm>
          <a:prstGeom prst="rect">
            <a:avLst/>
          </a:prstGeom>
        </p:spPr>
      </p:pic>
    </p:spTree>
    <p:extLst>
      <p:ext uri="{BB962C8B-B14F-4D97-AF65-F5344CB8AC3E}">
        <p14:creationId xmlns:p14="http://schemas.microsoft.com/office/powerpoint/2010/main" val="21837817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sym typeface="+mn-ea"/>
              </a:rPr>
              <a:t>3-6-2 </a:t>
            </a:r>
            <a:r>
              <a:rPr lang="zh-CN" altLang="en-US" dirty="0">
                <a:sym typeface="+mn-ea"/>
              </a:rPr>
              <a:t>股票</a:t>
            </a:r>
            <a:r>
              <a:rPr dirty="0">
                <a:sym typeface="+mn-ea"/>
              </a:rPr>
              <a:t>专题</a:t>
            </a:r>
            <a:r>
              <a:rPr lang="en-US" dirty="0">
                <a:sym typeface="+mn-ea"/>
              </a:rPr>
              <a:t>-</a:t>
            </a:r>
            <a:r>
              <a:rPr lang="zh-CN" altLang="en-US" dirty="0">
                <a:sym typeface="+mn-ea"/>
              </a:rPr>
              <a:t>港股</a:t>
            </a:r>
            <a:endParaRPr lang="zh-CN" altLang="en-US" dirty="0"/>
          </a:p>
        </p:txBody>
      </p:sp>
      <p:pic>
        <p:nvPicPr>
          <p:cNvPr id="5" name="内容占位符 4"/>
          <p:cNvPicPr>
            <a:picLocks noGrp="1" noChangeAspect="1"/>
          </p:cNvPicPr>
          <p:nvPr>
            <p:ph sz="quarter" idx="10"/>
          </p:nvPr>
        </p:nvPicPr>
        <p:blipFill>
          <a:blip r:embed="rId2"/>
          <a:stretch>
            <a:fillRect/>
          </a:stretch>
        </p:blipFill>
        <p:spPr>
          <a:xfrm>
            <a:off x="706385" y="1307130"/>
            <a:ext cx="10100181" cy="4671576"/>
          </a:xfrm>
          <a:prstGeom prst="rect">
            <a:avLst/>
          </a:prstGeom>
        </p:spPr>
      </p:pic>
    </p:spTree>
    <p:extLst>
      <p:ext uri="{BB962C8B-B14F-4D97-AF65-F5344CB8AC3E}">
        <p14:creationId xmlns:p14="http://schemas.microsoft.com/office/powerpoint/2010/main" val="32235697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a:t>美股专题示例</a:t>
            </a:r>
          </a:p>
        </p:txBody>
      </p:sp>
      <p:sp>
        <p:nvSpPr>
          <p:cNvPr id="4" name="标题 3"/>
          <p:cNvSpPr>
            <a:spLocks noGrp="1"/>
          </p:cNvSpPr>
          <p:nvPr>
            <p:ph type="title"/>
          </p:nvPr>
        </p:nvSpPr>
        <p:spPr/>
        <p:txBody>
          <a:bodyPr>
            <a:normAutofit fontScale="90000"/>
          </a:bodyPr>
          <a:lstStyle/>
          <a:p>
            <a:r>
              <a:rPr lang="en-US" altLang="zh-CN" dirty="0">
                <a:sym typeface="+mn-ea"/>
              </a:rPr>
              <a:t>3-6-2 </a:t>
            </a:r>
            <a:r>
              <a:rPr lang="zh-CN" altLang="en-US" dirty="0">
                <a:sym typeface="+mn-ea"/>
              </a:rPr>
              <a:t>股票</a:t>
            </a:r>
            <a:r>
              <a:rPr lang="en-US" altLang="zh-CN" dirty="0" err="1">
                <a:sym typeface="+mn-ea"/>
              </a:rPr>
              <a:t>数据</a:t>
            </a:r>
            <a:r>
              <a:rPr lang="en-US" altLang="zh-CN" dirty="0">
                <a:sym typeface="+mn-ea"/>
              </a:rPr>
              <a:t>-</a:t>
            </a:r>
            <a:r>
              <a:rPr dirty="0">
                <a:sym typeface="+mn-ea"/>
              </a:rPr>
              <a:t>美股</a:t>
            </a:r>
            <a:endParaRPr lang="zh-CN" altLang="en-US" dirty="0"/>
          </a:p>
        </p:txBody>
      </p:sp>
      <p:pic>
        <p:nvPicPr>
          <p:cNvPr id="6" name="内容占位符 5"/>
          <p:cNvPicPr>
            <a:picLocks noGrp="1" noChangeAspect="1"/>
          </p:cNvPicPr>
          <p:nvPr>
            <p:ph sz="quarter" idx="10"/>
          </p:nvPr>
        </p:nvPicPr>
        <p:blipFill>
          <a:blip r:embed="rId2"/>
          <a:stretch>
            <a:fillRect/>
          </a:stretch>
        </p:blipFill>
        <p:spPr>
          <a:xfrm>
            <a:off x="551319" y="1555005"/>
            <a:ext cx="10240843" cy="4699745"/>
          </a:xfrm>
          <a:prstGeom prst="rect">
            <a:avLst/>
          </a:prstGeom>
        </p:spPr>
      </p:pic>
    </p:spTree>
    <p:extLst>
      <p:ext uri="{BB962C8B-B14F-4D97-AF65-F5344CB8AC3E}">
        <p14:creationId xmlns:p14="http://schemas.microsoft.com/office/powerpoint/2010/main" val="4516496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lang="zh-CN" altLang="en-US"/>
              <a:t>基金专题示例</a:t>
            </a:r>
          </a:p>
        </p:txBody>
      </p:sp>
      <p:sp>
        <p:nvSpPr>
          <p:cNvPr id="4" name="标题 3"/>
          <p:cNvSpPr>
            <a:spLocks noGrp="1"/>
          </p:cNvSpPr>
          <p:nvPr>
            <p:ph type="title"/>
          </p:nvPr>
        </p:nvSpPr>
        <p:spPr/>
        <p:txBody>
          <a:bodyPr>
            <a:normAutofit fontScale="90000"/>
          </a:bodyPr>
          <a:lstStyle/>
          <a:p>
            <a:r>
              <a:rPr lang="en-US" altLang="zh-CN" dirty="0">
                <a:sym typeface="+mn-ea"/>
              </a:rPr>
              <a:t>3-6-3 专题数据-</a:t>
            </a:r>
            <a:r>
              <a:rPr dirty="0">
                <a:sym typeface="+mn-ea"/>
              </a:rPr>
              <a:t>基金专题</a:t>
            </a:r>
            <a:endParaRPr lang="zh-CN" altLang="en-US" dirty="0"/>
          </a:p>
        </p:txBody>
      </p:sp>
      <p:pic>
        <p:nvPicPr>
          <p:cNvPr id="5" name="内容占位符 4"/>
          <p:cNvPicPr>
            <a:picLocks noGrp="1" noChangeAspect="1"/>
          </p:cNvPicPr>
          <p:nvPr>
            <p:ph sz="quarter" idx="10"/>
          </p:nvPr>
        </p:nvPicPr>
        <p:blipFill>
          <a:blip r:embed="rId2"/>
          <a:stretch>
            <a:fillRect/>
          </a:stretch>
        </p:blipFill>
        <p:spPr>
          <a:xfrm>
            <a:off x="551319" y="1567267"/>
            <a:ext cx="9981030" cy="5027784"/>
          </a:xfrm>
          <a:prstGeom prst="rect">
            <a:avLst/>
          </a:prstGeom>
        </p:spPr>
      </p:pic>
    </p:spTree>
    <p:extLst>
      <p:ext uri="{BB962C8B-B14F-4D97-AF65-F5344CB8AC3E}">
        <p14:creationId xmlns:p14="http://schemas.microsoft.com/office/powerpoint/2010/main" val="24522182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sym typeface="+mn-ea"/>
              </a:rPr>
              <a:t>3-6-4 </a:t>
            </a:r>
            <a:r>
              <a:rPr lang="en-US" altLang="zh-CN" dirty="0" err="1">
                <a:sym typeface="+mn-ea"/>
              </a:rPr>
              <a:t>专题数据</a:t>
            </a:r>
            <a:r>
              <a:rPr lang="en-US" altLang="zh-CN" dirty="0">
                <a:sym typeface="+mn-ea"/>
              </a:rPr>
              <a:t>-</a:t>
            </a:r>
            <a:r>
              <a:rPr lang="zh-CN" altLang="en-US" dirty="0">
                <a:sym typeface="+mn-ea"/>
              </a:rPr>
              <a:t>银行理财</a:t>
            </a:r>
            <a:r>
              <a:rPr dirty="0">
                <a:sym typeface="+mn-ea"/>
              </a:rPr>
              <a:t>专题</a:t>
            </a:r>
            <a:endParaRPr lang="zh-CN" altLang="en-US" dirty="0"/>
          </a:p>
        </p:txBody>
      </p:sp>
      <p:pic>
        <p:nvPicPr>
          <p:cNvPr id="6" name="图片 5">
            <a:extLst>
              <a:ext uri="{FF2B5EF4-FFF2-40B4-BE49-F238E27FC236}">
                <a16:creationId xmlns:a16="http://schemas.microsoft.com/office/drawing/2014/main" id="{1AB2B7AD-93E3-C2EF-1558-17BB17976C17}"/>
              </a:ext>
            </a:extLst>
          </p:cNvPr>
          <p:cNvPicPr>
            <a:picLocks noChangeAspect="1"/>
          </p:cNvPicPr>
          <p:nvPr/>
        </p:nvPicPr>
        <p:blipFill>
          <a:blip r:embed="rId2"/>
          <a:stretch>
            <a:fillRect/>
          </a:stretch>
        </p:blipFill>
        <p:spPr>
          <a:xfrm>
            <a:off x="549215" y="848984"/>
            <a:ext cx="11093569" cy="6009016"/>
          </a:xfrm>
          <a:prstGeom prst="rect">
            <a:avLst/>
          </a:prstGeom>
        </p:spPr>
      </p:pic>
    </p:spTree>
    <p:extLst>
      <p:ext uri="{BB962C8B-B14F-4D97-AF65-F5344CB8AC3E}">
        <p14:creationId xmlns:p14="http://schemas.microsoft.com/office/powerpoint/2010/main" val="12677173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341743" y="3960495"/>
            <a:ext cx="2421507" cy="726440"/>
          </a:xfrm>
        </p:spPr>
        <p:txBody>
          <a:bodyPr/>
          <a:lstStyle/>
          <a:p>
            <a:r>
              <a:rPr lang="en-US" altLang="zh-CN" sz="6000" dirty="0"/>
              <a:t>04</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990000"/>
                </a:solidFill>
              </a:rPr>
              <a:t>分析</a:t>
            </a:r>
          </a:p>
        </p:txBody>
      </p:sp>
    </p:spTree>
    <p:extLst>
      <p:ext uri="{BB962C8B-B14F-4D97-AF65-F5344CB8AC3E}">
        <p14:creationId xmlns:p14="http://schemas.microsoft.com/office/powerpoint/2010/main" val="42402515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8" y="354647"/>
            <a:ext cx="8808341"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技术指标</a:t>
            </a:r>
            <a:r>
              <a:rPr lang="en-US" altLang="zh-CN" dirty="0"/>
              <a:t>-</a:t>
            </a:r>
            <a:r>
              <a:rPr lang="zh-CN" altLang="en-US" dirty="0"/>
              <a:t>海量的系统指标</a:t>
            </a:r>
            <a:endParaRPr dirty="0"/>
          </a:p>
        </p:txBody>
      </p:sp>
      <p:pic>
        <p:nvPicPr>
          <p:cNvPr id="5" name="图片 4">
            <a:extLst>
              <a:ext uri="{FF2B5EF4-FFF2-40B4-BE49-F238E27FC236}">
                <a16:creationId xmlns:a16="http://schemas.microsoft.com/office/drawing/2014/main" id="{7420AE95-B6AC-6943-0FAD-ECB1902CF00F}"/>
              </a:ext>
            </a:extLst>
          </p:cNvPr>
          <p:cNvPicPr>
            <a:picLocks noChangeAspect="1"/>
          </p:cNvPicPr>
          <p:nvPr/>
        </p:nvPicPr>
        <p:blipFill>
          <a:blip r:embed="rId3"/>
          <a:stretch>
            <a:fillRect/>
          </a:stretch>
        </p:blipFill>
        <p:spPr>
          <a:xfrm>
            <a:off x="536326" y="888521"/>
            <a:ext cx="11020577" cy="5969479"/>
          </a:xfrm>
          <a:prstGeom prst="rect">
            <a:avLst/>
          </a:prstGeom>
        </p:spPr>
      </p:pic>
    </p:spTree>
    <p:custDataLst>
      <p:tags r:id="rId1"/>
    </p:custDataLst>
    <p:extLst>
      <p:ext uri="{BB962C8B-B14F-4D97-AF65-F5344CB8AC3E}">
        <p14:creationId xmlns:p14="http://schemas.microsoft.com/office/powerpoint/2010/main" val="3692785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C13CB-7B37-AD1E-E164-388460A90A0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7F3EB75-5DAF-3964-AEE6-BAD0A54CF8A2}"/>
              </a:ext>
            </a:extLst>
          </p:cNvPr>
          <p:cNvSpPr>
            <a:spLocks noGrp="1"/>
          </p:cNvSpPr>
          <p:nvPr>
            <p:ph type="title"/>
          </p:nvPr>
        </p:nvSpPr>
        <p:spPr>
          <a:xfrm>
            <a:off x="551318" y="354647"/>
            <a:ext cx="9386312"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技术指标</a:t>
            </a:r>
            <a:r>
              <a:rPr lang="en-US" altLang="zh-CN" dirty="0"/>
              <a:t>-</a:t>
            </a:r>
            <a:r>
              <a:rPr lang="zh-CN" altLang="en-US" dirty="0"/>
              <a:t>自定义指标</a:t>
            </a:r>
            <a:endParaRPr dirty="0"/>
          </a:p>
        </p:txBody>
      </p:sp>
      <p:pic>
        <p:nvPicPr>
          <p:cNvPr id="3" name="图片 2">
            <a:extLst>
              <a:ext uri="{FF2B5EF4-FFF2-40B4-BE49-F238E27FC236}">
                <a16:creationId xmlns:a16="http://schemas.microsoft.com/office/drawing/2014/main" id="{AF8F7F61-EFF9-F866-61C9-632EED78B793}"/>
              </a:ext>
            </a:extLst>
          </p:cNvPr>
          <p:cNvPicPr>
            <a:picLocks noChangeAspect="1"/>
          </p:cNvPicPr>
          <p:nvPr/>
        </p:nvPicPr>
        <p:blipFill>
          <a:blip r:embed="rId3"/>
          <a:stretch>
            <a:fillRect/>
          </a:stretch>
        </p:blipFill>
        <p:spPr>
          <a:xfrm>
            <a:off x="717246" y="948907"/>
            <a:ext cx="10888158" cy="5909094"/>
          </a:xfrm>
          <a:prstGeom prst="rect">
            <a:avLst/>
          </a:prstGeom>
        </p:spPr>
      </p:pic>
    </p:spTree>
    <p:custDataLst>
      <p:tags r:id="rId1"/>
    </p:custDataLst>
    <p:extLst>
      <p:ext uri="{BB962C8B-B14F-4D97-AF65-F5344CB8AC3E}">
        <p14:creationId xmlns:p14="http://schemas.microsoft.com/office/powerpoint/2010/main" val="35270835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CCCC4-6D2E-044B-A66D-61F3D7076055}"/>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824352C6-ED66-6618-031E-715A8FD83413}"/>
              </a:ext>
            </a:extLst>
          </p:cNvPr>
          <p:cNvSpPr>
            <a:spLocks noGrp="1"/>
          </p:cNvSpPr>
          <p:nvPr>
            <p:ph type="title"/>
          </p:nvPr>
        </p:nvSpPr>
        <p:spPr>
          <a:xfrm>
            <a:off x="551318" y="354647"/>
            <a:ext cx="8808341"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技术指标</a:t>
            </a:r>
            <a:r>
              <a:rPr lang="en-US" altLang="zh-CN" dirty="0"/>
              <a:t>-</a:t>
            </a:r>
            <a:r>
              <a:rPr lang="zh-CN" altLang="en-US" dirty="0"/>
              <a:t>双端互通</a:t>
            </a:r>
            <a:endParaRPr dirty="0"/>
          </a:p>
        </p:txBody>
      </p:sp>
      <p:pic>
        <p:nvPicPr>
          <p:cNvPr id="5" name="图片 4">
            <a:extLst>
              <a:ext uri="{FF2B5EF4-FFF2-40B4-BE49-F238E27FC236}">
                <a16:creationId xmlns:a16="http://schemas.microsoft.com/office/drawing/2014/main" id="{9C9AF45C-B6F1-7424-08B2-5AA57BB49C30}"/>
              </a:ext>
            </a:extLst>
          </p:cNvPr>
          <p:cNvPicPr>
            <a:picLocks noChangeAspect="1"/>
          </p:cNvPicPr>
          <p:nvPr/>
        </p:nvPicPr>
        <p:blipFill>
          <a:blip r:embed="rId3"/>
          <a:stretch>
            <a:fillRect/>
          </a:stretch>
        </p:blipFill>
        <p:spPr>
          <a:xfrm>
            <a:off x="737006" y="1052423"/>
            <a:ext cx="10717988" cy="5805577"/>
          </a:xfrm>
          <a:prstGeom prst="rect">
            <a:avLst/>
          </a:prstGeom>
        </p:spPr>
      </p:pic>
    </p:spTree>
    <p:custDataLst>
      <p:tags r:id="rId1"/>
    </p:custDataLst>
    <p:extLst>
      <p:ext uri="{BB962C8B-B14F-4D97-AF65-F5344CB8AC3E}">
        <p14:creationId xmlns:p14="http://schemas.microsoft.com/office/powerpoint/2010/main" val="15232138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4BCAE-3849-DD00-D9FB-D9B3FB27993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9CD8212-F4EB-FF05-92A9-7D52F36E1F98}"/>
              </a:ext>
            </a:extLst>
          </p:cNvPr>
          <p:cNvSpPr>
            <a:spLocks noGrp="1"/>
          </p:cNvSpPr>
          <p:nvPr>
            <p:ph type="title"/>
          </p:nvPr>
        </p:nvSpPr>
        <p:spPr>
          <a:xfrm>
            <a:off x="551319" y="354647"/>
            <a:ext cx="8273504"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形态特征</a:t>
            </a:r>
            <a:r>
              <a:rPr lang="en-US" altLang="zh-CN" dirty="0"/>
              <a:t>-K</a:t>
            </a:r>
            <a:r>
              <a:rPr lang="zh-CN" altLang="en-US" dirty="0"/>
              <a:t>线形态</a:t>
            </a:r>
            <a:endParaRPr dirty="0"/>
          </a:p>
        </p:txBody>
      </p:sp>
      <p:pic>
        <p:nvPicPr>
          <p:cNvPr id="3" name="图片 2">
            <a:extLst>
              <a:ext uri="{FF2B5EF4-FFF2-40B4-BE49-F238E27FC236}">
                <a16:creationId xmlns:a16="http://schemas.microsoft.com/office/drawing/2014/main" id="{2D0DDD66-EC56-EA56-62A7-5F9EF62AF814}"/>
              </a:ext>
            </a:extLst>
          </p:cNvPr>
          <p:cNvPicPr>
            <a:picLocks noChangeAspect="1"/>
          </p:cNvPicPr>
          <p:nvPr/>
        </p:nvPicPr>
        <p:blipFill>
          <a:blip r:embed="rId3"/>
          <a:stretch>
            <a:fillRect/>
          </a:stretch>
        </p:blipFill>
        <p:spPr>
          <a:xfrm>
            <a:off x="632542" y="879895"/>
            <a:ext cx="11036505" cy="5978106"/>
          </a:xfrm>
          <a:prstGeom prst="rect">
            <a:avLst/>
          </a:prstGeom>
        </p:spPr>
      </p:pic>
    </p:spTree>
    <p:custDataLst>
      <p:tags r:id="rId1"/>
    </p:custDataLst>
    <p:extLst>
      <p:ext uri="{BB962C8B-B14F-4D97-AF65-F5344CB8AC3E}">
        <p14:creationId xmlns:p14="http://schemas.microsoft.com/office/powerpoint/2010/main" val="3227155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6AA0-C5D1-0A06-B4C9-4B3EA3F4E65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71B9BED-6881-EB18-8A84-6B47A3F37357}"/>
              </a:ext>
            </a:extLst>
          </p:cNvPr>
          <p:cNvSpPr>
            <a:spLocks noGrp="1"/>
          </p:cNvSpPr>
          <p:nvPr>
            <p:ph type="title"/>
          </p:nvPr>
        </p:nvSpPr>
        <p:spPr>
          <a:xfrm>
            <a:off x="551319" y="354647"/>
            <a:ext cx="8273504"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形态特征</a:t>
            </a:r>
            <a:r>
              <a:rPr lang="en-US" altLang="zh-CN" dirty="0"/>
              <a:t>-K</a:t>
            </a:r>
            <a:r>
              <a:rPr lang="zh-CN" altLang="en-US" dirty="0"/>
              <a:t>线形态</a:t>
            </a:r>
            <a:endParaRPr dirty="0"/>
          </a:p>
        </p:txBody>
      </p:sp>
      <p:pic>
        <p:nvPicPr>
          <p:cNvPr id="5" name="图片 4">
            <a:extLst>
              <a:ext uri="{FF2B5EF4-FFF2-40B4-BE49-F238E27FC236}">
                <a16:creationId xmlns:a16="http://schemas.microsoft.com/office/drawing/2014/main" id="{CCEE1E1E-8D9E-B630-8A7C-215C58EB89A2}"/>
              </a:ext>
            </a:extLst>
          </p:cNvPr>
          <p:cNvPicPr>
            <a:picLocks noChangeAspect="1"/>
          </p:cNvPicPr>
          <p:nvPr/>
        </p:nvPicPr>
        <p:blipFill>
          <a:blip r:embed="rId3"/>
          <a:stretch>
            <a:fillRect/>
          </a:stretch>
        </p:blipFill>
        <p:spPr>
          <a:xfrm>
            <a:off x="484413" y="815022"/>
            <a:ext cx="11156268" cy="6042978"/>
          </a:xfrm>
          <a:prstGeom prst="rect">
            <a:avLst/>
          </a:prstGeom>
        </p:spPr>
      </p:pic>
    </p:spTree>
    <p:custDataLst>
      <p:tags r:id="rId1"/>
    </p:custDataLst>
    <p:extLst>
      <p:ext uri="{BB962C8B-B14F-4D97-AF65-F5344CB8AC3E}">
        <p14:creationId xmlns:p14="http://schemas.microsoft.com/office/powerpoint/2010/main" val="18286557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8273504" cy="460375"/>
          </a:xfrm>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形态特征</a:t>
            </a:r>
            <a:r>
              <a:rPr lang="en-US" altLang="zh-CN" dirty="0"/>
              <a:t>-</a:t>
            </a:r>
            <a:r>
              <a:rPr lang="zh-CN" altLang="en-US" dirty="0"/>
              <a:t>强弱走势</a:t>
            </a:r>
            <a:endParaRPr dirty="0"/>
          </a:p>
        </p:txBody>
      </p:sp>
      <p:pic>
        <p:nvPicPr>
          <p:cNvPr id="3" name="图片 2">
            <a:extLst>
              <a:ext uri="{FF2B5EF4-FFF2-40B4-BE49-F238E27FC236}">
                <a16:creationId xmlns:a16="http://schemas.microsoft.com/office/drawing/2014/main" id="{564D7F9C-DF23-6A36-87D9-076CD41B5DE8}"/>
              </a:ext>
            </a:extLst>
          </p:cNvPr>
          <p:cNvPicPr>
            <a:picLocks noChangeAspect="1"/>
          </p:cNvPicPr>
          <p:nvPr/>
        </p:nvPicPr>
        <p:blipFill>
          <a:blip r:embed="rId3"/>
          <a:stretch>
            <a:fillRect/>
          </a:stretch>
        </p:blipFill>
        <p:spPr>
          <a:xfrm>
            <a:off x="644105" y="951781"/>
            <a:ext cx="10903789" cy="5906219"/>
          </a:xfrm>
          <a:prstGeom prst="rect">
            <a:avLst/>
          </a:prstGeom>
        </p:spPr>
      </p:pic>
    </p:spTree>
    <p:custDataLst>
      <p:tags r:id="rId1"/>
    </p:custDataLst>
    <p:extLst>
      <p:ext uri="{BB962C8B-B14F-4D97-AF65-F5344CB8AC3E}">
        <p14:creationId xmlns:p14="http://schemas.microsoft.com/office/powerpoint/2010/main" val="21747765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4-1 </a:t>
            </a:r>
            <a:r>
              <a:rPr lang="zh-CN" altLang="en-US" dirty="0"/>
              <a:t>分析</a:t>
            </a:r>
            <a:r>
              <a:rPr lang="en-US" altLang="zh-CN" dirty="0"/>
              <a:t>-</a:t>
            </a:r>
            <a:r>
              <a:rPr lang="zh-CN" altLang="en-US" dirty="0"/>
              <a:t>股票分析</a:t>
            </a:r>
            <a:r>
              <a:rPr lang="en-US" altLang="zh-CN" dirty="0"/>
              <a:t>-</a:t>
            </a:r>
            <a:r>
              <a:rPr lang="zh-CN" altLang="en-US" dirty="0"/>
              <a:t>技术面分析</a:t>
            </a:r>
            <a:r>
              <a:rPr lang="en-US" altLang="zh-CN" dirty="0"/>
              <a:t>-</a:t>
            </a:r>
            <a:r>
              <a:rPr lang="zh-CN" altLang="en-US" dirty="0"/>
              <a:t>相似</a:t>
            </a:r>
            <a:r>
              <a:rPr lang="en-US" altLang="zh-CN" dirty="0"/>
              <a:t>K</a:t>
            </a:r>
            <a:r>
              <a:rPr lang="zh-CN" altLang="en-US" dirty="0"/>
              <a:t>线</a:t>
            </a:r>
            <a:endParaRPr dirty="0"/>
          </a:p>
        </p:txBody>
      </p:sp>
      <p:pic>
        <p:nvPicPr>
          <p:cNvPr id="3" name="图片 2">
            <a:extLst>
              <a:ext uri="{FF2B5EF4-FFF2-40B4-BE49-F238E27FC236}">
                <a16:creationId xmlns:a16="http://schemas.microsoft.com/office/drawing/2014/main" id="{058B918B-3A70-E795-266B-3C229F631F4E}"/>
              </a:ext>
            </a:extLst>
          </p:cNvPr>
          <p:cNvPicPr>
            <a:picLocks noChangeAspect="1"/>
          </p:cNvPicPr>
          <p:nvPr/>
        </p:nvPicPr>
        <p:blipFill>
          <a:blip r:embed="rId3"/>
          <a:stretch>
            <a:fillRect/>
          </a:stretch>
        </p:blipFill>
        <p:spPr>
          <a:xfrm>
            <a:off x="683643" y="983339"/>
            <a:ext cx="10824713" cy="5874661"/>
          </a:xfrm>
          <a:prstGeom prst="rect">
            <a:avLst/>
          </a:prstGeom>
        </p:spPr>
      </p:pic>
    </p:spTree>
    <p:custDataLst>
      <p:tags r:id="rId1"/>
    </p:custDataLst>
    <p:extLst>
      <p:ext uri="{BB962C8B-B14F-4D97-AF65-F5344CB8AC3E}">
        <p14:creationId xmlns:p14="http://schemas.microsoft.com/office/powerpoint/2010/main" val="12146804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sz="2400" dirty="0">
                <a:sym typeface="+mn-ea"/>
              </a:rPr>
              <a:t>4-1 </a:t>
            </a:r>
            <a:r>
              <a:rPr lang="zh-CN" altLang="en-US" sz="2400" dirty="0"/>
              <a:t>分析</a:t>
            </a:r>
            <a:r>
              <a:rPr lang="en-US" altLang="zh-CN" sz="2400" dirty="0"/>
              <a:t>-</a:t>
            </a:r>
            <a:r>
              <a:rPr lang="zh-CN" altLang="en-US" sz="2400" dirty="0"/>
              <a:t>股票分析</a:t>
            </a:r>
            <a:r>
              <a:rPr lang="en-US" altLang="zh-CN" sz="2400" dirty="0"/>
              <a:t>-</a:t>
            </a:r>
            <a:r>
              <a:rPr lang="zh-CN" altLang="en-US" sz="2400" dirty="0"/>
              <a:t>技术面分析</a:t>
            </a:r>
            <a:r>
              <a:rPr lang="en-US" altLang="zh-CN" sz="2400" dirty="0"/>
              <a:t>-</a:t>
            </a:r>
            <a:r>
              <a:rPr lang="zh-CN" altLang="en-US" sz="2400" dirty="0">
                <a:sym typeface="+mn-ea"/>
              </a:rPr>
              <a:t>连板天梯</a:t>
            </a:r>
            <a:endParaRPr sz="2400" dirty="0"/>
          </a:p>
        </p:txBody>
      </p:sp>
      <p:sp>
        <p:nvSpPr>
          <p:cNvPr id="5" name="线形标注 2(带强调线) 4"/>
          <p:cNvSpPr/>
          <p:nvPr>
            <p:custDataLst>
              <p:tags r:id="rId2"/>
            </p:custDataLst>
          </p:nvPr>
        </p:nvSpPr>
        <p:spPr>
          <a:xfrm flipH="1">
            <a:off x="6017359" y="3226521"/>
            <a:ext cx="3105857" cy="1418216"/>
          </a:xfrm>
          <a:prstGeom prst="accentCallout2">
            <a:avLst>
              <a:gd name="adj1" fmla="val 31066"/>
              <a:gd name="adj2" fmla="val 106420"/>
              <a:gd name="adj3" fmla="val 31066"/>
              <a:gd name="adj4" fmla="val 114201"/>
              <a:gd name="adj5" fmla="val -10480"/>
              <a:gd name="adj6" fmla="val 126997"/>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dirty="0">
                <a:latin typeface="+mj-ea"/>
                <a:ea typeface="+mj-ea"/>
              </a:rPr>
              <a:t>阶梯排列的列表可视化地展示个股连板情况，涨停原因揭秘连续涨停密码，洞察股市趋势；还提供板块天梯，揭示热点板块，帮助用户快速捕捉市场短线机会。</a:t>
            </a:r>
          </a:p>
        </p:txBody>
      </p:sp>
      <p:pic>
        <p:nvPicPr>
          <p:cNvPr id="6" name="图片 5">
            <a:extLst>
              <a:ext uri="{FF2B5EF4-FFF2-40B4-BE49-F238E27FC236}">
                <a16:creationId xmlns:a16="http://schemas.microsoft.com/office/drawing/2014/main" id="{BF23DC62-6908-F285-0258-795241914A6A}"/>
              </a:ext>
            </a:extLst>
          </p:cNvPr>
          <p:cNvPicPr>
            <a:picLocks noChangeAspect="1"/>
          </p:cNvPicPr>
          <p:nvPr/>
        </p:nvPicPr>
        <p:blipFill>
          <a:blip r:embed="rId4"/>
          <a:stretch>
            <a:fillRect/>
          </a:stretch>
        </p:blipFill>
        <p:spPr>
          <a:xfrm>
            <a:off x="642667" y="950223"/>
            <a:ext cx="10906665" cy="5907777"/>
          </a:xfrm>
          <a:prstGeom prst="rect">
            <a:avLst/>
          </a:prstGeom>
        </p:spPr>
      </p:pic>
    </p:spTree>
    <p:custDataLst>
      <p:tags r:id="rId1"/>
    </p:custDataLst>
    <p:extLst>
      <p:ext uri="{BB962C8B-B14F-4D97-AF65-F5344CB8AC3E}">
        <p14:creationId xmlns:p14="http://schemas.microsoft.com/office/powerpoint/2010/main" val="37069608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9CAF4-A6DB-C657-2866-8C82746E4C5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04BF18C-F091-7492-6365-F3A286C7F81C}"/>
              </a:ext>
            </a:extLst>
          </p:cNvPr>
          <p:cNvSpPr>
            <a:spLocks noGrp="1"/>
          </p:cNvSpPr>
          <p:nvPr>
            <p:ph type="title"/>
          </p:nvPr>
        </p:nvSpPr>
        <p:spPr/>
        <p:txBody>
          <a:bodyPr>
            <a:normAutofit/>
          </a:bodyPr>
          <a:lstStyle/>
          <a:p>
            <a:r>
              <a:rPr lang="en-US" altLang="zh-CN" sz="2400" dirty="0">
                <a:sym typeface="+mn-ea"/>
              </a:rPr>
              <a:t>4-1 </a:t>
            </a:r>
            <a:r>
              <a:rPr lang="zh-CN" altLang="en-US" sz="2400" dirty="0"/>
              <a:t>分析</a:t>
            </a:r>
            <a:r>
              <a:rPr lang="en-US" altLang="zh-CN" sz="2400" dirty="0"/>
              <a:t>-</a:t>
            </a:r>
            <a:r>
              <a:rPr lang="zh-CN" altLang="en-US" sz="2400" dirty="0"/>
              <a:t>股票分析</a:t>
            </a:r>
            <a:r>
              <a:rPr lang="en-US" altLang="zh-CN" sz="2400" dirty="0"/>
              <a:t>-</a:t>
            </a:r>
            <a:r>
              <a:rPr lang="zh-CN" altLang="en-US" sz="2400" dirty="0"/>
              <a:t>盘口分析</a:t>
            </a:r>
            <a:r>
              <a:rPr lang="en-US" altLang="zh-CN" sz="2400" dirty="0"/>
              <a:t>-</a:t>
            </a:r>
            <a:r>
              <a:rPr lang="zh-CN" altLang="en-US" sz="2400" dirty="0"/>
              <a:t>程序单分析</a:t>
            </a:r>
            <a:endParaRPr sz="2400" dirty="0"/>
          </a:p>
        </p:txBody>
      </p:sp>
      <p:pic>
        <p:nvPicPr>
          <p:cNvPr id="3" name="图片 2">
            <a:extLst>
              <a:ext uri="{FF2B5EF4-FFF2-40B4-BE49-F238E27FC236}">
                <a16:creationId xmlns:a16="http://schemas.microsoft.com/office/drawing/2014/main" id="{BB051237-5F04-224F-A10B-6C275D92572C}"/>
              </a:ext>
            </a:extLst>
          </p:cNvPr>
          <p:cNvPicPr>
            <a:picLocks noChangeAspect="1"/>
          </p:cNvPicPr>
          <p:nvPr/>
        </p:nvPicPr>
        <p:blipFill>
          <a:blip r:embed="rId3"/>
          <a:stretch>
            <a:fillRect/>
          </a:stretch>
        </p:blipFill>
        <p:spPr>
          <a:xfrm>
            <a:off x="622539" y="928418"/>
            <a:ext cx="10946921" cy="5929582"/>
          </a:xfrm>
          <a:prstGeom prst="rect">
            <a:avLst/>
          </a:prstGeom>
        </p:spPr>
      </p:pic>
    </p:spTree>
    <p:custDataLst>
      <p:tags r:id="rId1"/>
    </p:custDataLst>
    <p:extLst>
      <p:ext uri="{BB962C8B-B14F-4D97-AF65-F5344CB8AC3E}">
        <p14:creationId xmlns:p14="http://schemas.microsoft.com/office/powerpoint/2010/main" val="31134354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57891-3D3F-AE75-C27A-39C12C4F59D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7BD030D-67E9-EEC5-5EF2-74D3B58BB952}"/>
              </a:ext>
            </a:extLst>
          </p:cNvPr>
          <p:cNvSpPr>
            <a:spLocks noGrp="1"/>
          </p:cNvSpPr>
          <p:nvPr>
            <p:ph type="title"/>
          </p:nvPr>
        </p:nvSpPr>
        <p:spPr/>
        <p:txBody>
          <a:bodyPr>
            <a:normAutofit/>
          </a:bodyPr>
          <a:lstStyle/>
          <a:p>
            <a:r>
              <a:rPr lang="en-US" altLang="zh-CN" sz="2400" dirty="0">
                <a:sym typeface="+mn-ea"/>
              </a:rPr>
              <a:t>4-1 </a:t>
            </a:r>
            <a:r>
              <a:rPr lang="zh-CN" altLang="en-US" sz="2400" dirty="0"/>
              <a:t>分析</a:t>
            </a:r>
            <a:r>
              <a:rPr lang="en-US" altLang="zh-CN" sz="2400" dirty="0"/>
              <a:t>-</a:t>
            </a:r>
            <a:r>
              <a:rPr lang="zh-CN" altLang="en-US" sz="2400" dirty="0"/>
              <a:t>股票分析</a:t>
            </a:r>
            <a:r>
              <a:rPr lang="en-US" altLang="zh-CN" sz="2400" dirty="0"/>
              <a:t>-</a:t>
            </a:r>
            <a:r>
              <a:rPr lang="zh-CN" altLang="en-US" sz="2400" dirty="0"/>
              <a:t>盘口分析</a:t>
            </a:r>
            <a:r>
              <a:rPr lang="en-US" altLang="zh-CN" sz="2400" dirty="0"/>
              <a:t>-</a:t>
            </a:r>
            <a:r>
              <a:rPr lang="zh-CN" altLang="en-US" sz="2400" dirty="0"/>
              <a:t>撤单分析</a:t>
            </a:r>
            <a:endParaRPr sz="2400" dirty="0"/>
          </a:p>
        </p:txBody>
      </p:sp>
      <p:pic>
        <p:nvPicPr>
          <p:cNvPr id="5" name="图片 4">
            <a:extLst>
              <a:ext uri="{FF2B5EF4-FFF2-40B4-BE49-F238E27FC236}">
                <a16:creationId xmlns:a16="http://schemas.microsoft.com/office/drawing/2014/main" id="{C2EAE54B-C06C-40E7-758E-0E7A32E1EA39}"/>
              </a:ext>
            </a:extLst>
          </p:cNvPr>
          <p:cNvPicPr>
            <a:picLocks noChangeAspect="1"/>
          </p:cNvPicPr>
          <p:nvPr/>
        </p:nvPicPr>
        <p:blipFill>
          <a:blip r:embed="rId3"/>
          <a:stretch>
            <a:fillRect/>
          </a:stretch>
        </p:blipFill>
        <p:spPr>
          <a:xfrm>
            <a:off x="601637" y="888521"/>
            <a:ext cx="11020577" cy="5969479"/>
          </a:xfrm>
          <a:prstGeom prst="rect">
            <a:avLst/>
          </a:prstGeom>
        </p:spPr>
      </p:pic>
    </p:spTree>
    <p:custDataLst>
      <p:tags r:id="rId1"/>
    </p:custDataLst>
    <p:extLst>
      <p:ext uri="{BB962C8B-B14F-4D97-AF65-F5344CB8AC3E}">
        <p14:creationId xmlns:p14="http://schemas.microsoft.com/office/powerpoint/2010/main" val="13203226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596F-CD00-E97A-E1E4-DBB1C5CAB7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C97F9C-D43B-344A-4452-855A95939675}"/>
              </a:ext>
            </a:extLst>
          </p:cNvPr>
          <p:cNvSpPr>
            <a:spLocks noGrp="1"/>
          </p:cNvSpPr>
          <p:nvPr>
            <p:ph type="title"/>
          </p:nvPr>
        </p:nvSpPr>
        <p:spPr>
          <a:xfrm>
            <a:off x="551319" y="354647"/>
            <a:ext cx="8825594" cy="460375"/>
          </a:xfrm>
        </p:spPr>
        <p:txBody>
          <a:bodyPr>
            <a:normAutofit/>
          </a:bodyPr>
          <a:lstStyle/>
          <a:p>
            <a:r>
              <a:rPr lang="en-US" altLang="zh-CN" sz="2400" dirty="0">
                <a:sym typeface="+mn-ea"/>
              </a:rPr>
              <a:t>4-1 </a:t>
            </a:r>
            <a:r>
              <a:rPr lang="zh-CN" altLang="en-US" sz="2400" dirty="0">
                <a:sym typeface="+mn-ea"/>
              </a:rPr>
              <a:t>定制品种分析</a:t>
            </a:r>
            <a:endParaRPr lang="zh-CN" altLang="en-US" sz="2400" dirty="0"/>
          </a:p>
        </p:txBody>
      </p:sp>
      <p:pic>
        <p:nvPicPr>
          <p:cNvPr id="4" name="图片 3">
            <a:extLst>
              <a:ext uri="{FF2B5EF4-FFF2-40B4-BE49-F238E27FC236}">
                <a16:creationId xmlns:a16="http://schemas.microsoft.com/office/drawing/2014/main" id="{CB9DE33F-6EE9-B8EB-4EBA-A9AEE7E454C9}"/>
              </a:ext>
            </a:extLst>
          </p:cNvPr>
          <p:cNvPicPr>
            <a:picLocks noChangeAspect="1"/>
          </p:cNvPicPr>
          <p:nvPr/>
        </p:nvPicPr>
        <p:blipFill>
          <a:blip r:embed="rId3"/>
          <a:stretch>
            <a:fillRect/>
          </a:stretch>
        </p:blipFill>
        <p:spPr>
          <a:xfrm>
            <a:off x="635097" y="942022"/>
            <a:ext cx="10921806" cy="5915978"/>
          </a:xfrm>
          <a:prstGeom prst="rect">
            <a:avLst/>
          </a:prstGeom>
        </p:spPr>
      </p:pic>
    </p:spTree>
    <p:custDataLst>
      <p:tags r:id="rId1"/>
    </p:custDataLst>
    <p:extLst>
      <p:ext uri="{BB962C8B-B14F-4D97-AF65-F5344CB8AC3E}">
        <p14:creationId xmlns:p14="http://schemas.microsoft.com/office/powerpoint/2010/main" val="12772937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主力资金</a:t>
            </a:r>
            <a:endParaRPr dirty="0"/>
          </a:p>
        </p:txBody>
      </p:sp>
      <p:pic>
        <p:nvPicPr>
          <p:cNvPr id="3" name="图片 2">
            <a:extLst>
              <a:ext uri="{FF2B5EF4-FFF2-40B4-BE49-F238E27FC236}">
                <a16:creationId xmlns:a16="http://schemas.microsoft.com/office/drawing/2014/main" id="{FEBE8209-A25A-9CE8-74EB-60FB4EE96FF3}"/>
              </a:ext>
            </a:extLst>
          </p:cNvPr>
          <p:cNvPicPr>
            <a:picLocks noChangeAspect="1"/>
          </p:cNvPicPr>
          <p:nvPr/>
        </p:nvPicPr>
        <p:blipFill>
          <a:blip r:embed="rId3"/>
          <a:stretch>
            <a:fillRect/>
          </a:stretch>
        </p:blipFill>
        <p:spPr>
          <a:xfrm>
            <a:off x="594836" y="881483"/>
            <a:ext cx="11033571" cy="5976517"/>
          </a:xfrm>
          <a:prstGeom prst="rect">
            <a:avLst/>
          </a:prstGeom>
        </p:spPr>
      </p:pic>
    </p:spTree>
    <p:custDataLst>
      <p:tags r:id="rId1"/>
    </p:custDataLst>
    <p:extLst>
      <p:ext uri="{BB962C8B-B14F-4D97-AF65-F5344CB8AC3E}">
        <p14:creationId xmlns:p14="http://schemas.microsoft.com/office/powerpoint/2010/main" val="19313464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主力资金</a:t>
            </a:r>
            <a:endParaRPr dirty="0"/>
          </a:p>
        </p:txBody>
      </p:sp>
      <p:pic>
        <p:nvPicPr>
          <p:cNvPr id="5" name="图片 4">
            <a:extLst>
              <a:ext uri="{FF2B5EF4-FFF2-40B4-BE49-F238E27FC236}">
                <a16:creationId xmlns:a16="http://schemas.microsoft.com/office/drawing/2014/main" id="{6964AF11-B2B8-B64B-7A2C-6488927482DD}"/>
              </a:ext>
            </a:extLst>
          </p:cNvPr>
          <p:cNvPicPr>
            <a:picLocks noChangeAspect="1"/>
          </p:cNvPicPr>
          <p:nvPr/>
        </p:nvPicPr>
        <p:blipFill>
          <a:blip r:embed="rId3"/>
          <a:stretch>
            <a:fillRect/>
          </a:stretch>
        </p:blipFill>
        <p:spPr>
          <a:xfrm>
            <a:off x="663737" y="898287"/>
            <a:ext cx="11002547" cy="5959713"/>
          </a:xfrm>
          <a:prstGeom prst="rect">
            <a:avLst/>
          </a:prstGeom>
        </p:spPr>
      </p:pic>
    </p:spTree>
    <p:custDataLst>
      <p:tags r:id="rId1"/>
    </p:custDataLst>
    <p:extLst>
      <p:ext uri="{BB962C8B-B14F-4D97-AF65-F5344CB8AC3E}">
        <p14:creationId xmlns:p14="http://schemas.microsoft.com/office/powerpoint/2010/main" val="6642252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22598-A57F-6A65-D755-945949E690B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839D0310-C21C-0D8D-D732-A186A5879762}"/>
              </a:ext>
            </a:extLst>
          </p:cNvPr>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大单分析</a:t>
            </a:r>
            <a:endParaRPr dirty="0"/>
          </a:p>
        </p:txBody>
      </p:sp>
      <p:pic>
        <p:nvPicPr>
          <p:cNvPr id="3" name="图片 2">
            <a:extLst>
              <a:ext uri="{FF2B5EF4-FFF2-40B4-BE49-F238E27FC236}">
                <a16:creationId xmlns:a16="http://schemas.microsoft.com/office/drawing/2014/main" id="{381CAB47-58B2-FD49-B61B-CDC1EF92ED7D}"/>
              </a:ext>
            </a:extLst>
          </p:cNvPr>
          <p:cNvPicPr>
            <a:picLocks noChangeAspect="1"/>
          </p:cNvPicPr>
          <p:nvPr/>
        </p:nvPicPr>
        <p:blipFill>
          <a:blip r:embed="rId3"/>
          <a:stretch>
            <a:fillRect/>
          </a:stretch>
        </p:blipFill>
        <p:spPr>
          <a:xfrm>
            <a:off x="635097" y="942022"/>
            <a:ext cx="10921806" cy="5915978"/>
          </a:xfrm>
          <a:prstGeom prst="rect">
            <a:avLst/>
          </a:prstGeom>
        </p:spPr>
      </p:pic>
    </p:spTree>
    <p:custDataLst>
      <p:tags r:id="rId1"/>
    </p:custDataLst>
    <p:extLst>
      <p:ext uri="{BB962C8B-B14F-4D97-AF65-F5344CB8AC3E}">
        <p14:creationId xmlns:p14="http://schemas.microsoft.com/office/powerpoint/2010/main" val="2627470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9B6D8-0132-54C2-DF25-65BBF64E757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FD56ED5-FD40-50DF-D395-9EAE70928917}"/>
              </a:ext>
            </a:extLst>
          </p:cNvPr>
          <p:cNvSpPr>
            <a:spLocks noGrp="1"/>
          </p:cNvSpPr>
          <p:nvPr>
            <p:ph type="title"/>
          </p:nvPr>
        </p:nvSpPr>
        <p:spPr>
          <a:xfrm>
            <a:off x="551319" y="354647"/>
            <a:ext cx="7643775" cy="460375"/>
          </a:xfrm>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-DDE</a:t>
            </a:r>
            <a:r>
              <a:rPr lang="zh-CN" altLang="en-US" dirty="0"/>
              <a:t>和</a:t>
            </a:r>
            <a:r>
              <a:rPr lang="en-US" altLang="zh-CN" dirty="0"/>
              <a:t>SUP</a:t>
            </a:r>
            <a:r>
              <a:rPr lang="zh-CN" altLang="en-US" dirty="0"/>
              <a:t>选股</a:t>
            </a:r>
            <a:endParaRPr dirty="0"/>
          </a:p>
        </p:txBody>
      </p:sp>
      <p:pic>
        <p:nvPicPr>
          <p:cNvPr id="3" name="图片 2">
            <a:extLst>
              <a:ext uri="{FF2B5EF4-FFF2-40B4-BE49-F238E27FC236}">
                <a16:creationId xmlns:a16="http://schemas.microsoft.com/office/drawing/2014/main" id="{46EBE30B-FB36-956B-B240-0410BB4B9E9B}"/>
              </a:ext>
            </a:extLst>
          </p:cNvPr>
          <p:cNvPicPr>
            <a:picLocks noChangeAspect="1"/>
          </p:cNvPicPr>
          <p:nvPr/>
        </p:nvPicPr>
        <p:blipFill>
          <a:blip r:embed="rId3"/>
          <a:stretch>
            <a:fillRect/>
          </a:stretch>
        </p:blipFill>
        <p:spPr>
          <a:xfrm>
            <a:off x="551319" y="877498"/>
            <a:ext cx="11040927" cy="5980502"/>
          </a:xfrm>
          <a:prstGeom prst="rect">
            <a:avLst/>
          </a:prstGeom>
        </p:spPr>
      </p:pic>
    </p:spTree>
    <p:custDataLst>
      <p:tags r:id="rId1"/>
    </p:custDataLst>
    <p:extLst>
      <p:ext uri="{BB962C8B-B14F-4D97-AF65-F5344CB8AC3E}">
        <p14:creationId xmlns:p14="http://schemas.microsoft.com/office/powerpoint/2010/main" val="29607506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7743-30F1-D6F3-3165-CBC8F789DBA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BE6EFE5-D168-6E80-37FB-31952A6C173D}"/>
              </a:ext>
            </a:extLst>
          </p:cNvPr>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两融资金</a:t>
            </a:r>
            <a:endParaRPr dirty="0"/>
          </a:p>
        </p:txBody>
      </p:sp>
      <p:pic>
        <p:nvPicPr>
          <p:cNvPr id="3" name="图片 2">
            <a:extLst>
              <a:ext uri="{FF2B5EF4-FFF2-40B4-BE49-F238E27FC236}">
                <a16:creationId xmlns:a16="http://schemas.microsoft.com/office/drawing/2014/main" id="{0D6AD9CD-B136-9EA0-4C6F-2FDD9CD766C2}"/>
              </a:ext>
            </a:extLst>
          </p:cNvPr>
          <p:cNvPicPr>
            <a:picLocks noChangeAspect="1"/>
          </p:cNvPicPr>
          <p:nvPr/>
        </p:nvPicPr>
        <p:blipFill>
          <a:blip r:embed="rId3"/>
          <a:stretch>
            <a:fillRect/>
          </a:stretch>
        </p:blipFill>
        <p:spPr>
          <a:xfrm>
            <a:off x="621102" y="879894"/>
            <a:ext cx="11036506" cy="5978107"/>
          </a:xfrm>
          <a:prstGeom prst="rect">
            <a:avLst/>
          </a:prstGeom>
        </p:spPr>
      </p:pic>
    </p:spTree>
    <p:custDataLst>
      <p:tags r:id="rId1"/>
    </p:custDataLst>
    <p:extLst>
      <p:ext uri="{BB962C8B-B14F-4D97-AF65-F5344CB8AC3E}">
        <p14:creationId xmlns:p14="http://schemas.microsoft.com/office/powerpoint/2010/main" val="10536757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龙虎榜</a:t>
            </a:r>
            <a:endParaRPr dirty="0"/>
          </a:p>
        </p:txBody>
      </p:sp>
      <p:pic>
        <p:nvPicPr>
          <p:cNvPr id="3" name="图片 2">
            <a:extLst>
              <a:ext uri="{FF2B5EF4-FFF2-40B4-BE49-F238E27FC236}">
                <a16:creationId xmlns:a16="http://schemas.microsoft.com/office/drawing/2014/main" id="{C1AE1297-C402-6655-6B1B-6E4690022986}"/>
              </a:ext>
            </a:extLst>
          </p:cNvPr>
          <p:cNvPicPr>
            <a:picLocks noChangeAspect="1"/>
          </p:cNvPicPr>
          <p:nvPr/>
        </p:nvPicPr>
        <p:blipFill>
          <a:blip r:embed="rId3"/>
          <a:stretch>
            <a:fillRect/>
          </a:stretch>
        </p:blipFill>
        <p:spPr>
          <a:xfrm>
            <a:off x="551319" y="895291"/>
            <a:ext cx="11008077" cy="5962709"/>
          </a:xfrm>
          <a:prstGeom prst="rect">
            <a:avLst/>
          </a:prstGeom>
        </p:spPr>
      </p:pic>
    </p:spTree>
    <p:custDataLst>
      <p:tags r:id="rId1"/>
    </p:custDataLst>
    <p:extLst>
      <p:ext uri="{BB962C8B-B14F-4D97-AF65-F5344CB8AC3E}">
        <p14:creationId xmlns:p14="http://schemas.microsoft.com/office/powerpoint/2010/main" val="8171679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221F-9086-9319-C368-C7BD22DA2EF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609C6F0-90CD-C9B8-E8CA-0EFC465F45A4}"/>
              </a:ext>
            </a:extLst>
          </p:cNvPr>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龙虎榜</a:t>
            </a:r>
            <a:endParaRPr dirty="0"/>
          </a:p>
        </p:txBody>
      </p:sp>
      <p:pic>
        <p:nvPicPr>
          <p:cNvPr id="5" name="图片 4">
            <a:extLst>
              <a:ext uri="{FF2B5EF4-FFF2-40B4-BE49-F238E27FC236}">
                <a16:creationId xmlns:a16="http://schemas.microsoft.com/office/drawing/2014/main" id="{C9266081-63A3-AF6C-0950-D2FA1D8DE530}"/>
              </a:ext>
            </a:extLst>
          </p:cNvPr>
          <p:cNvPicPr>
            <a:picLocks noChangeAspect="1"/>
          </p:cNvPicPr>
          <p:nvPr/>
        </p:nvPicPr>
        <p:blipFill>
          <a:blip r:embed="rId3"/>
          <a:stretch>
            <a:fillRect/>
          </a:stretch>
        </p:blipFill>
        <p:spPr>
          <a:xfrm>
            <a:off x="618669" y="924224"/>
            <a:ext cx="10954662" cy="5933776"/>
          </a:xfrm>
          <a:prstGeom prst="rect">
            <a:avLst/>
          </a:prstGeom>
        </p:spPr>
      </p:pic>
    </p:spTree>
    <p:custDataLst>
      <p:tags r:id="rId1"/>
    </p:custDataLst>
    <p:extLst>
      <p:ext uri="{BB962C8B-B14F-4D97-AF65-F5344CB8AC3E}">
        <p14:creationId xmlns:p14="http://schemas.microsoft.com/office/powerpoint/2010/main" val="4868962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沪深港通</a:t>
            </a:r>
            <a:endParaRPr dirty="0"/>
          </a:p>
        </p:txBody>
      </p:sp>
      <p:pic>
        <p:nvPicPr>
          <p:cNvPr id="3" name="图片 2">
            <a:extLst>
              <a:ext uri="{FF2B5EF4-FFF2-40B4-BE49-F238E27FC236}">
                <a16:creationId xmlns:a16="http://schemas.microsoft.com/office/drawing/2014/main" id="{5224AE6A-D515-7ED3-97A1-A377FB1327A7}"/>
              </a:ext>
            </a:extLst>
          </p:cNvPr>
          <p:cNvPicPr>
            <a:picLocks noChangeAspect="1"/>
          </p:cNvPicPr>
          <p:nvPr/>
        </p:nvPicPr>
        <p:blipFill>
          <a:blip r:embed="rId3"/>
          <a:stretch>
            <a:fillRect/>
          </a:stretch>
        </p:blipFill>
        <p:spPr>
          <a:xfrm>
            <a:off x="551318" y="876600"/>
            <a:ext cx="11042583" cy="5981399"/>
          </a:xfrm>
          <a:prstGeom prst="rect">
            <a:avLst/>
          </a:prstGeom>
        </p:spPr>
      </p:pic>
    </p:spTree>
    <p:custDataLst>
      <p:tags r:id="rId1"/>
    </p:custDataLst>
    <p:extLst>
      <p:ext uri="{BB962C8B-B14F-4D97-AF65-F5344CB8AC3E}">
        <p14:creationId xmlns:p14="http://schemas.microsoft.com/office/powerpoint/2010/main" val="40064390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增减持</a:t>
            </a:r>
            <a:endParaRPr dirty="0"/>
          </a:p>
        </p:txBody>
      </p:sp>
      <p:pic>
        <p:nvPicPr>
          <p:cNvPr id="3" name="图片 2">
            <a:extLst>
              <a:ext uri="{FF2B5EF4-FFF2-40B4-BE49-F238E27FC236}">
                <a16:creationId xmlns:a16="http://schemas.microsoft.com/office/drawing/2014/main" id="{4C31B8CC-F6A5-EB43-9AB3-D0D08250D2AE}"/>
              </a:ext>
            </a:extLst>
          </p:cNvPr>
          <p:cNvPicPr>
            <a:picLocks noChangeAspect="1"/>
          </p:cNvPicPr>
          <p:nvPr/>
        </p:nvPicPr>
        <p:blipFill>
          <a:blip r:embed="rId3"/>
          <a:stretch>
            <a:fillRect/>
          </a:stretch>
        </p:blipFill>
        <p:spPr>
          <a:xfrm>
            <a:off x="551319" y="871987"/>
            <a:ext cx="11051101" cy="5986013"/>
          </a:xfrm>
          <a:prstGeom prst="rect">
            <a:avLst/>
          </a:prstGeom>
        </p:spPr>
      </p:pic>
    </p:spTree>
    <p:custDataLst>
      <p:tags r:id="rId1"/>
    </p:custDataLst>
    <p:extLst>
      <p:ext uri="{BB962C8B-B14F-4D97-AF65-F5344CB8AC3E}">
        <p14:creationId xmlns:p14="http://schemas.microsoft.com/office/powerpoint/2010/main" val="42618743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大宗交易</a:t>
            </a:r>
            <a:endParaRPr dirty="0"/>
          </a:p>
        </p:txBody>
      </p:sp>
      <p:pic>
        <p:nvPicPr>
          <p:cNvPr id="3" name="图片 2">
            <a:extLst>
              <a:ext uri="{FF2B5EF4-FFF2-40B4-BE49-F238E27FC236}">
                <a16:creationId xmlns:a16="http://schemas.microsoft.com/office/drawing/2014/main" id="{4002E80F-8D59-1BE7-49EA-BC00C9871B66}"/>
              </a:ext>
            </a:extLst>
          </p:cNvPr>
          <p:cNvPicPr>
            <a:picLocks noChangeAspect="1"/>
          </p:cNvPicPr>
          <p:nvPr/>
        </p:nvPicPr>
        <p:blipFill>
          <a:blip r:embed="rId3"/>
          <a:stretch>
            <a:fillRect/>
          </a:stretch>
        </p:blipFill>
        <p:spPr>
          <a:xfrm>
            <a:off x="579407" y="881690"/>
            <a:ext cx="11033186" cy="5976310"/>
          </a:xfrm>
          <a:prstGeom prst="rect">
            <a:avLst/>
          </a:prstGeom>
        </p:spPr>
      </p:pic>
    </p:spTree>
    <p:custDataLst>
      <p:tags r:id="rId1"/>
    </p:custDataLst>
    <p:extLst>
      <p:ext uri="{BB962C8B-B14F-4D97-AF65-F5344CB8AC3E}">
        <p14:creationId xmlns:p14="http://schemas.microsoft.com/office/powerpoint/2010/main" val="34762295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a:t>
            </a:r>
            <a:r>
              <a:rPr lang="zh-CN" altLang="en-US" dirty="0"/>
              <a:t>实时资金流向</a:t>
            </a:r>
            <a:endParaRPr dirty="0"/>
          </a:p>
        </p:txBody>
      </p:sp>
      <p:pic>
        <p:nvPicPr>
          <p:cNvPr id="5" name="图片 4">
            <a:extLst>
              <a:ext uri="{FF2B5EF4-FFF2-40B4-BE49-F238E27FC236}">
                <a16:creationId xmlns:a16="http://schemas.microsoft.com/office/drawing/2014/main" id="{50020185-0695-3A4D-68CF-BEC376D80C29}"/>
              </a:ext>
            </a:extLst>
          </p:cNvPr>
          <p:cNvPicPr>
            <a:picLocks noChangeAspect="1"/>
          </p:cNvPicPr>
          <p:nvPr/>
        </p:nvPicPr>
        <p:blipFill>
          <a:blip r:embed="rId3"/>
          <a:stretch>
            <a:fillRect/>
          </a:stretch>
        </p:blipFill>
        <p:spPr>
          <a:xfrm>
            <a:off x="599536" y="892046"/>
            <a:ext cx="10992928" cy="5965954"/>
          </a:xfrm>
          <a:prstGeom prst="rect">
            <a:avLst/>
          </a:prstGeom>
        </p:spPr>
      </p:pic>
    </p:spTree>
    <p:custDataLst>
      <p:tags r:id="rId1"/>
    </p:custDataLst>
    <p:extLst>
      <p:ext uri="{BB962C8B-B14F-4D97-AF65-F5344CB8AC3E}">
        <p14:creationId xmlns:p14="http://schemas.microsoft.com/office/powerpoint/2010/main" val="21316949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7246960" cy="460375"/>
          </a:xfrm>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-DDE</a:t>
            </a:r>
            <a:r>
              <a:rPr lang="zh-CN" altLang="en-US" dirty="0"/>
              <a:t>和</a:t>
            </a:r>
            <a:r>
              <a:rPr lang="en-US" altLang="zh-CN" dirty="0"/>
              <a:t>SUP</a:t>
            </a:r>
            <a:r>
              <a:rPr lang="zh-CN" altLang="en-US" dirty="0"/>
              <a:t>选股</a:t>
            </a:r>
            <a:endParaRPr dirty="0"/>
          </a:p>
        </p:txBody>
      </p:sp>
      <p:pic>
        <p:nvPicPr>
          <p:cNvPr id="7" name="图片 6">
            <a:extLst>
              <a:ext uri="{FF2B5EF4-FFF2-40B4-BE49-F238E27FC236}">
                <a16:creationId xmlns:a16="http://schemas.microsoft.com/office/drawing/2014/main" id="{BC56FC4C-4421-CEF4-B616-FEF860C1DF67}"/>
              </a:ext>
            </a:extLst>
          </p:cNvPr>
          <p:cNvPicPr>
            <a:picLocks noChangeAspect="1"/>
          </p:cNvPicPr>
          <p:nvPr/>
        </p:nvPicPr>
        <p:blipFill>
          <a:blip r:embed="rId3"/>
          <a:stretch>
            <a:fillRect/>
          </a:stretch>
        </p:blipFill>
        <p:spPr>
          <a:xfrm>
            <a:off x="681487" y="931060"/>
            <a:ext cx="10921041" cy="5926940"/>
          </a:xfrm>
          <a:prstGeom prst="rect">
            <a:avLst/>
          </a:prstGeom>
        </p:spPr>
      </p:pic>
    </p:spTree>
    <p:custDataLst>
      <p:tags r:id="rId1"/>
    </p:custDataLst>
    <p:extLst>
      <p:ext uri="{BB962C8B-B14F-4D97-AF65-F5344CB8AC3E}">
        <p14:creationId xmlns:p14="http://schemas.microsoft.com/office/powerpoint/2010/main" val="32248725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95A3-1671-1F65-06B9-436A22DBD71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6C5347D-87C9-7928-6E4D-028B10518C4C}"/>
              </a:ext>
            </a:extLst>
          </p:cNvPr>
          <p:cNvSpPr>
            <a:spLocks noGrp="1"/>
          </p:cNvSpPr>
          <p:nvPr>
            <p:ph type="title"/>
          </p:nvPr>
        </p:nvSpPr>
        <p:spPr>
          <a:xfrm>
            <a:off x="551319" y="354647"/>
            <a:ext cx="7246960" cy="460375"/>
          </a:xfrm>
        </p:spPr>
        <p:txBody>
          <a:bodyPr>
            <a:normAutofit fontScale="90000"/>
          </a:bodyPr>
          <a:lstStyle/>
          <a:p>
            <a:r>
              <a:rPr lang="en-US" altLang="zh-CN" dirty="0"/>
              <a:t>4-2 </a:t>
            </a:r>
            <a:r>
              <a:rPr lang="zh-CN" altLang="en-US" dirty="0"/>
              <a:t>分析</a:t>
            </a:r>
            <a:r>
              <a:rPr lang="en-US" altLang="zh-CN" dirty="0"/>
              <a:t>-</a:t>
            </a:r>
            <a:r>
              <a:rPr lang="zh-CN" altLang="en-US" dirty="0"/>
              <a:t>股票分析</a:t>
            </a:r>
            <a:r>
              <a:rPr lang="en-US" altLang="zh-CN" dirty="0"/>
              <a:t>-</a:t>
            </a:r>
            <a:r>
              <a:rPr lang="zh-CN" altLang="en-US" dirty="0"/>
              <a:t>资金面分析</a:t>
            </a:r>
            <a:r>
              <a:rPr lang="en-US" altLang="zh-CN" dirty="0"/>
              <a:t>-DDE</a:t>
            </a:r>
            <a:r>
              <a:rPr lang="zh-CN" altLang="en-US" dirty="0"/>
              <a:t>和</a:t>
            </a:r>
            <a:r>
              <a:rPr lang="en-US" altLang="zh-CN" dirty="0"/>
              <a:t>SUP</a:t>
            </a:r>
            <a:r>
              <a:rPr lang="zh-CN" altLang="en-US" dirty="0"/>
              <a:t>选股</a:t>
            </a:r>
            <a:endParaRPr dirty="0"/>
          </a:p>
        </p:txBody>
      </p:sp>
      <p:pic>
        <p:nvPicPr>
          <p:cNvPr id="7" name="图片 6">
            <a:extLst>
              <a:ext uri="{FF2B5EF4-FFF2-40B4-BE49-F238E27FC236}">
                <a16:creationId xmlns:a16="http://schemas.microsoft.com/office/drawing/2014/main" id="{E3A99EAB-E44B-7B38-40C6-712FA62BF5FF}"/>
              </a:ext>
            </a:extLst>
          </p:cNvPr>
          <p:cNvPicPr>
            <a:picLocks noChangeAspect="1"/>
          </p:cNvPicPr>
          <p:nvPr/>
        </p:nvPicPr>
        <p:blipFill>
          <a:blip r:embed="rId3"/>
          <a:stretch>
            <a:fillRect/>
          </a:stretch>
        </p:blipFill>
        <p:spPr>
          <a:xfrm>
            <a:off x="681487" y="931060"/>
            <a:ext cx="10921041" cy="5926940"/>
          </a:xfrm>
          <a:prstGeom prst="rect">
            <a:avLst/>
          </a:prstGeom>
        </p:spPr>
      </p:pic>
    </p:spTree>
    <p:custDataLst>
      <p:tags r:id="rId1"/>
    </p:custDataLst>
    <p:extLst>
      <p:ext uri="{BB962C8B-B14F-4D97-AF65-F5344CB8AC3E}">
        <p14:creationId xmlns:p14="http://schemas.microsoft.com/office/powerpoint/2010/main" val="42786468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财务分析</a:t>
            </a:r>
            <a:endParaRPr dirty="0"/>
          </a:p>
        </p:txBody>
      </p:sp>
      <p:pic>
        <p:nvPicPr>
          <p:cNvPr id="6" name="图片 5">
            <a:extLst>
              <a:ext uri="{FF2B5EF4-FFF2-40B4-BE49-F238E27FC236}">
                <a16:creationId xmlns:a16="http://schemas.microsoft.com/office/drawing/2014/main" id="{4135455D-5AC5-10AB-F9F1-45FBC3297FD2}"/>
              </a:ext>
            </a:extLst>
          </p:cNvPr>
          <p:cNvPicPr>
            <a:picLocks noChangeAspect="1"/>
          </p:cNvPicPr>
          <p:nvPr/>
        </p:nvPicPr>
        <p:blipFill>
          <a:blip r:embed="rId3"/>
          <a:stretch>
            <a:fillRect/>
          </a:stretch>
        </p:blipFill>
        <p:spPr>
          <a:xfrm>
            <a:off x="726056" y="1029373"/>
            <a:ext cx="10739887" cy="5828627"/>
          </a:xfrm>
          <a:prstGeom prst="rect">
            <a:avLst/>
          </a:prstGeom>
        </p:spPr>
      </p:pic>
    </p:spTree>
    <p:custDataLst>
      <p:tags r:id="rId1"/>
    </p:custDataLst>
    <p:extLst>
      <p:ext uri="{BB962C8B-B14F-4D97-AF65-F5344CB8AC3E}">
        <p14:creationId xmlns:p14="http://schemas.microsoft.com/office/powerpoint/2010/main" val="306427623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经营分析</a:t>
            </a:r>
            <a:endParaRPr dirty="0"/>
          </a:p>
        </p:txBody>
      </p:sp>
      <p:pic>
        <p:nvPicPr>
          <p:cNvPr id="3" name="图片 2">
            <a:extLst>
              <a:ext uri="{FF2B5EF4-FFF2-40B4-BE49-F238E27FC236}">
                <a16:creationId xmlns:a16="http://schemas.microsoft.com/office/drawing/2014/main" id="{0A05AFB6-FB9D-0E04-2C1F-0386ED4616F0}"/>
              </a:ext>
            </a:extLst>
          </p:cNvPr>
          <p:cNvPicPr>
            <a:picLocks noChangeAspect="1"/>
          </p:cNvPicPr>
          <p:nvPr/>
        </p:nvPicPr>
        <p:blipFill>
          <a:blip r:embed="rId3"/>
          <a:stretch>
            <a:fillRect/>
          </a:stretch>
        </p:blipFill>
        <p:spPr>
          <a:xfrm>
            <a:off x="646981" y="889481"/>
            <a:ext cx="11018807" cy="5968520"/>
          </a:xfrm>
          <a:prstGeom prst="rect">
            <a:avLst/>
          </a:prstGeom>
        </p:spPr>
      </p:pic>
    </p:spTree>
    <p:custDataLst>
      <p:tags r:id="rId1"/>
    </p:custDataLst>
    <p:extLst>
      <p:ext uri="{BB962C8B-B14F-4D97-AF65-F5344CB8AC3E}">
        <p14:creationId xmlns:p14="http://schemas.microsoft.com/office/powerpoint/2010/main" val="27628782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7928447" cy="460375"/>
          </a:xfrm>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股东分析</a:t>
            </a:r>
            <a:r>
              <a:rPr lang="en-US" altLang="zh-CN" dirty="0"/>
              <a:t>-</a:t>
            </a:r>
            <a:r>
              <a:rPr lang="zh-CN" altLang="en-US" dirty="0"/>
              <a:t>股东追踪</a:t>
            </a:r>
            <a:endParaRPr dirty="0"/>
          </a:p>
        </p:txBody>
      </p:sp>
      <p:pic>
        <p:nvPicPr>
          <p:cNvPr id="5" name="图片 4">
            <a:extLst>
              <a:ext uri="{FF2B5EF4-FFF2-40B4-BE49-F238E27FC236}">
                <a16:creationId xmlns:a16="http://schemas.microsoft.com/office/drawing/2014/main" id="{F819E3DC-45C0-FE4C-108E-C969725B322F}"/>
              </a:ext>
            </a:extLst>
          </p:cNvPr>
          <p:cNvPicPr>
            <a:picLocks noChangeAspect="1"/>
          </p:cNvPicPr>
          <p:nvPr/>
        </p:nvPicPr>
        <p:blipFill>
          <a:blip r:embed="rId3"/>
          <a:stretch>
            <a:fillRect/>
          </a:stretch>
        </p:blipFill>
        <p:spPr>
          <a:xfrm>
            <a:off x="577748" y="879894"/>
            <a:ext cx="11036503" cy="5978106"/>
          </a:xfrm>
          <a:prstGeom prst="rect">
            <a:avLst/>
          </a:prstGeom>
        </p:spPr>
      </p:pic>
    </p:spTree>
    <p:custDataLst>
      <p:tags r:id="rId1"/>
    </p:custDataLst>
    <p:extLst>
      <p:ext uri="{BB962C8B-B14F-4D97-AF65-F5344CB8AC3E}">
        <p14:creationId xmlns:p14="http://schemas.microsoft.com/office/powerpoint/2010/main" val="749584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7574764" cy="460375"/>
          </a:xfrm>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机构分析</a:t>
            </a:r>
            <a:r>
              <a:rPr lang="en-US" altLang="zh-CN" dirty="0"/>
              <a:t>-</a:t>
            </a:r>
            <a:r>
              <a:rPr lang="zh-CN" altLang="en-US" dirty="0"/>
              <a:t>机构持仓</a:t>
            </a:r>
            <a:endParaRPr dirty="0"/>
          </a:p>
        </p:txBody>
      </p:sp>
      <p:pic>
        <p:nvPicPr>
          <p:cNvPr id="3" name="图片 2">
            <a:extLst>
              <a:ext uri="{FF2B5EF4-FFF2-40B4-BE49-F238E27FC236}">
                <a16:creationId xmlns:a16="http://schemas.microsoft.com/office/drawing/2014/main" id="{157F56E5-E073-2144-F64D-0A4ADC572AF7}"/>
              </a:ext>
            </a:extLst>
          </p:cNvPr>
          <p:cNvPicPr>
            <a:picLocks noChangeAspect="1"/>
          </p:cNvPicPr>
          <p:nvPr/>
        </p:nvPicPr>
        <p:blipFill>
          <a:blip r:embed="rId3"/>
          <a:stretch>
            <a:fillRect/>
          </a:stretch>
        </p:blipFill>
        <p:spPr>
          <a:xfrm>
            <a:off x="602411" y="906612"/>
            <a:ext cx="10987177" cy="5951388"/>
          </a:xfrm>
          <a:prstGeom prst="rect">
            <a:avLst/>
          </a:prstGeom>
        </p:spPr>
      </p:pic>
    </p:spTree>
    <p:custDataLst>
      <p:tags r:id="rId1"/>
    </p:custDataLst>
    <p:extLst>
      <p:ext uri="{BB962C8B-B14F-4D97-AF65-F5344CB8AC3E}">
        <p14:creationId xmlns:p14="http://schemas.microsoft.com/office/powerpoint/2010/main" val="19282655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7911194" cy="460375"/>
          </a:xfrm>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估值分析</a:t>
            </a:r>
            <a:r>
              <a:rPr lang="en-US" altLang="zh-CN" dirty="0"/>
              <a:t>-</a:t>
            </a:r>
            <a:r>
              <a:rPr lang="zh-CN" altLang="en-US" dirty="0"/>
              <a:t>估值走势</a:t>
            </a:r>
            <a:endParaRPr dirty="0"/>
          </a:p>
        </p:txBody>
      </p:sp>
      <p:pic>
        <p:nvPicPr>
          <p:cNvPr id="5" name="图片 4">
            <a:extLst>
              <a:ext uri="{FF2B5EF4-FFF2-40B4-BE49-F238E27FC236}">
                <a16:creationId xmlns:a16="http://schemas.microsoft.com/office/drawing/2014/main" id="{7C320FC5-6487-C268-4B3A-A50E61F0EBD0}"/>
              </a:ext>
            </a:extLst>
          </p:cNvPr>
          <p:cNvPicPr>
            <a:picLocks noChangeAspect="1"/>
          </p:cNvPicPr>
          <p:nvPr/>
        </p:nvPicPr>
        <p:blipFill>
          <a:blip r:embed="rId3"/>
          <a:stretch>
            <a:fillRect/>
          </a:stretch>
        </p:blipFill>
        <p:spPr>
          <a:xfrm>
            <a:off x="556735" y="940279"/>
            <a:ext cx="10925023" cy="5917721"/>
          </a:xfrm>
          <a:prstGeom prst="rect">
            <a:avLst/>
          </a:prstGeom>
        </p:spPr>
      </p:pic>
    </p:spTree>
    <p:custDataLst>
      <p:tags r:id="rId1"/>
    </p:custDataLst>
    <p:extLst>
      <p:ext uri="{BB962C8B-B14F-4D97-AF65-F5344CB8AC3E}">
        <p14:creationId xmlns:p14="http://schemas.microsoft.com/office/powerpoint/2010/main" val="29827631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A805-BAA5-76E4-19FD-89A25972354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E6B17EC-34D1-BE86-9CDB-441342884F94}"/>
              </a:ext>
            </a:extLst>
          </p:cNvPr>
          <p:cNvSpPr>
            <a:spLocks noGrp="1"/>
          </p:cNvSpPr>
          <p:nvPr>
            <p:ph type="title"/>
          </p:nvPr>
        </p:nvSpPr>
        <p:spPr>
          <a:xfrm>
            <a:off x="551319" y="354647"/>
            <a:ext cx="7911194" cy="460375"/>
          </a:xfrm>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指标</a:t>
            </a:r>
            <a:r>
              <a:rPr lang="en-US" altLang="zh-CN" dirty="0"/>
              <a:t>B</a:t>
            </a:r>
            <a:endParaRPr dirty="0"/>
          </a:p>
        </p:txBody>
      </p:sp>
      <p:pic>
        <p:nvPicPr>
          <p:cNvPr id="3" name="图片 2">
            <a:extLst>
              <a:ext uri="{FF2B5EF4-FFF2-40B4-BE49-F238E27FC236}">
                <a16:creationId xmlns:a16="http://schemas.microsoft.com/office/drawing/2014/main" id="{D409D9A4-84D9-686A-DD9F-17740857351F}"/>
              </a:ext>
            </a:extLst>
          </p:cNvPr>
          <p:cNvPicPr>
            <a:picLocks noChangeAspect="1"/>
          </p:cNvPicPr>
          <p:nvPr/>
        </p:nvPicPr>
        <p:blipFill>
          <a:blip r:embed="rId3"/>
          <a:stretch>
            <a:fillRect/>
          </a:stretch>
        </p:blipFill>
        <p:spPr>
          <a:xfrm>
            <a:off x="353683" y="989162"/>
            <a:ext cx="10834777" cy="5868838"/>
          </a:xfrm>
          <a:prstGeom prst="rect">
            <a:avLst/>
          </a:prstGeom>
        </p:spPr>
      </p:pic>
    </p:spTree>
    <p:custDataLst>
      <p:tags r:id="rId1"/>
    </p:custDataLst>
    <p:extLst>
      <p:ext uri="{BB962C8B-B14F-4D97-AF65-F5344CB8AC3E}">
        <p14:creationId xmlns:p14="http://schemas.microsoft.com/office/powerpoint/2010/main" val="36863413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51319" y="354647"/>
            <a:ext cx="7911194" cy="460375"/>
          </a:xfrm>
        </p:spPr>
        <p:txBody>
          <a:bodyPr>
            <a:normAutofit fontScale="90000"/>
          </a:bodyPr>
          <a:lstStyle/>
          <a:p>
            <a:r>
              <a:rPr lang="en-US" altLang="zh-CN" dirty="0"/>
              <a:t>4-3 </a:t>
            </a:r>
            <a:r>
              <a:rPr lang="zh-CN" altLang="en-US" dirty="0"/>
              <a:t>分析</a:t>
            </a:r>
            <a:r>
              <a:rPr lang="en-US" altLang="zh-CN" dirty="0"/>
              <a:t>-</a:t>
            </a:r>
            <a:r>
              <a:rPr lang="zh-CN" altLang="en-US" dirty="0"/>
              <a:t>股票分析</a:t>
            </a:r>
            <a:r>
              <a:rPr lang="en-US" altLang="zh-CN" dirty="0"/>
              <a:t>-</a:t>
            </a:r>
            <a:r>
              <a:rPr lang="zh-CN" altLang="en-US" dirty="0"/>
              <a:t>基本面分析</a:t>
            </a:r>
            <a:r>
              <a:rPr lang="en-US" altLang="zh-CN" dirty="0"/>
              <a:t>-</a:t>
            </a:r>
            <a:r>
              <a:rPr lang="zh-CN" altLang="en-US" dirty="0"/>
              <a:t>估值分析</a:t>
            </a:r>
            <a:r>
              <a:rPr lang="en-US" altLang="zh-CN" dirty="0"/>
              <a:t>-</a:t>
            </a:r>
            <a:r>
              <a:rPr lang="zh-CN" altLang="en-US" dirty="0"/>
              <a:t>估值计算器</a:t>
            </a:r>
            <a:endParaRPr dirty="0"/>
          </a:p>
        </p:txBody>
      </p:sp>
      <p:pic>
        <p:nvPicPr>
          <p:cNvPr id="3" name="图片 2">
            <a:extLst>
              <a:ext uri="{FF2B5EF4-FFF2-40B4-BE49-F238E27FC236}">
                <a16:creationId xmlns:a16="http://schemas.microsoft.com/office/drawing/2014/main" id="{7F473F94-AE29-CB4E-4F4D-E565DAAF144E}"/>
              </a:ext>
            </a:extLst>
          </p:cNvPr>
          <p:cNvPicPr>
            <a:picLocks noChangeAspect="1"/>
          </p:cNvPicPr>
          <p:nvPr/>
        </p:nvPicPr>
        <p:blipFill>
          <a:blip r:embed="rId3"/>
          <a:stretch>
            <a:fillRect/>
          </a:stretch>
        </p:blipFill>
        <p:spPr>
          <a:xfrm>
            <a:off x="599536" y="892046"/>
            <a:ext cx="10992928" cy="5965954"/>
          </a:xfrm>
          <a:prstGeom prst="rect">
            <a:avLst/>
          </a:prstGeom>
        </p:spPr>
      </p:pic>
    </p:spTree>
    <p:custDataLst>
      <p:tags r:id="rId1"/>
    </p:custDataLst>
    <p:extLst>
      <p:ext uri="{BB962C8B-B14F-4D97-AF65-F5344CB8AC3E}">
        <p14:creationId xmlns:p14="http://schemas.microsoft.com/office/powerpoint/2010/main" val="10280428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buClrTx/>
              <a:buSzTx/>
            </a:pPr>
            <a:r>
              <a:rPr lang="en-US" altLang="zh-CN" sz="2400" dirty="0"/>
              <a:t>4-3 </a:t>
            </a:r>
            <a:r>
              <a:rPr lang="zh-CN" altLang="en-US" sz="2400" dirty="0"/>
              <a:t>分析</a:t>
            </a:r>
            <a:r>
              <a:rPr lang="en-US" altLang="zh-CN" sz="2400" dirty="0"/>
              <a:t>-</a:t>
            </a:r>
            <a:r>
              <a:rPr lang="zh-CN" altLang="en-US" sz="2400" dirty="0"/>
              <a:t>股票分析</a:t>
            </a:r>
            <a:r>
              <a:rPr lang="en-US" altLang="zh-CN" sz="2400" dirty="0"/>
              <a:t>-</a:t>
            </a:r>
            <a:r>
              <a:rPr lang="zh-CN" altLang="en-US" sz="2400" dirty="0"/>
              <a:t>风险分析</a:t>
            </a:r>
            <a:r>
              <a:rPr lang="en-US" altLang="zh-CN" sz="2400" dirty="0"/>
              <a:t>-</a:t>
            </a:r>
            <a:r>
              <a:rPr lang="zh-CN" altLang="en-US" sz="2400" dirty="0"/>
              <a:t>扫雷宝</a:t>
            </a:r>
            <a:endParaRPr lang="zh-CN" altLang="en-US" sz="2665" dirty="0">
              <a:cs typeface="微软雅黑" panose="020B0503020204020204" pitchFamily="34" charset="-122"/>
              <a:sym typeface="+mn-ea"/>
            </a:endParaRPr>
          </a:p>
        </p:txBody>
      </p:sp>
      <p:sp>
        <p:nvSpPr>
          <p:cNvPr id="9" name="线形标注 2(带强调线) 8"/>
          <p:cNvSpPr/>
          <p:nvPr>
            <p:custDataLst>
              <p:tags r:id="rId1"/>
            </p:custDataLst>
          </p:nvPr>
        </p:nvSpPr>
        <p:spPr>
          <a:xfrm>
            <a:off x="3349625" y="5281930"/>
            <a:ext cx="2319020" cy="797560"/>
          </a:xfrm>
          <a:prstGeom prst="accentCallout2">
            <a:avLst>
              <a:gd name="adj1" fmla="val 18750"/>
              <a:gd name="adj2" fmla="val -8333"/>
              <a:gd name="adj3" fmla="val 18750"/>
              <a:gd name="adj4" fmla="val -16667"/>
              <a:gd name="adj5" fmla="val -10979"/>
              <a:gd name="adj6" fmla="val -2642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成分股行情列表</a:t>
            </a:r>
          </a:p>
        </p:txBody>
      </p:sp>
      <p:sp>
        <p:nvSpPr>
          <p:cNvPr id="7" name="线形标注 2(带强调线) 6"/>
          <p:cNvSpPr/>
          <p:nvPr>
            <p:custDataLst>
              <p:tags r:id="rId2"/>
            </p:custDataLst>
          </p:nvPr>
        </p:nvSpPr>
        <p:spPr>
          <a:xfrm>
            <a:off x="9834880" y="5442585"/>
            <a:ext cx="1428865" cy="1017905"/>
          </a:xfrm>
          <a:prstGeom prst="accentCallout2">
            <a:avLst>
              <a:gd name="adj1" fmla="val 66625"/>
              <a:gd name="adj2" fmla="val -5749"/>
              <a:gd name="adj3" fmla="val 65938"/>
              <a:gd name="adj4" fmla="val -13364"/>
              <a:gd name="adj5" fmla="val 23892"/>
              <a:gd name="adj6" fmla="val -34175"/>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pitchFamily="34" charset="-122"/>
                <a:ea typeface="微软雅黑" panose="020B0503020204020204" pitchFamily="34" charset="-122"/>
              </a:rPr>
              <a:t>个股关联</a:t>
            </a: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品类网状图</a:t>
            </a:r>
          </a:p>
        </p:txBody>
      </p:sp>
      <p:sp>
        <p:nvSpPr>
          <p:cNvPr id="8" name="线形标注 2(带强调线) 7"/>
          <p:cNvSpPr/>
          <p:nvPr>
            <p:custDataLst>
              <p:tags r:id="rId3"/>
            </p:custDataLst>
          </p:nvPr>
        </p:nvSpPr>
        <p:spPr>
          <a:xfrm>
            <a:off x="6349133" y="1558520"/>
            <a:ext cx="2794866" cy="769043"/>
          </a:xfrm>
          <a:prstGeom prst="accentCallout2">
            <a:avLst>
              <a:gd name="adj1" fmla="val 18750"/>
              <a:gd name="adj2" fmla="val -8333"/>
              <a:gd name="adj3" fmla="val -167"/>
              <a:gd name="adj4" fmla="val -22243"/>
              <a:gd name="adj5" fmla="val 40365"/>
              <a:gd name="adj6" fmla="val -3757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提供最新最热主题，辅助用户抓住热点</a:t>
            </a:r>
            <a:endParaRPr lang="zh-CN" sz="1200" dirty="0">
              <a:solidFill>
                <a:schemeClr val="tx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1D769C50-60CF-A62F-1B6E-C2E06E4F0FC2}"/>
              </a:ext>
            </a:extLst>
          </p:cNvPr>
          <p:cNvPicPr>
            <a:picLocks noChangeAspect="1"/>
          </p:cNvPicPr>
          <p:nvPr/>
        </p:nvPicPr>
        <p:blipFill>
          <a:blip r:embed="rId5"/>
          <a:stretch>
            <a:fillRect/>
          </a:stretch>
        </p:blipFill>
        <p:spPr>
          <a:xfrm>
            <a:off x="551319" y="912843"/>
            <a:ext cx="11077089" cy="5945157"/>
          </a:xfrm>
          <a:prstGeom prst="rect">
            <a:avLst/>
          </a:prstGeom>
        </p:spPr>
      </p:pic>
    </p:spTree>
    <p:extLst>
      <p:ext uri="{BB962C8B-B14F-4D97-AF65-F5344CB8AC3E}">
        <p14:creationId xmlns:p14="http://schemas.microsoft.com/office/powerpoint/2010/main" val="13525748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buClrTx/>
              <a:buSzTx/>
            </a:pPr>
            <a:r>
              <a:rPr lang="en-US" altLang="zh-CN" sz="2400" dirty="0"/>
              <a:t>4-3 </a:t>
            </a:r>
            <a:r>
              <a:rPr lang="zh-CN" altLang="en-US" sz="2400" dirty="0"/>
              <a:t>分析</a:t>
            </a:r>
            <a:r>
              <a:rPr lang="en-US" altLang="zh-CN" sz="2400" dirty="0"/>
              <a:t>-</a:t>
            </a:r>
            <a:r>
              <a:rPr lang="zh-CN" altLang="en-US" sz="2400" dirty="0"/>
              <a:t>股票分析</a:t>
            </a:r>
            <a:r>
              <a:rPr lang="en-US" altLang="zh-CN" sz="2400" dirty="0"/>
              <a:t>-</a:t>
            </a:r>
            <a:r>
              <a:rPr lang="zh-CN" altLang="en-US" sz="2400" dirty="0"/>
              <a:t>风险扫描</a:t>
            </a:r>
            <a:endParaRPr lang="zh-CN" altLang="en-US" sz="2665" dirty="0">
              <a:cs typeface="微软雅黑" panose="020B0503020204020204" pitchFamily="34" charset="-122"/>
              <a:sym typeface="+mn-ea"/>
            </a:endParaRPr>
          </a:p>
        </p:txBody>
      </p:sp>
      <p:sp>
        <p:nvSpPr>
          <p:cNvPr id="9" name="线形标注 2(带强调线) 8"/>
          <p:cNvSpPr/>
          <p:nvPr>
            <p:custDataLst>
              <p:tags r:id="rId1"/>
            </p:custDataLst>
          </p:nvPr>
        </p:nvSpPr>
        <p:spPr>
          <a:xfrm>
            <a:off x="3349625" y="5281930"/>
            <a:ext cx="2319020" cy="797560"/>
          </a:xfrm>
          <a:prstGeom prst="accentCallout2">
            <a:avLst>
              <a:gd name="adj1" fmla="val 18750"/>
              <a:gd name="adj2" fmla="val -8333"/>
              <a:gd name="adj3" fmla="val 18750"/>
              <a:gd name="adj4" fmla="val -16667"/>
              <a:gd name="adj5" fmla="val -10979"/>
              <a:gd name="adj6" fmla="val -2642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成分股行情列表</a:t>
            </a:r>
          </a:p>
        </p:txBody>
      </p:sp>
      <p:sp>
        <p:nvSpPr>
          <p:cNvPr id="7" name="线形标注 2(带强调线) 6"/>
          <p:cNvSpPr/>
          <p:nvPr>
            <p:custDataLst>
              <p:tags r:id="rId2"/>
            </p:custDataLst>
          </p:nvPr>
        </p:nvSpPr>
        <p:spPr>
          <a:xfrm>
            <a:off x="9834880" y="5442585"/>
            <a:ext cx="1428865" cy="1017905"/>
          </a:xfrm>
          <a:prstGeom prst="accentCallout2">
            <a:avLst>
              <a:gd name="adj1" fmla="val 66625"/>
              <a:gd name="adj2" fmla="val -5749"/>
              <a:gd name="adj3" fmla="val 65938"/>
              <a:gd name="adj4" fmla="val -13364"/>
              <a:gd name="adj5" fmla="val 23892"/>
              <a:gd name="adj6" fmla="val -34175"/>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pitchFamily="34" charset="-122"/>
                <a:ea typeface="微软雅黑" panose="020B0503020204020204" pitchFamily="34" charset="-122"/>
              </a:rPr>
              <a:t>个股关联</a:t>
            </a: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品类网状图</a:t>
            </a:r>
          </a:p>
        </p:txBody>
      </p:sp>
      <p:sp>
        <p:nvSpPr>
          <p:cNvPr id="8" name="线形标注 2(带强调线) 7"/>
          <p:cNvSpPr/>
          <p:nvPr>
            <p:custDataLst>
              <p:tags r:id="rId3"/>
            </p:custDataLst>
          </p:nvPr>
        </p:nvSpPr>
        <p:spPr>
          <a:xfrm>
            <a:off x="6349133" y="1558520"/>
            <a:ext cx="2794866" cy="769043"/>
          </a:xfrm>
          <a:prstGeom prst="accentCallout2">
            <a:avLst>
              <a:gd name="adj1" fmla="val 18750"/>
              <a:gd name="adj2" fmla="val -8333"/>
              <a:gd name="adj3" fmla="val -167"/>
              <a:gd name="adj4" fmla="val -22243"/>
              <a:gd name="adj5" fmla="val 40365"/>
              <a:gd name="adj6" fmla="val -3757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提供最新最热主题，辅助用户抓住热点</a:t>
            </a:r>
            <a:endParaRPr lang="zh-CN" sz="1200" dirty="0">
              <a:solidFill>
                <a:schemeClr val="tx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197094B-1E1F-668E-488B-0FB05A02FC92}"/>
              </a:ext>
            </a:extLst>
          </p:cNvPr>
          <p:cNvPicPr>
            <a:picLocks noChangeAspect="1"/>
          </p:cNvPicPr>
          <p:nvPr/>
        </p:nvPicPr>
        <p:blipFill>
          <a:blip r:embed="rId5"/>
          <a:stretch>
            <a:fillRect/>
          </a:stretch>
        </p:blipFill>
        <p:spPr>
          <a:xfrm>
            <a:off x="474454" y="891757"/>
            <a:ext cx="11084942" cy="5966244"/>
          </a:xfrm>
          <a:prstGeom prst="rect">
            <a:avLst/>
          </a:prstGeom>
        </p:spPr>
      </p:pic>
    </p:spTree>
    <p:extLst>
      <p:ext uri="{BB962C8B-B14F-4D97-AF65-F5344CB8AC3E}">
        <p14:creationId xmlns:p14="http://schemas.microsoft.com/office/powerpoint/2010/main" val="6049235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840740" y="815340"/>
            <a:ext cx="10063480" cy="572770"/>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市场分析，对市场整体概况、一级市场发行情况、二级市场成交情况分类统计分析。</a:t>
            </a:r>
          </a:p>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市场概况包括债市概览、同业存单概览、基本资料、金融机构债、地方政府债、资产支持证券、存量债统计等。</a:t>
            </a:r>
          </a:p>
        </p:txBody>
      </p:sp>
      <p:pic>
        <p:nvPicPr>
          <p:cNvPr id="3" name="图片 2"/>
          <p:cNvPicPr>
            <a:picLocks noChangeAspect="1"/>
          </p:cNvPicPr>
          <p:nvPr>
            <p:custDataLst>
              <p:tags r:id="rId2"/>
            </p:custDataLst>
          </p:nvPr>
        </p:nvPicPr>
        <p:blipFill>
          <a:blip r:embed="rId7"/>
          <a:stretch>
            <a:fillRect/>
          </a:stretch>
        </p:blipFill>
        <p:spPr>
          <a:xfrm>
            <a:off x="1311910" y="1464945"/>
            <a:ext cx="9568180" cy="5193030"/>
          </a:xfrm>
          <a:prstGeom prst="rect">
            <a:avLst/>
          </a:prstGeom>
        </p:spPr>
      </p:pic>
      <p:sp>
        <p:nvSpPr>
          <p:cNvPr id="4" name="线形标注 2(带强调线) 3"/>
          <p:cNvSpPr/>
          <p:nvPr>
            <p:custDataLst>
              <p:tags r:id="rId3"/>
            </p:custDataLst>
          </p:nvPr>
        </p:nvSpPr>
        <p:spPr>
          <a:xfrm>
            <a:off x="0" y="2724150"/>
            <a:ext cx="1113155" cy="1163320"/>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几百个功能融合，功能树高度聚合集成，减少菜单树</a:t>
            </a:r>
          </a:p>
        </p:txBody>
      </p:sp>
      <p:sp>
        <p:nvSpPr>
          <p:cNvPr id="2" name="线形标注 2(带强调线) 1"/>
          <p:cNvSpPr/>
          <p:nvPr/>
        </p:nvSpPr>
        <p:spPr>
          <a:xfrm flipH="1">
            <a:off x="7487920" y="1918970"/>
            <a:ext cx="1407160" cy="736600"/>
          </a:xfrm>
          <a:prstGeom prst="accentCallout2">
            <a:avLst>
              <a:gd name="adj1" fmla="val 32327"/>
              <a:gd name="adj2" fmla="val 100812"/>
              <a:gd name="adj3" fmla="val 30906"/>
              <a:gd name="adj4" fmla="val 122035"/>
              <a:gd name="adj5" fmla="val 8024"/>
              <a:gd name="adj6" fmla="val 14928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同类子功能，以债券域的形式一目了然，方便用户查找。</a:t>
            </a:r>
          </a:p>
        </p:txBody>
      </p:sp>
      <p:sp>
        <p:nvSpPr>
          <p:cNvPr id="7" name="线形标注 2(带强调线) 6"/>
          <p:cNvSpPr/>
          <p:nvPr/>
        </p:nvSpPr>
        <p:spPr>
          <a:xfrm flipH="1">
            <a:off x="4799330" y="2557145"/>
            <a:ext cx="1407160" cy="736600"/>
          </a:xfrm>
          <a:prstGeom prst="accentCallout2">
            <a:avLst>
              <a:gd name="adj1" fmla="val 31066"/>
              <a:gd name="adj2" fmla="val 106420"/>
              <a:gd name="adj3" fmla="val 30906"/>
              <a:gd name="adj4" fmla="val 122035"/>
              <a:gd name="adj5" fmla="val -5258"/>
              <a:gd name="adj6" fmla="val 143682"/>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所有栏目支持点击排序，点击债券代码和名称跳转到债券行情。</a:t>
            </a:r>
          </a:p>
        </p:txBody>
      </p:sp>
      <p:pic>
        <p:nvPicPr>
          <p:cNvPr id="6" name="图片 5"/>
          <p:cNvPicPr>
            <a:picLocks noChangeAspect="1"/>
          </p:cNvPicPr>
          <p:nvPr>
            <p:custDataLst>
              <p:tags r:id="rId4"/>
            </p:custDataLst>
          </p:nvPr>
        </p:nvPicPr>
        <p:blipFill>
          <a:blip r:embed="rId8"/>
          <a:stretch>
            <a:fillRect/>
          </a:stretch>
        </p:blipFill>
        <p:spPr>
          <a:xfrm>
            <a:off x="6539230" y="3068320"/>
            <a:ext cx="1752600" cy="3286125"/>
          </a:xfrm>
          <a:prstGeom prst="rect">
            <a:avLst/>
          </a:prstGeom>
        </p:spPr>
      </p:pic>
      <p:sp>
        <p:nvSpPr>
          <p:cNvPr id="11" name="标题 9">
            <a:extLst>
              <a:ext uri="{FF2B5EF4-FFF2-40B4-BE49-F238E27FC236}">
                <a16:creationId xmlns:a16="http://schemas.microsoft.com/office/drawing/2014/main" id="{5F5FD5E5-158C-0571-CE2F-2DF8DD0B0F3B}"/>
              </a:ext>
            </a:extLst>
          </p:cNvPr>
          <p:cNvSpPr>
            <a:spLocks noGrp="1"/>
          </p:cNvSpPr>
          <p:nvPr>
            <p:ph type="title"/>
          </p:nvPr>
        </p:nvSpPr>
        <p:spPr>
          <a:xfrm>
            <a:off x="551319" y="355282"/>
            <a:ext cx="6854747" cy="460375"/>
          </a:xfrm>
        </p:spPr>
        <p:txBody>
          <a:bodyPr>
            <a:normAutofit/>
          </a:bodyPr>
          <a:lstStyle/>
          <a:p>
            <a:pPr fontAlgn="auto"/>
            <a:r>
              <a:rPr kumimoji="1" lang="en-US" altLang="zh-CN" sz="2400" b="1" noProof="1">
                <a:solidFill>
                  <a:srgbClr val="9A0000"/>
                </a:solidFill>
                <a:latin typeface="微软雅黑" panose="020B0503020204020204" charset="-122"/>
                <a:ea typeface="微软雅黑" panose="020B0503020204020204" charset="-122"/>
                <a:sym typeface="+mn-ea"/>
              </a:rPr>
              <a:t>4-4 </a:t>
            </a:r>
            <a:r>
              <a:rPr kumimoji="1" lang="zh-CN" altLang="en-US" sz="2400" b="1" dirty="0">
                <a:solidFill>
                  <a:srgbClr val="9A0000"/>
                </a:solidFill>
                <a:latin typeface="微软雅黑" panose="020B0503020204020204" charset="-122"/>
                <a:ea typeface="微软雅黑" panose="020B0503020204020204" charset="-122"/>
              </a:rPr>
              <a:t>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债券分析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noProof="1">
                <a:solidFill>
                  <a:srgbClr val="9A0000"/>
                </a:solidFill>
                <a:latin typeface="微软雅黑" panose="020B0503020204020204" charset="-122"/>
                <a:ea typeface="微软雅黑" panose="020B0503020204020204" charset="-122"/>
                <a:sym typeface="+mn-ea"/>
              </a:rPr>
              <a:t>市场整体分析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7" grpId="0" animBg="1"/>
      <p:bldP spid="7"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normAutofit/>
          </a:bodyPr>
          <a:lstStyle/>
          <a:p>
            <a:pPr fontAlgn="auto"/>
            <a:r>
              <a:rPr kumimoji="1" lang="en-US" altLang="zh-CN" sz="2400" b="1" noProof="1">
                <a:solidFill>
                  <a:srgbClr val="9A0000"/>
                </a:solidFill>
                <a:latin typeface="微软雅黑" panose="020B0503020204020204" charset="-122"/>
                <a:ea typeface="微软雅黑" panose="020B0503020204020204" charset="-122"/>
                <a:sym typeface="+mn-ea"/>
              </a:rPr>
              <a:t>4-4 </a:t>
            </a:r>
            <a:r>
              <a:rPr kumimoji="1" lang="zh-CN" altLang="en-US" sz="2400" b="1" dirty="0">
                <a:solidFill>
                  <a:srgbClr val="9A0000"/>
                </a:solidFill>
                <a:latin typeface="微软雅黑" panose="020B0503020204020204" charset="-122"/>
                <a:ea typeface="微软雅黑" panose="020B0503020204020204" charset="-122"/>
              </a:rPr>
              <a:t>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债券分析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noProof="1">
                <a:solidFill>
                  <a:srgbClr val="9A0000"/>
                </a:solidFill>
                <a:latin typeface="微软雅黑" panose="020B0503020204020204" charset="-122"/>
                <a:ea typeface="微软雅黑" panose="020B0503020204020204" charset="-122"/>
                <a:sym typeface="+mn-ea"/>
              </a:rPr>
              <a:t>利率债分析</a:t>
            </a:r>
          </a:p>
        </p:txBody>
      </p:sp>
      <p:sp>
        <p:nvSpPr>
          <p:cNvPr id="5" name="矩形 4"/>
          <p:cNvSpPr/>
          <p:nvPr>
            <p:custDataLst>
              <p:tags r:id="rId1"/>
            </p:custDataLst>
          </p:nvPr>
        </p:nvSpPr>
        <p:spPr>
          <a:xfrm>
            <a:off x="886460" y="815340"/>
            <a:ext cx="10328275" cy="43116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利率债招标实时展示利率债一级市场发行进度以及与该债券相似的一级市场、二级市场债券情况，并可对发行结果进行预测。</a:t>
            </a:r>
          </a:p>
        </p:txBody>
      </p:sp>
      <p:pic>
        <p:nvPicPr>
          <p:cNvPr id="7" name="图片 6"/>
          <p:cNvPicPr>
            <a:picLocks noChangeAspect="1"/>
          </p:cNvPicPr>
          <p:nvPr>
            <p:custDataLst>
              <p:tags r:id="rId2"/>
            </p:custDataLst>
          </p:nvPr>
        </p:nvPicPr>
        <p:blipFill>
          <a:blip r:embed="rId5"/>
          <a:stretch>
            <a:fillRect/>
          </a:stretch>
        </p:blipFill>
        <p:spPr>
          <a:xfrm>
            <a:off x="1310640" y="1388110"/>
            <a:ext cx="9276349" cy="5400000"/>
          </a:xfrm>
          <a:prstGeom prst="rect">
            <a:avLst/>
          </a:prstGeom>
        </p:spPr>
      </p:pic>
      <p:sp>
        <p:nvSpPr>
          <p:cNvPr id="6" name="线形标注 2(带强调线) 5"/>
          <p:cNvSpPr/>
          <p:nvPr/>
        </p:nvSpPr>
        <p:spPr>
          <a:xfrm flipH="1">
            <a:off x="10052050" y="2896235"/>
            <a:ext cx="2007235" cy="1065530"/>
          </a:xfrm>
          <a:prstGeom prst="accentCallout2">
            <a:avLst>
              <a:gd name="adj1" fmla="val 31066"/>
              <a:gd name="adj2" fmla="val 106420"/>
              <a:gd name="adj3" fmla="val 30906"/>
              <a:gd name="adj4" fmla="val 122035"/>
              <a:gd name="adj5" fmla="val 12932"/>
              <a:gd name="adj6" fmla="val 127428"/>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t>支持</a:t>
            </a:r>
            <a:r>
              <a:rPr lang="en-US" altLang="zh-CN" sz="1200"/>
              <a:t>26</a:t>
            </a:r>
            <a:r>
              <a:rPr lang="zh-CN" altLang="en-US" sz="1200"/>
              <a:t>个行情栏目，除成交报价，还支持估值，评级，发行人类型行业地区等信息。竞品支持</a:t>
            </a:r>
            <a:r>
              <a:rPr lang="en-US" altLang="zh-CN" sz="1200"/>
              <a:t>10</a:t>
            </a:r>
            <a:r>
              <a:rPr lang="zh-CN" altLang="en-US" sz="1200"/>
              <a:t>个</a:t>
            </a:r>
          </a:p>
        </p:txBody>
      </p:sp>
      <p:sp>
        <p:nvSpPr>
          <p:cNvPr id="8" name="线形标注 2(带强调线) 7"/>
          <p:cNvSpPr/>
          <p:nvPr/>
        </p:nvSpPr>
        <p:spPr>
          <a:xfrm>
            <a:off x="3883025" y="4832985"/>
            <a:ext cx="1663065" cy="1065530"/>
          </a:xfrm>
          <a:prstGeom prst="accentCallout2">
            <a:avLst>
              <a:gd name="adj1" fmla="val 31066"/>
              <a:gd name="adj2" fmla="val 106420"/>
              <a:gd name="adj3" fmla="val 30906"/>
              <a:gd name="adj4" fmla="val 122035"/>
              <a:gd name="adj5" fmla="val 15673"/>
              <a:gd name="adj6" fmla="val 13243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t>支持上周、本周、下周的明细数据，并且右侧可根据时间区间筛选。竞品只有当天</a:t>
            </a:r>
          </a:p>
        </p:txBody>
      </p:sp>
      <p:sp>
        <p:nvSpPr>
          <p:cNvPr id="9" name="线形标注 2(带强调线) 8"/>
          <p:cNvSpPr/>
          <p:nvPr/>
        </p:nvSpPr>
        <p:spPr>
          <a:xfrm flipH="1">
            <a:off x="10466070" y="4832985"/>
            <a:ext cx="1504950" cy="1320165"/>
          </a:xfrm>
          <a:prstGeom prst="accentCallout2">
            <a:avLst>
              <a:gd name="adj1" fmla="val 42967"/>
              <a:gd name="adj2" fmla="val 96410"/>
              <a:gd name="adj3" fmla="val 28717"/>
              <a:gd name="adj4" fmla="val 119507"/>
              <a:gd name="adj5" fmla="val 3864"/>
              <a:gd name="adj6" fmla="val 12563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t>支持</a:t>
            </a:r>
            <a:r>
              <a:rPr lang="en-US" altLang="zh-CN" sz="1200"/>
              <a:t>16</a:t>
            </a:r>
            <a:r>
              <a:rPr lang="zh-CN" altLang="en-US" sz="1200"/>
              <a:t>只国债期货行情走势图，并且与上方的债券联动。竞品不支持</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113155" y="815340"/>
            <a:ext cx="9013825" cy="69532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10Y利率债活跃券，每日计算10年期国开/国债的活跃券，并形成历史连续行情走势图形，同时也可计算国债/国开债的1Y、2Y、3Y、5Y、7Y、20Y的活跃券走势。</a:t>
            </a:r>
          </a:p>
        </p:txBody>
      </p:sp>
      <p:pic>
        <p:nvPicPr>
          <p:cNvPr id="3" name="图片 2"/>
          <p:cNvPicPr>
            <a:picLocks noChangeAspect="1"/>
          </p:cNvPicPr>
          <p:nvPr>
            <p:custDataLst>
              <p:tags r:id="rId2"/>
            </p:custDataLst>
          </p:nvPr>
        </p:nvPicPr>
        <p:blipFill>
          <a:blip r:embed="rId7"/>
          <a:stretch>
            <a:fillRect/>
          </a:stretch>
        </p:blipFill>
        <p:spPr>
          <a:xfrm>
            <a:off x="1448435" y="1674495"/>
            <a:ext cx="8678814" cy="4680000"/>
          </a:xfrm>
          <a:prstGeom prst="rect">
            <a:avLst/>
          </a:prstGeom>
        </p:spPr>
      </p:pic>
      <p:sp>
        <p:nvSpPr>
          <p:cNvPr id="6" name="线形标注 2(带强调线) 5"/>
          <p:cNvSpPr/>
          <p:nvPr>
            <p:custDataLst>
              <p:tags r:id="rId3"/>
            </p:custDataLst>
          </p:nvPr>
        </p:nvSpPr>
        <p:spPr>
          <a:xfrm>
            <a:off x="184150" y="2214245"/>
            <a:ext cx="1066800" cy="1310640"/>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t>支持三种转换方式，三种图形类型，四种时间范围的筛选</a:t>
            </a:r>
          </a:p>
        </p:txBody>
      </p:sp>
      <p:sp>
        <p:nvSpPr>
          <p:cNvPr id="2" name="线形标注 2(带强调线) 1"/>
          <p:cNvSpPr/>
          <p:nvPr>
            <p:custDataLst>
              <p:tags r:id="rId4"/>
            </p:custDataLst>
          </p:nvPr>
        </p:nvSpPr>
        <p:spPr>
          <a:xfrm flipH="1">
            <a:off x="10324465" y="3839845"/>
            <a:ext cx="1471930" cy="1310640"/>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t>生成</a:t>
            </a:r>
            <a:r>
              <a:rPr lang="en-US" altLang="zh-CN" sz="1200"/>
              <a:t>K</a:t>
            </a:r>
            <a:r>
              <a:rPr lang="zh-CN" altLang="en-US" sz="1200"/>
              <a:t>线图后，可叠加几百种技术指标公式，竞品只支持</a:t>
            </a:r>
            <a:r>
              <a:rPr lang="en-US" altLang="zh-CN" sz="1200"/>
              <a:t>6</a:t>
            </a:r>
            <a:r>
              <a:rPr lang="zh-CN" altLang="en-US" sz="1200"/>
              <a:t>个</a:t>
            </a:r>
            <a:r>
              <a:rPr lang="en-US" altLang="zh-CN" sz="1200"/>
              <a:t>MA</a:t>
            </a:r>
            <a:r>
              <a:rPr lang="zh-CN" altLang="en-US" sz="1200"/>
              <a:t>指标</a:t>
            </a:r>
          </a:p>
        </p:txBody>
      </p:sp>
      <p:sp>
        <p:nvSpPr>
          <p:cNvPr id="8" name="标题 9">
            <a:extLst>
              <a:ext uri="{FF2B5EF4-FFF2-40B4-BE49-F238E27FC236}">
                <a16:creationId xmlns:a16="http://schemas.microsoft.com/office/drawing/2014/main" id="{06902CEF-5424-38DC-C88F-091275F0FAC9}"/>
              </a:ext>
            </a:extLst>
          </p:cNvPr>
          <p:cNvSpPr>
            <a:spLocks noGrp="1"/>
          </p:cNvSpPr>
          <p:nvPr>
            <p:ph type="title"/>
          </p:nvPr>
        </p:nvSpPr>
        <p:spPr>
          <a:xfrm>
            <a:off x="551319" y="355282"/>
            <a:ext cx="6854747" cy="460375"/>
          </a:xfrm>
        </p:spPr>
        <p:txBody>
          <a:bodyPr>
            <a:normAutofit/>
          </a:bodyPr>
          <a:lstStyle/>
          <a:p>
            <a:pPr fontAlgn="auto"/>
            <a:r>
              <a:rPr kumimoji="1" lang="en-US" altLang="zh-CN" sz="2400" b="1" noProof="1">
                <a:solidFill>
                  <a:srgbClr val="9A0000"/>
                </a:solidFill>
                <a:latin typeface="微软雅黑" panose="020B0503020204020204" charset="-122"/>
                <a:ea typeface="微软雅黑" panose="020B0503020204020204" charset="-122"/>
                <a:sym typeface="+mn-ea"/>
              </a:rPr>
              <a:t>4-4 </a:t>
            </a:r>
            <a:r>
              <a:rPr kumimoji="1" lang="zh-CN" altLang="en-US" sz="2400" b="1" dirty="0">
                <a:solidFill>
                  <a:srgbClr val="9A0000"/>
                </a:solidFill>
                <a:latin typeface="微软雅黑" panose="020B0503020204020204" charset="-122"/>
                <a:ea typeface="微软雅黑" panose="020B0503020204020204" charset="-122"/>
              </a:rPr>
              <a:t>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债券分析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noProof="1">
                <a:solidFill>
                  <a:srgbClr val="9A0000"/>
                </a:solidFill>
                <a:latin typeface="微软雅黑" panose="020B0503020204020204" charset="-122"/>
                <a:ea typeface="微软雅黑" panose="020B0503020204020204" charset="-122"/>
                <a:sym typeface="+mn-ea"/>
              </a:rPr>
              <a:t>利率债分析</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5"/>
          <a:stretch>
            <a:fillRect/>
          </a:stretch>
        </p:blipFill>
        <p:spPr>
          <a:xfrm>
            <a:off x="1212215" y="1609090"/>
            <a:ext cx="8657926" cy="5040000"/>
          </a:xfrm>
          <a:prstGeom prst="rect">
            <a:avLst/>
          </a:prstGeom>
        </p:spPr>
      </p:pic>
      <p:sp>
        <p:nvSpPr>
          <p:cNvPr id="5" name="矩形 4"/>
          <p:cNvSpPr/>
          <p:nvPr>
            <p:custDataLst>
              <p:tags r:id="rId2"/>
            </p:custDataLst>
          </p:nvPr>
        </p:nvSpPr>
        <p:spPr>
          <a:xfrm>
            <a:off x="1113155" y="815340"/>
            <a:ext cx="9013825" cy="69532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信用债研究，对信用债数据进行多维度的统计分析，包括信用债总览、信用评级、信用风险、信用研究等。</a:t>
            </a:r>
          </a:p>
        </p:txBody>
      </p:sp>
      <p:sp>
        <p:nvSpPr>
          <p:cNvPr id="4" name="线形标注 2(带强调线) 3"/>
          <p:cNvSpPr/>
          <p:nvPr/>
        </p:nvSpPr>
        <p:spPr>
          <a:xfrm>
            <a:off x="0" y="2724150"/>
            <a:ext cx="1113155" cy="1163320"/>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左侧采用二级功能树，第三级右侧平铺的形式。功能树高度聚合集成，同类功能大量整合。竞品功能树往下拖的很长。</a:t>
            </a:r>
          </a:p>
        </p:txBody>
      </p:sp>
      <p:sp>
        <p:nvSpPr>
          <p:cNvPr id="7" name="线形标注 2(带强调线) 6"/>
          <p:cNvSpPr/>
          <p:nvPr/>
        </p:nvSpPr>
        <p:spPr>
          <a:xfrm flipH="1">
            <a:off x="5289550" y="2937510"/>
            <a:ext cx="1407160" cy="736600"/>
          </a:xfrm>
          <a:prstGeom prst="accentCallout2">
            <a:avLst>
              <a:gd name="adj1" fmla="val 31066"/>
              <a:gd name="adj2" fmla="val 106420"/>
              <a:gd name="adj3" fmla="val 30906"/>
              <a:gd name="adj4" fmla="val 122035"/>
              <a:gd name="adj5" fmla="val -5258"/>
              <a:gd name="adj6" fmla="val 143682"/>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所有栏目支持点击排序，支持</a:t>
            </a:r>
            <a:r>
              <a:rPr lang="en-US" altLang="zh-CN" sz="1200">
                <a:solidFill>
                  <a:srgbClr val="000000"/>
                </a:solidFill>
                <a:latin typeface="微软雅黑" panose="020B0503020204020204" pitchFamily="34" charset="-122"/>
                <a:ea typeface="微软雅黑" panose="020B0503020204020204" pitchFamily="34" charset="-122"/>
                <a:sym typeface="+mn-ea"/>
              </a:rPr>
              <a:t>10</a:t>
            </a:r>
            <a:r>
              <a:rPr lang="zh-CN" altLang="en-US" sz="1200">
                <a:solidFill>
                  <a:srgbClr val="000000"/>
                </a:solidFill>
                <a:latin typeface="微软雅黑" panose="020B0503020204020204" pitchFamily="34" charset="-122"/>
                <a:ea typeface="微软雅黑" panose="020B0503020204020204" pitchFamily="34" charset="-122"/>
                <a:sym typeface="+mn-ea"/>
              </a:rPr>
              <a:t>余家评级机构。</a:t>
            </a:r>
          </a:p>
        </p:txBody>
      </p:sp>
      <p:sp>
        <p:nvSpPr>
          <p:cNvPr id="8" name="标题 9">
            <a:extLst>
              <a:ext uri="{FF2B5EF4-FFF2-40B4-BE49-F238E27FC236}">
                <a16:creationId xmlns:a16="http://schemas.microsoft.com/office/drawing/2014/main" id="{1D1191E4-7E46-1E1B-BDB5-98B8345638C5}"/>
              </a:ext>
            </a:extLst>
          </p:cNvPr>
          <p:cNvSpPr>
            <a:spLocks noGrp="1"/>
          </p:cNvSpPr>
          <p:nvPr>
            <p:ph type="title"/>
          </p:nvPr>
        </p:nvSpPr>
        <p:spPr>
          <a:xfrm>
            <a:off x="551319" y="355282"/>
            <a:ext cx="6854747" cy="460375"/>
          </a:xfrm>
        </p:spPr>
        <p:txBody>
          <a:bodyPr>
            <a:normAutofit/>
          </a:bodyPr>
          <a:lstStyle/>
          <a:p>
            <a:pPr fontAlgn="auto"/>
            <a:r>
              <a:rPr kumimoji="1" lang="en-US" altLang="zh-CN" sz="2400" b="1" noProof="1">
                <a:solidFill>
                  <a:srgbClr val="9A0000"/>
                </a:solidFill>
                <a:latin typeface="微软雅黑" panose="020B0503020204020204" charset="-122"/>
                <a:ea typeface="微软雅黑" panose="020B0503020204020204" charset="-122"/>
                <a:sym typeface="+mn-ea"/>
              </a:rPr>
              <a:t>4-4 </a:t>
            </a:r>
            <a:r>
              <a:rPr kumimoji="1" lang="zh-CN" altLang="en-US" sz="2400" b="1" dirty="0">
                <a:solidFill>
                  <a:srgbClr val="9A0000"/>
                </a:solidFill>
                <a:latin typeface="微软雅黑" panose="020B0503020204020204" charset="-122"/>
                <a:ea typeface="微软雅黑" panose="020B0503020204020204" charset="-122"/>
              </a:rPr>
              <a:t>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债券分析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noProof="1">
                <a:solidFill>
                  <a:srgbClr val="9A0000"/>
                </a:solidFill>
                <a:latin typeface="微软雅黑" panose="020B0503020204020204" charset="-122"/>
                <a:ea typeface="微软雅黑" panose="020B0503020204020204" charset="-122"/>
                <a:sym typeface="+mn-ea"/>
              </a:rPr>
              <a:t>信用债分析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113155" y="815340"/>
            <a:ext cx="9013825" cy="53911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pitchFamily="34" charset="-122"/>
                <a:ea typeface="微软雅黑" panose="020B0503020204020204" pitchFamily="34" charset="-122"/>
                <a:sym typeface="等线" panose="02010600030101010101" pitchFamily="2" charset="-122"/>
              </a:rPr>
              <a:t>城投债研究，对城投债数据进行专题统计分析，包括城投债券、城投主体、区域城投等。</a:t>
            </a:r>
          </a:p>
        </p:txBody>
      </p:sp>
      <p:pic>
        <p:nvPicPr>
          <p:cNvPr id="2" name="图片 1"/>
          <p:cNvPicPr>
            <a:picLocks noChangeAspect="1"/>
          </p:cNvPicPr>
          <p:nvPr>
            <p:custDataLst>
              <p:tags r:id="rId2"/>
            </p:custDataLst>
          </p:nvPr>
        </p:nvPicPr>
        <p:blipFill>
          <a:blip r:embed="rId5"/>
          <a:stretch>
            <a:fillRect/>
          </a:stretch>
        </p:blipFill>
        <p:spPr>
          <a:xfrm>
            <a:off x="1260475" y="1433830"/>
            <a:ext cx="9138920" cy="4959985"/>
          </a:xfrm>
          <a:prstGeom prst="rect">
            <a:avLst/>
          </a:prstGeom>
        </p:spPr>
      </p:pic>
      <p:sp>
        <p:nvSpPr>
          <p:cNvPr id="4" name="线形标注 2(带强调线) 3"/>
          <p:cNvSpPr/>
          <p:nvPr/>
        </p:nvSpPr>
        <p:spPr>
          <a:xfrm>
            <a:off x="0" y="2724150"/>
            <a:ext cx="1113155" cy="1447165"/>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功能的高度整合。从城投债券、城投主体、区域城投</a:t>
            </a:r>
            <a:r>
              <a:rPr lang="en-US" altLang="zh-CN" sz="1200">
                <a:solidFill>
                  <a:srgbClr val="000000"/>
                </a:solidFill>
                <a:latin typeface="微软雅黑" panose="020B0503020204020204" pitchFamily="34" charset="-122"/>
                <a:ea typeface="微软雅黑" panose="020B0503020204020204" pitchFamily="34" charset="-122"/>
                <a:sym typeface="+mn-ea"/>
              </a:rPr>
              <a:t>3</a:t>
            </a:r>
            <a:r>
              <a:rPr lang="zh-CN" altLang="en-US" sz="1200">
                <a:solidFill>
                  <a:srgbClr val="000000"/>
                </a:solidFill>
                <a:latin typeface="微软雅黑" panose="020B0503020204020204" pitchFamily="34" charset="-122"/>
                <a:ea typeface="微软雅黑" panose="020B0503020204020204" pitchFamily="34" charset="-122"/>
                <a:sym typeface="+mn-ea"/>
              </a:rPr>
              <a:t>个维度对城投债进行分析。竞品只有其中一两个维度。</a:t>
            </a:r>
          </a:p>
        </p:txBody>
      </p:sp>
      <p:sp>
        <p:nvSpPr>
          <p:cNvPr id="3" name="线形标注 2(带强调线) 2"/>
          <p:cNvSpPr/>
          <p:nvPr/>
        </p:nvSpPr>
        <p:spPr>
          <a:xfrm flipH="1">
            <a:off x="10399395" y="4587875"/>
            <a:ext cx="1386840" cy="1163320"/>
          </a:xfrm>
          <a:prstGeom prst="accentCallout2">
            <a:avLst>
              <a:gd name="adj1" fmla="val 31066"/>
              <a:gd name="adj2" fmla="val 106420"/>
              <a:gd name="adj3" fmla="val 30906"/>
              <a:gd name="adj4" fmla="val 122035"/>
              <a:gd name="adj5" fmla="val 5540"/>
              <a:gd name="adj6" fmla="val 15284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marL="9525" indent="0" algn="l" fontAlgn="ctr"/>
            <a:r>
              <a:rPr lang="zh-CN" altLang="en-US" sz="1200">
                <a:solidFill>
                  <a:srgbClr val="000000"/>
                </a:solidFill>
                <a:latin typeface="微软雅黑" panose="020B0503020204020204" pitchFamily="34" charset="-122"/>
                <a:ea typeface="微软雅黑" panose="020B0503020204020204" pitchFamily="34" charset="-122"/>
                <a:sym typeface="+mn-ea"/>
              </a:rPr>
              <a:t>包括城投平台评分，地位，实控人，资产，债务、营收等内容。相比竞品支持更多栏目</a:t>
            </a:r>
          </a:p>
        </p:txBody>
      </p:sp>
      <p:pic>
        <p:nvPicPr>
          <p:cNvPr id="6" name="图片 5"/>
          <p:cNvPicPr>
            <a:picLocks noChangeAspect="1"/>
          </p:cNvPicPr>
          <p:nvPr/>
        </p:nvPicPr>
        <p:blipFill>
          <a:blip r:embed="rId6"/>
          <a:stretch>
            <a:fillRect/>
          </a:stretch>
        </p:blipFill>
        <p:spPr>
          <a:xfrm>
            <a:off x="4007485" y="4231640"/>
            <a:ext cx="3162300" cy="2536190"/>
          </a:xfrm>
          <a:prstGeom prst="rect">
            <a:avLst/>
          </a:prstGeom>
        </p:spPr>
      </p:pic>
      <p:sp>
        <p:nvSpPr>
          <p:cNvPr id="9" name="标题 9">
            <a:extLst>
              <a:ext uri="{FF2B5EF4-FFF2-40B4-BE49-F238E27FC236}">
                <a16:creationId xmlns:a16="http://schemas.microsoft.com/office/drawing/2014/main" id="{66C50DF7-D5E7-32DD-949D-D8CEDB798D30}"/>
              </a:ext>
            </a:extLst>
          </p:cNvPr>
          <p:cNvSpPr>
            <a:spLocks noGrp="1"/>
          </p:cNvSpPr>
          <p:nvPr>
            <p:ph type="title"/>
          </p:nvPr>
        </p:nvSpPr>
        <p:spPr>
          <a:xfrm>
            <a:off x="551319" y="355282"/>
            <a:ext cx="6854747" cy="460375"/>
          </a:xfrm>
        </p:spPr>
        <p:txBody>
          <a:bodyPr>
            <a:normAutofit/>
          </a:bodyPr>
          <a:lstStyle/>
          <a:p>
            <a:pPr fontAlgn="auto"/>
            <a:r>
              <a:rPr kumimoji="1" lang="en-US" altLang="zh-CN" sz="2400" b="1" noProof="1">
                <a:solidFill>
                  <a:srgbClr val="9A0000"/>
                </a:solidFill>
                <a:latin typeface="微软雅黑" panose="020B0503020204020204" charset="-122"/>
                <a:ea typeface="微软雅黑" panose="020B0503020204020204" charset="-122"/>
                <a:sym typeface="+mn-ea"/>
              </a:rPr>
              <a:t>4-4 </a:t>
            </a:r>
            <a:r>
              <a:rPr kumimoji="1" lang="zh-CN" altLang="en-US" sz="2400" b="1" dirty="0">
                <a:solidFill>
                  <a:srgbClr val="9A0000"/>
                </a:solidFill>
                <a:latin typeface="微软雅黑" panose="020B0503020204020204" charset="-122"/>
                <a:ea typeface="微软雅黑" panose="020B0503020204020204" charset="-122"/>
              </a:rPr>
              <a:t>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债券分析</a:t>
            </a:r>
            <a:r>
              <a:rPr kumimoji="1" lang="en-US" altLang="zh-CN" sz="2400" b="1" dirty="0">
                <a:solidFill>
                  <a:srgbClr val="9A0000"/>
                </a:solidFill>
                <a:latin typeface="微软雅黑" panose="020B0503020204020204" charset="-122"/>
                <a:ea typeface="微软雅黑" panose="020B0503020204020204" charset="-122"/>
              </a:rPr>
              <a:t>-</a:t>
            </a:r>
            <a:r>
              <a:rPr kumimoji="1" lang="zh-CN" altLang="en-US" sz="2400" b="1" dirty="0">
                <a:solidFill>
                  <a:srgbClr val="9A0000"/>
                </a:solidFill>
                <a:latin typeface="微软雅黑" panose="020B0503020204020204" charset="-122"/>
                <a:ea typeface="微软雅黑" panose="020B0503020204020204" charset="-122"/>
              </a:rPr>
              <a:t>城投</a:t>
            </a:r>
            <a:r>
              <a:rPr kumimoji="1" lang="zh-CN" altLang="en-US" sz="2400" b="1" noProof="1">
                <a:solidFill>
                  <a:srgbClr val="9A0000"/>
                </a:solidFill>
                <a:latin typeface="微软雅黑" panose="020B0503020204020204" charset="-122"/>
                <a:ea typeface="微软雅黑" panose="020B0503020204020204" charset="-122"/>
                <a:sym typeface="+mn-ea"/>
              </a:rPr>
              <a:t>债分析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341743" y="3960495"/>
            <a:ext cx="2421507" cy="726440"/>
          </a:xfrm>
        </p:spPr>
        <p:txBody>
          <a:bodyPr/>
          <a:lstStyle/>
          <a:p>
            <a:r>
              <a:rPr lang="en-US" altLang="zh-CN" sz="6000" dirty="0"/>
              <a:t>05</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990000"/>
                </a:solidFill>
              </a:rPr>
              <a:t>板块、主题和行业</a:t>
            </a:r>
          </a:p>
        </p:txBody>
      </p:sp>
    </p:spTree>
    <p:extLst>
      <p:ext uri="{BB962C8B-B14F-4D97-AF65-F5344CB8AC3E}">
        <p14:creationId xmlns:p14="http://schemas.microsoft.com/office/powerpoint/2010/main" val="25187218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5-1-1 </a:t>
            </a:r>
            <a:r>
              <a:rPr lang="zh-CN" altLang="en-US" dirty="0"/>
              <a:t>板块、主题和行业</a:t>
            </a:r>
            <a:r>
              <a:rPr lang="en-US" altLang="zh-CN" dirty="0"/>
              <a:t>-</a:t>
            </a:r>
            <a:r>
              <a:rPr lang="zh-CN" altLang="en-US" dirty="0"/>
              <a:t>板块</a:t>
            </a:r>
            <a:r>
              <a:rPr lang="en-US" altLang="zh-CN" dirty="0"/>
              <a:t>-</a:t>
            </a:r>
            <a:r>
              <a:rPr lang="zh-CN" altLang="en-US" dirty="0"/>
              <a:t>板块分类</a:t>
            </a:r>
            <a:endParaRPr dirty="0"/>
          </a:p>
        </p:txBody>
      </p:sp>
      <p:pic>
        <p:nvPicPr>
          <p:cNvPr id="3" name="图片 2">
            <a:extLst>
              <a:ext uri="{FF2B5EF4-FFF2-40B4-BE49-F238E27FC236}">
                <a16:creationId xmlns:a16="http://schemas.microsoft.com/office/drawing/2014/main" id="{7FEEA403-1C76-0AF4-97C6-4A5E63D9822F}"/>
              </a:ext>
            </a:extLst>
          </p:cNvPr>
          <p:cNvPicPr>
            <a:picLocks noChangeAspect="1"/>
          </p:cNvPicPr>
          <p:nvPr/>
        </p:nvPicPr>
        <p:blipFill>
          <a:blip r:embed="rId3"/>
          <a:stretch>
            <a:fillRect/>
          </a:stretch>
        </p:blipFill>
        <p:spPr>
          <a:xfrm>
            <a:off x="551319" y="913203"/>
            <a:ext cx="10975009" cy="5944797"/>
          </a:xfrm>
          <a:prstGeom prst="rect">
            <a:avLst/>
          </a:prstGeom>
        </p:spPr>
      </p:pic>
    </p:spTree>
    <p:custDataLst>
      <p:tags r:id="rId1"/>
    </p:custDataLst>
    <p:extLst>
      <p:ext uri="{BB962C8B-B14F-4D97-AF65-F5344CB8AC3E}">
        <p14:creationId xmlns:p14="http://schemas.microsoft.com/office/powerpoint/2010/main" val="14177488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5-1-2 </a:t>
            </a:r>
            <a:r>
              <a:rPr lang="zh-CN" altLang="en-US" dirty="0"/>
              <a:t>板块、主题和行业</a:t>
            </a:r>
            <a:r>
              <a:rPr lang="en-US" altLang="zh-CN" dirty="0"/>
              <a:t>-</a:t>
            </a:r>
            <a:r>
              <a:rPr lang="zh-CN" altLang="en-US" dirty="0"/>
              <a:t>板块</a:t>
            </a:r>
            <a:r>
              <a:rPr lang="en-US" altLang="zh-CN" dirty="0"/>
              <a:t>-</a:t>
            </a:r>
            <a:r>
              <a:rPr lang="zh-CN" altLang="en-US" dirty="0"/>
              <a:t>板块地图</a:t>
            </a:r>
            <a:endParaRPr dirty="0"/>
          </a:p>
        </p:txBody>
      </p:sp>
      <p:pic>
        <p:nvPicPr>
          <p:cNvPr id="8" name="图片 7">
            <a:extLst>
              <a:ext uri="{FF2B5EF4-FFF2-40B4-BE49-F238E27FC236}">
                <a16:creationId xmlns:a16="http://schemas.microsoft.com/office/drawing/2014/main" id="{C66E6C25-E396-0292-8E1A-E2B6927F897E}"/>
              </a:ext>
            </a:extLst>
          </p:cNvPr>
          <p:cNvPicPr>
            <a:picLocks noChangeAspect="1"/>
          </p:cNvPicPr>
          <p:nvPr/>
        </p:nvPicPr>
        <p:blipFill>
          <a:blip r:embed="rId3"/>
          <a:stretch>
            <a:fillRect/>
          </a:stretch>
        </p:blipFill>
        <p:spPr>
          <a:xfrm>
            <a:off x="551319" y="830293"/>
            <a:ext cx="11128075" cy="6027707"/>
          </a:xfrm>
          <a:prstGeom prst="rect">
            <a:avLst/>
          </a:prstGeom>
        </p:spPr>
      </p:pic>
    </p:spTree>
    <p:custDataLst>
      <p:tags r:id="rId1"/>
    </p:custDataLst>
    <p:extLst>
      <p:ext uri="{BB962C8B-B14F-4D97-AF65-F5344CB8AC3E}">
        <p14:creationId xmlns:p14="http://schemas.microsoft.com/office/powerpoint/2010/main" val="24952599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5-1-3 </a:t>
            </a:r>
            <a:r>
              <a:rPr lang="zh-CN" altLang="en-US" dirty="0"/>
              <a:t>板块、主题和行业</a:t>
            </a:r>
            <a:r>
              <a:rPr lang="en-US" altLang="zh-CN" dirty="0"/>
              <a:t>-</a:t>
            </a:r>
            <a:r>
              <a:rPr lang="zh-CN" altLang="en-US" dirty="0"/>
              <a:t>板块</a:t>
            </a:r>
            <a:r>
              <a:rPr lang="en-US" altLang="zh-CN" dirty="0"/>
              <a:t>-</a:t>
            </a:r>
            <a:r>
              <a:rPr lang="zh-CN" altLang="en-US" dirty="0"/>
              <a:t>板块云图</a:t>
            </a:r>
            <a:endParaRPr dirty="0"/>
          </a:p>
        </p:txBody>
      </p:sp>
      <p:pic>
        <p:nvPicPr>
          <p:cNvPr id="3" name="图片 2">
            <a:extLst>
              <a:ext uri="{FF2B5EF4-FFF2-40B4-BE49-F238E27FC236}">
                <a16:creationId xmlns:a16="http://schemas.microsoft.com/office/drawing/2014/main" id="{CBA3AACC-CE45-CE8F-C8CF-5F0C5EA405FF}"/>
              </a:ext>
            </a:extLst>
          </p:cNvPr>
          <p:cNvPicPr>
            <a:picLocks noChangeAspect="1"/>
          </p:cNvPicPr>
          <p:nvPr/>
        </p:nvPicPr>
        <p:blipFill>
          <a:blip r:embed="rId3"/>
          <a:stretch>
            <a:fillRect/>
          </a:stretch>
        </p:blipFill>
        <p:spPr>
          <a:xfrm>
            <a:off x="551319" y="891037"/>
            <a:ext cx="11015932" cy="5966963"/>
          </a:xfrm>
          <a:prstGeom prst="rect">
            <a:avLst/>
          </a:prstGeom>
        </p:spPr>
      </p:pic>
    </p:spTree>
    <p:custDataLst>
      <p:tags r:id="rId1"/>
    </p:custDataLst>
    <p:extLst>
      <p:ext uri="{BB962C8B-B14F-4D97-AF65-F5344CB8AC3E}">
        <p14:creationId xmlns:p14="http://schemas.microsoft.com/office/powerpoint/2010/main" val="173392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buClrTx/>
              <a:buSzTx/>
            </a:pPr>
            <a:r>
              <a:rPr lang="en-US" altLang="zh-CN" sz="2400" dirty="0"/>
              <a:t>5-2-1 </a:t>
            </a:r>
            <a:r>
              <a:rPr lang="zh-CN" altLang="en-US" sz="2400" dirty="0"/>
              <a:t>板块、主题和行业</a:t>
            </a:r>
            <a:r>
              <a:rPr lang="en-US" altLang="zh-CN" sz="2400" dirty="0"/>
              <a:t>-</a:t>
            </a:r>
            <a:r>
              <a:rPr lang="zh-CN" altLang="en-US" sz="2400" dirty="0"/>
              <a:t>主题</a:t>
            </a:r>
            <a:r>
              <a:rPr lang="en-US" altLang="zh-CN" sz="2400" dirty="0"/>
              <a:t>-</a:t>
            </a:r>
            <a:r>
              <a:rPr lang="zh-CN" altLang="en-US" sz="2400" dirty="0"/>
              <a:t>主题库</a:t>
            </a:r>
            <a:endParaRPr lang="zh-CN" altLang="en-US" sz="2665" dirty="0">
              <a:cs typeface="微软雅黑" panose="020B0503020204020204" pitchFamily="34" charset="-122"/>
              <a:sym typeface="+mn-ea"/>
            </a:endParaRPr>
          </a:p>
        </p:txBody>
      </p:sp>
      <p:sp>
        <p:nvSpPr>
          <p:cNvPr id="9" name="线形标注 2(带强调线) 8"/>
          <p:cNvSpPr/>
          <p:nvPr>
            <p:custDataLst>
              <p:tags r:id="rId1"/>
            </p:custDataLst>
          </p:nvPr>
        </p:nvSpPr>
        <p:spPr>
          <a:xfrm>
            <a:off x="3349625" y="5281930"/>
            <a:ext cx="2319020" cy="797560"/>
          </a:xfrm>
          <a:prstGeom prst="accentCallout2">
            <a:avLst>
              <a:gd name="adj1" fmla="val 18750"/>
              <a:gd name="adj2" fmla="val -8333"/>
              <a:gd name="adj3" fmla="val 18750"/>
              <a:gd name="adj4" fmla="val -16667"/>
              <a:gd name="adj5" fmla="val -10979"/>
              <a:gd name="adj6" fmla="val -2642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成分股行情列表</a:t>
            </a:r>
          </a:p>
        </p:txBody>
      </p:sp>
      <p:sp>
        <p:nvSpPr>
          <p:cNvPr id="7" name="线形标注 2(带强调线) 6"/>
          <p:cNvSpPr/>
          <p:nvPr>
            <p:custDataLst>
              <p:tags r:id="rId2"/>
            </p:custDataLst>
          </p:nvPr>
        </p:nvSpPr>
        <p:spPr>
          <a:xfrm>
            <a:off x="9834880" y="5442585"/>
            <a:ext cx="1428865" cy="1017905"/>
          </a:xfrm>
          <a:prstGeom prst="accentCallout2">
            <a:avLst>
              <a:gd name="adj1" fmla="val 66625"/>
              <a:gd name="adj2" fmla="val -5749"/>
              <a:gd name="adj3" fmla="val 65938"/>
              <a:gd name="adj4" fmla="val -13364"/>
              <a:gd name="adj5" fmla="val 23892"/>
              <a:gd name="adj6" fmla="val -34175"/>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pitchFamily="34" charset="-122"/>
                <a:ea typeface="微软雅黑" panose="020B0503020204020204" pitchFamily="34" charset="-122"/>
              </a:rPr>
              <a:t>个股关联</a:t>
            </a: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品类网状图</a:t>
            </a:r>
          </a:p>
        </p:txBody>
      </p:sp>
      <p:sp>
        <p:nvSpPr>
          <p:cNvPr id="8" name="线形标注 2(带强调线) 7"/>
          <p:cNvSpPr/>
          <p:nvPr>
            <p:custDataLst>
              <p:tags r:id="rId3"/>
            </p:custDataLst>
          </p:nvPr>
        </p:nvSpPr>
        <p:spPr>
          <a:xfrm>
            <a:off x="6349133" y="1558520"/>
            <a:ext cx="2794866" cy="769043"/>
          </a:xfrm>
          <a:prstGeom prst="accentCallout2">
            <a:avLst>
              <a:gd name="adj1" fmla="val 18750"/>
              <a:gd name="adj2" fmla="val -8333"/>
              <a:gd name="adj3" fmla="val -167"/>
              <a:gd name="adj4" fmla="val -22243"/>
              <a:gd name="adj5" fmla="val 40365"/>
              <a:gd name="adj6" fmla="val -3757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提供最新最热主题，辅助用户抓住热点</a:t>
            </a:r>
            <a:endParaRPr lang="zh-CN" sz="1200" dirty="0">
              <a:solidFill>
                <a:schemeClr val="tx1"/>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FF57CDFA-2773-3255-5B68-ACC87357A70B}"/>
              </a:ext>
            </a:extLst>
          </p:cNvPr>
          <p:cNvPicPr>
            <a:picLocks noChangeAspect="1"/>
          </p:cNvPicPr>
          <p:nvPr/>
        </p:nvPicPr>
        <p:blipFill>
          <a:blip r:embed="rId5"/>
          <a:stretch>
            <a:fillRect/>
          </a:stretch>
        </p:blipFill>
        <p:spPr>
          <a:xfrm>
            <a:off x="551319" y="897147"/>
            <a:ext cx="11105950" cy="5960853"/>
          </a:xfrm>
          <a:prstGeom prst="rect">
            <a:avLst/>
          </a:prstGeom>
        </p:spPr>
      </p:pic>
    </p:spTree>
    <p:extLst>
      <p:ext uri="{BB962C8B-B14F-4D97-AF65-F5344CB8AC3E}">
        <p14:creationId xmlns:p14="http://schemas.microsoft.com/office/powerpoint/2010/main" val="2159207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buClrTx/>
              <a:buSzTx/>
            </a:pPr>
            <a:r>
              <a:rPr lang="en-US" altLang="zh-CN" sz="2665" dirty="0">
                <a:cs typeface="微软雅黑" panose="020B0503020204020204" pitchFamily="34" charset="-122"/>
                <a:sym typeface="+mn-ea"/>
              </a:rPr>
              <a:t>03-5</a:t>
            </a:r>
            <a:r>
              <a:rPr lang="zh-CN" altLang="en-US" sz="2665" dirty="0">
                <a:cs typeface="微软雅黑" panose="020B0503020204020204" pitchFamily="34" charset="-122"/>
                <a:sym typeface="+mn-ea"/>
              </a:rPr>
              <a:t> 主题库</a:t>
            </a:r>
          </a:p>
        </p:txBody>
      </p:sp>
      <p:sp>
        <p:nvSpPr>
          <p:cNvPr id="9" name="线形标注 2(带强调线) 8"/>
          <p:cNvSpPr/>
          <p:nvPr>
            <p:custDataLst>
              <p:tags r:id="rId1"/>
            </p:custDataLst>
          </p:nvPr>
        </p:nvSpPr>
        <p:spPr>
          <a:xfrm>
            <a:off x="3349625" y="5281930"/>
            <a:ext cx="2319020" cy="797560"/>
          </a:xfrm>
          <a:prstGeom prst="accentCallout2">
            <a:avLst>
              <a:gd name="adj1" fmla="val 18750"/>
              <a:gd name="adj2" fmla="val -8333"/>
              <a:gd name="adj3" fmla="val 18750"/>
              <a:gd name="adj4" fmla="val -16667"/>
              <a:gd name="adj5" fmla="val -10979"/>
              <a:gd name="adj6" fmla="val -2642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成分股行情列表</a:t>
            </a:r>
          </a:p>
        </p:txBody>
      </p:sp>
      <p:sp>
        <p:nvSpPr>
          <p:cNvPr id="7" name="线形标注 2(带强调线) 6"/>
          <p:cNvSpPr/>
          <p:nvPr>
            <p:custDataLst>
              <p:tags r:id="rId2"/>
            </p:custDataLst>
          </p:nvPr>
        </p:nvSpPr>
        <p:spPr>
          <a:xfrm>
            <a:off x="9834880" y="5442585"/>
            <a:ext cx="1428865" cy="1017905"/>
          </a:xfrm>
          <a:prstGeom prst="accentCallout2">
            <a:avLst>
              <a:gd name="adj1" fmla="val 66625"/>
              <a:gd name="adj2" fmla="val -5749"/>
              <a:gd name="adj3" fmla="val 65938"/>
              <a:gd name="adj4" fmla="val -13364"/>
              <a:gd name="adj5" fmla="val 23892"/>
              <a:gd name="adj6" fmla="val -34175"/>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pitchFamily="34" charset="-122"/>
                <a:ea typeface="微软雅黑" panose="020B0503020204020204" pitchFamily="34" charset="-122"/>
              </a:rPr>
              <a:t>个股关联</a:t>
            </a: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品类网状图</a:t>
            </a:r>
          </a:p>
        </p:txBody>
      </p:sp>
      <p:sp>
        <p:nvSpPr>
          <p:cNvPr id="8" name="线形标注 2(带强调线) 7"/>
          <p:cNvSpPr/>
          <p:nvPr>
            <p:custDataLst>
              <p:tags r:id="rId3"/>
            </p:custDataLst>
          </p:nvPr>
        </p:nvSpPr>
        <p:spPr>
          <a:xfrm>
            <a:off x="6349133" y="1558520"/>
            <a:ext cx="2794866" cy="769043"/>
          </a:xfrm>
          <a:prstGeom prst="accentCallout2">
            <a:avLst>
              <a:gd name="adj1" fmla="val 18750"/>
              <a:gd name="adj2" fmla="val -8333"/>
              <a:gd name="adj3" fmla="val -167"/>
              <a:gd name="adj4" fmla="val -22243"/>
              <a:gd name="adj5" fmla="val 40365"/>
              <a:gd name="adj6" fmla="val -3757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提供最新最热主题，辅助用户抓住热点</a:t>
            </a:r>
            <a:endParaRPr lang="zh-CN" sz="1200" dirty="0">
              <a:solidFill>
                <a:schemeClr val="tx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E389B74-8828-C002-A7A5-BE952F54324F}"/>
              </a:ext>
            </a:extLst>
          </p:cNvPr>
          <p:cNvPicPr>
            <a:picLocks noChangeAspect="1"/>
          </p:cNvPicPr>
          <p:nvPr/>
        </p:nvPicPr>
        <p:blipFill>
          <a:blip r:embed="rId5"/>
          <a:stretch>
            <a:fillRect/>
          </a:stretch>
        </p:blipFill>
        <p:spPr>
          <a:xfrm>
            <a:off x="0" y="164130"/>
            <a:ext cx="12192000" cy="6529739"/>
          </a:xfrm>
          <a:prstGeom prst="rect">
            <a:avLst/>
          </a:prstGeom>
        </p:spPr>
      </p:pic>
    </p:spTree>
    <p:extLst>
      <p:ext uri="{BB962C8B-B14F-4D97-AF65-F5344CB8AC3E}">
        <p14:creationId xmlns:p14="http://schemas.microsoft.com/office/powerpoint/2010/main" val="275660208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buClrTx/>
              <a:buSzTx/>
            </a:pPr>
            <a:r>
              <a:rPr lang="en-US" altLang="zh-CN" sz="2800" dirty="0"/>
              <a:t>5-2-2 </a:t>
            </a:r>
            <a:r>
              <a:rPr lang="zh-CN" altLang="en-US" sz="2800" dirty="0"/>
              <a:t>板块、主题和行业</a:t>
            </a:r>
            <a:r>
              <a:rPr lang="en-US" altLang="zh-CN" sz="2800" dirty="0"/>
              <a:t>-</a:t>
            </a:r>
            <a:r>
              <a:rPr lang="zh-CN" altLang="en-US" sz="2800" dirty="0"/>
              <a:t>主题</a:t>
            </a:r>
            <a:r>
              <a:rPr lang="en-US" altLang="zh-CN" sz="2800" dirty="0"/>
              <a:t>-</a:t>
            </a:r>
            <a:r>
              <a:rPr lang="zh-CN" altLang="en-US" sz="2800" dirty="0"/>
              <a:t>题材龙头</a:t>
            </a:r>
            <a:endParaRPr lang="zh-CN" altLang="en-US" sz="2665" dirty="0">
              <a:cs typeface="微软雅黑" panose="020B0503020204020204" pitchFamily="34" charset="-122"/>
              <a:sym typeface="+mn-ea"/>
            </a:endParaRPr>
          </a:p>
        </p:txBody>
      </p:sp>
      <p:sp>
        <p:nvSpPr>
          <p:cNvPr id="9" name="线形标注 2(带强调线) 8"/>
          <p:cNvSpPr/>
          <p:nvPr>
            <p:custDataLst>
              <p:tags r:id="rId1"/>
            </p:custDataLst>
          </p:nvPr>
        </p:nvSpPr>
        <p:spPr>
          <a:xfrm>
            <a:off x="3349625" y="5281930"/>
            <a:ext cx="2319020" cy="797560"/>
          </a:xfrm>
          <a:prstGeom prst="accentCallout2">
            <a:avLst>
              <a:gd name="adj1" fmla="val 18750"/>
              <a:gd name="adj2" fmla="val -8333"/>
              <a:gd name="adj3" fmla="val 18750"/>
              <a:gd name="adj4" fmla="val -16667"/>
              <a:gd name="adj5" fmla="val -10979"/>
              <a:gd name="adj6" fmla="val -2642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成分股行情列表</a:t>
            </a:r>
          </a:p>
        </p:txBody>
      </p:sp>
      <p:sp>
        <p:nvSpPr>
          <p:cNvPr id="7" name="线形标注 2(带强调线) 6"/>
          <p:cNvSpPr/>
          <p:nvPr>
            <p:custDataLst>
              <p:tags r:id="rId2"/>
            </p:custDataLst>
          </p:nvPr>
        </p:nvSpPr>
        <p:spPr>
          <a:xfrm>
            <a:off x="9834880" y="5442585"/>
            <a:ext cx="1428865" cy="1017905"/>
          </a:xfrm>
          <a:prstGeom prst="accentCallout2">
            <a:avLst>
              <a:gd name="adj1" fmla="val 66625"/>
              <a:gd name="adj2" fmla="val -5749"/>
              <a:gd name="adj3" fmla="val 65938"/>
              <a:gd name="adj4" fmla="val -13364"/>
              <a:gd name="adj5" fmla="val 23892"/>
              <a:gd name="adj6" fmla="val -34175"/>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pitchFamily="34" charset="-122"/>
                <a:ea typeface="微软雅黑" panose="020B0503020204020204" pitchFamily="34" charset="-122"/>
              </a:rPr>
              <a:t>个股关联</a:t>
            </a:r>
            <a:r>
              <a:rPr lang="zh-CN" altLang="en-US" sz="1200" dirty="0">
                <a:solidFill>
                  <a:schemeClr val="tx1"/>
                </a:solidFill>
                <a:latin typeface="微软雅黑" panose="020B0503020204020204" pitchFamily="34" charset="-122"/>
                <a:ea typeface="微软雅黑" panose="020B0503020204020204" pitchFamily="34" charset="-122"/>
              </a:rPr>
              <a:t>主题</a:t>
            </a:r>
            <a:r>
              <a:rPr lang="zh-CN" sz="1200" dirty="0">
                <a:solidFill>
                  <a:schemeClr val="tx1"/>
                </a:solidFill>
                <a:latin typeface="微软雅黑" panose="020B0503020204020204" pitchFamily="34" charset="-122"/>
                <a:ea typeface="微软雅黑" panose="020B0503020204020204" pitchFamily="34" charset="-122"/>
              </a:rPr>
              <a:t>品类网状图</a:t>
            </a:r>
          </a:p>
        </p:txBody>
      </p:sp>
      <p:sp>
        <p:nvSpPr>
          <p:cNvPr id="8" name="线形标注 2(带强调线) 7"/>
          <p:cNvSpPr/>
          <p:nvPr>
            <p:custDataLst>
              <p:tags r:id="rId3"/>
            </p:custDataLst>
          </p:nvPr>
        </p:nvSpPr>
        <p:spPr>
          <a:xfrm>
            <a:off x="6349133" y="1558520"/>
            <a:ext cx="2794866" cy="769043"/>
          </a:xfrm>
          <a:prstGeom prst="accentCallout2">
            <a:avLst>
              <a:gd name="adj1" fmla="val 18750"/>
              <a:gd name="adj2" fmla="val -8333"/>
              <a:gd name="adj3" fmla="val -167"/>
              <a:gd name="adj4" fmla="val -22243"/>
              <a:gd name="adj5" fmla="val 40365"/>
              <a:gd name="adj6" fmla="val -37573"/>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rPr>
              <a:t>提供最新最热主题，辅助用户抓住热点</a:t>
            </a:r>
            <a:endParaRPr lang="zh-CN" sz="1200" dirty="0">
              <a:solidFill>
                <a:schemeClr val="tx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F832C3A-1ADD-0CC2-4974-D7FA51A65F4F}"/>
              </a:ext>
            </a:extLst>
          </p:cNvPr>
          <p:cNvPicPr>
            <a:picLocks noChangeAspect="1"/>
          </p:cNvPicPr>
          <p:nvPr/>
        </p:nvPicPr>
        <p:blipFill>
          <a:blip r:embed="rId5"/>
          <a:stretch>
            <a:fillRect/>
          </a:stretch>
        </p:blipFill>
        <p:spPr>
          <a:xfrm>
            <a:off x="551319" y="867255"/>
            <a:ext cx="11059836" cy="5990745"/>
          </a:xfrm>
          <a:prstGeom prst="rect">
            <a:avLst/>
          </a:prstGeom>
        </p:spPr>
      </p:pic>
    </p:spTree>
    <p:extLst>
      <p:ext uri="{BB962C8B-B14F-4D97-AF65-F5344CB8AC3E}">
        <p14:creationId xmlns:p14="http://schemas.microsoft.com/office/powerpoint/2010/main" val="15395438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行业分类</a:t>
            </a:r>
            <a:endParaRPr lang="zh-CN" altLang="en-US" sz="2400" b="0" dirty="0">
              <a:sym typeface="+mn-ea"/>
            </a:endParaRPr>
          </a:p>
        </p:txBody>
      </p:sp>
      <p:graphicFrame>
        <p:nvGraphicFramePr>
          <p:cNvPr id="14" name="表格 13"/>
          <p:cNvGraphicFramePr/>
          <p:nvPr>
            <p:custDataLst>
              <p:tags r:id="rId3"/>
            </p:custDataLst>
          </p:nvPr>
        </p:nvGraphicFramePr>
        <p:xfrm>
          <a:off x="588645" y="1255395"/>
          <a:ext cx="11015345" cy="3908425"/>
        </p:xfrm>
        <a:graphic>
          <a:graphicData uri="http://schemas.openxmlformats.org/drawingml/2006/table">
            <a:tbl>
              <a:tblPr firstRow="1" bandRow="1">
                <a:tableStyleId>{5940675A-B579-460E-94D1-54222C63F5DA}</a:tableStyleId>
              </a:tblPr>
              <a:tblGrid>
                <a:gridCol w="1478280">
                  <a:extLst>
                    <a:ext uri="{9D8B030D-6E8A-4147-A177-3AD203B41FA5}">
                      <a16:colId xmlns:a16="http://schemas.microsoft.com/office/drawing/2014/main" val="20000"/>
                    </a:ext>
                  </a:extLst>
                </a:gridCol>
                <a:gridCol w="5384800">
                  <a:extLst>
                    <a:ext uri="{9D8B030D-6E8A-4147-A177-3AD203B41FA5}">
                      <a16:colId xmlns:a16="http://schemas.microsoft.com/office/drawing/2014/main" val="20001"/>
                    </a:ext>
                  </a:extLst>
                </a:gridCol>
                <a:gridCol w="1037590">
                  <a:extLst>
                    <a:ext uri="{9D8B030D-6E8A-4147-A177-3AD203B41FA5}">
                      <a16:colId xmlns:a16="http://schemas.microsoft.com/office/drawing/2014/main" val="20002"/>
                    </a:ext>
                  </a:extLst>
                </a:gridCol>
                <a:gridCol w="1038225">
                  <a:extLst>
                    <a:ext uri="{9D8B030D-6E8A-4147-A177-3AD203B41FA5}">
                      <a16:colId xmlns:a16="http://schemas.microsoft.com/office/drawing/2014/main" val="20003"/>
                    </a:ext>
                  </a:extLst>
                </a:gridCol>
                <a:gridCol w="1038860">
                  <a:extLst>
                    <a:ext uri="{9D8B030D-6E8A-4147-A177-3AD203B41FA5}">
                      <a16:colId xmlns:a16="http://schemas.microsoft.com/office/drawing/2014/main" val="20004"/>
                    </a:ext>
                  </a:extLst>
                </a:gridCol>
                <a:gridCol w="1037590">
                  <a:extLst>
                    <a:ext uri="{9D8B030D-6E8A-4147-A177-3AD203B41FA5}">
                      <a16:colId xmlns:a16="http://schemas.microsoft.com/office/drawing/2014/main" val="20005"/>
                    </a:ext>
                  </a:extLst>
                </a:gridCol>
              </a:tblGrid>
              <a:tr h="361315">
                <a:tc>
                  <a:txBody>
                    <a:bodyPr/>
                    <a:lstStyle/>
                    <a:p>
                      <a:pPr indent="0" algn="l">
                        <a:lnSpc>
                          <a:spcPct val="150000"/>
                        </a:lnSpc>
                        <a:buNone/>
                      </a:pPr>
                      <a:r>
                        <a:rPr lang="zh-CN" sz="1200" b="1" dirty="0">
                          <a:latin typeface="微软雅黑" panose="020B0503020204020204" charset="-122"/>
                          <a:ea typeface="微软雅黑" panose="020B0503020204020204" charset="-122"/>
                        </a:rPr>
                        <a:t>行业分类</a:t>
                      </a:r>
                      <a:endParaRPr lang="zh-CN" altLang="en-US" sz="1200" b="1" dirty="0">
                        <a:latin typeface="微软雅黑" panose="020B0503020204020204" charset="-122"/>
                        <a:ea typeface="微软雅黑" panose="020B0503020204020204" charset="-122"/>
                      </a:endParaRPr>
                    </a:p>
                  </a:txBody>
                  <a:tcPr marL="12700" marR="12700" marT="12700" anchor="ctr">
                    <a:solidFill>
                      <a:srgbClr val="E7BDB9"/>
                    </a:solidFill>
                  </a:tcPr>
                </a:tc>
                <a:tc>
                  <a:txBody>
                    <a:bodyPr/>
                    <a:lstStyle/>
                    <a:p>
                      <a:pPr indent="0" algn="l">
                        <a:lnSpc>
                          <a:spcPct val="150000"/>
                        </a:lnSpc>
                        <a:buNone/>
                      </a:pPr>
                      <a:r>
                        <a:rPr lang="zh-CN" altLang="en-US" sz="1200" b="1">
                          <a:latin typeface="微软雅黑" panose="020B0503020204020204" charset="-122"/>
                          <a:ea typeface="微软雅黑" panose="020B0503020204020204" charset="-122"/>
                        </a:rPr>
                        <a:t>主要内容</a:t>
                      </a:r>
                    </a:p>
                  </a:txBody>
                  <a:tcPr marL="12700" marR="12700" marT="12700" anchor="ctr">
                    <a:solidFill>
                      <a:srgbClr val="E7BDB9"/>
                    </a:solidFill>
                  </a:tcPr>
                </a:tc>
                <a:tc>
                  <a:txBody>
                    <a:bodyPr/>
                    <a:lstStyle/>
                    <a:p>
                      <a:pPr indent="0" algn="ctr">
                        <a:lnSpc>
                          <a:spcPct val="150000"/>
                        </a:lnSpc>
                        <a:buNone/>
                      </a:pPr>
                      <a:r>
                        <a:rPr lang="zh-CN" sz="1200" b="1">
                          <a:latin typeface="微软雅黑" panose="020B0503020204020204" charset="-122"/>
                          <a:ea typeface="微软雅黑" panose="020B0503020204020204" charset="-122"/>
                        </a:rPr>
                        <a:t>通达信</a:t>
                      </a:r>
                    </a:p>
                  </a:txBody>
                  <a:tcPr marL="12700" marR="12700" marT="12700" anchor="ctr">
                    <a:solidFill>
                      <a:srgbClr val="E7BDB9"/>
                    </a:solidFill>
                  </a:tcPr>
                </a:tc>
                <a:tc>
                  <a:txBody>
                    <a:bodyPr/>
                    <a:lstStyle/>
                    <a:p>
                      <a:pPr indent="0" algn="ctr">
                        <a:lnSpc>
                          <a:spcPct val="150000"/>
                        </a:lnSpc>
                        <a:buNone/>
                      </a:pPr>
                      <a:r>
                        <a:rPr lang="zh-CN" altLang="en-US" sz="1200" b="1">
                          <a:latin typeface="微软雅黑" panose="020B0503020204020204" charset="-122"/>
                          <a:ea typeface="微软雅黑" panose="020B0503020204020204" charset="-122"/>
                        </a:rPr>
                        <a:t>某得</a:t>
                      </a:r>
                    </a:p>
                  </a:txBody>
                  <a:tcPr marL="12700" marR="12700" marT="12700" anchor="ctr">
                    <a:solidFill>
                      <a:srgbClr val="E7BDB9"/>
                    </a:solidFill>
                  </a:tcPr>
                </a:tc>
                <a:tc>
                  <a:txBody>
                    <a:bodyPr/>
                    <a:lstStyle/>
                    <a:p>
                      <a:pPr indent="0" algn="ctr">
                        <a:lnSpc>
                          <a:spcPct val="150000"/>
                        </a:lnSpc>
                        <a:buNone/>
                      </a:pPr>
                      <a:r>
                        <a:rPr lang="zh-CN" altLang="en-US" sz="1200" b="1">
                          <a:latin typeface="微软雅黑" panose="020B0503020204020204" charset="-122"/>
                          <a:ea typeface="微软雅黑" panose="020B0503020204020204" charset="-122"/>
                        </a:rPr>
                        <a:t>某财</a:t>
                      </a:r>
                    </a:p>
                  </a:txBody>
                  <a:tcPr marL="12700" marR="12700" marT="12700" anchor="ctr">
                    <a:solidFill>
                      <a:srgbClr val="E7BDB9"/>
                    </a:solidFill>
                  </a:tcPr>
                </a:tc>
                <a:tc>
                  <a:txBody>
                    <a:bodyPr/>
                    <a:lstStyle/>
                    <a:p>
                      <a:pPr indent="0" algn="ctr">
                        <a:lnSpc>
                          <a:spcPct val="150000"/>
                        </a:lnSpc>
                        <a:buNone/>
                      </a:pPr>
                      <a:r>
                        <a:rPr lang="zh-CN" altLang="en-US" sz="1200" b="1">
                          <a:latin typeface="微软雅黑" panose="020B0503020204020204" charset="-122"/>
                          <a:ea typeface="微软雅黑" panose="020B0503020204020204" charset="-122"/>
                        </a:rPr>
                        <a:t>某顺</a:t>
                      </a:r>
                    </a:p>
                  </a:txBody>
                  <a:tcPr marL="12700" marR="12700" marT="12700" anchor="ctr">
                    <a:solidFill>
                      <a:srgbClr val="E7BDB9"/>
                    </a:solidFill>
                  </a:tcPr>
                </a:tc>
                <a:extLst>
                  <a:ext uri="{0D108BD9-81ED-4DB2-BD59-A6C34878D82A}">
                    <a16:rowId xmlns:a16="http://schemas.microsoft.com/office/drawing/2014/main" val="10000"/>
                  </a:ext>
                </a:extLst>
              </a:tr>
              <a:tr h="360680">
                <a:tc>
                  <a:txBody>
                    <a:bodyPr/>
                    <a:lstStyle/>
                    <a:p>
                      <a:pPr indent="0" algn="l">
                        <a:lnSpc>
                          <a:spcPct val="150000"/>
                        </a:lnSpc>
                        <a:buNone/>
                      </a:pPr>
                      <a:r>
                        <a:rPr lang="zh-CN" altLang="en-US" sz="1200">
                          <a:latin typeface="微软雅黑" panose="020B0503020204020204" charset="-122"/>
                          <a:ea typeface="微软雅黑" panose="020B0503020204020204" charset="-122"/>
                        </a:rPr>
                        <a:t>证监会行业分类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rPr>
                        <a:t>编制单位：证监会，</a:t>
                      </a:r>
                      <a:r>
                        <a:rPr lang="en-US" altLang="zh-CN" sz="1200">
                          <a:latin typeface="微软雅黑" panose="020B0503020204020204" charset="-122"/>
                          <a:ea typeface="微软雅黑" panose="020B0503020204020204" charset="-122"/>
                        </a:rPr>
                        <a:t>19</a:t>
                      </a:r>
                      <a:r>
                        <a:rPr lang="zh-CN" altLang="en-US" sz="1200">
                          <a:latin typeface="微软雅黑" panose="020B0503020204020204" charset="-122"/>
                          <a:ea typeface="微软雅黑" panose="020B0503020204020204" charset="-122"/>
                        </a:rPr>
                        <a:t>个门类，</a:t>
                      </a:r>
                      <a:r>
                        <a:rPr lang="en-US" altLang="zh-CN" sz="1200">
                          <a:latin typeface="微软雅黑" panose="020B0503020204020204" charset="-122"/>
                          <a:ea typeface="微软雅黑" panose="020B0503020204020204" charset="-122"/>
                        </a:rPr>
                        <a:t>90</a:t>
                      </a:r>
                      <a:r>
                        <a:rPr lang="zh-CN" altLang="en-US" sz="1200">
                          <a:latin typeface="微软雅黑" panose="020B0503020204020204" charset="-122"/>
                          <a:ea typeface="微软雅黑" panose="020B0503020204020204" charset="-122"/>
                        </a:rPr>
                        <a:t>个大类</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extLst>
                  <a:ext uri="{0D108BD9-81ED-4DB2-BD59-A6C34878D82A}">
                    <a16:rowId xmlns:a16="http://schemas.microsoft.com/office/drawing/2014/main" val="10001"/>
                  </a:ext>
                </a:extLst>
              </a:tr>
              <a:tr h="361315">
                <a:tc>
                  <a:txBody>
                    <a:bodyPr/>
                    <a:lstStyle/>
                    <a:p>
                      <a:pPr indent="0" algn="l">
                        <a:lnSpc>
                          <a:spcPct val="150000"/>
                        </a:lnSpc>
                        <a:buNone/>
                      </a:pPr>
                      <a:r>
                        <a:rPr lang="zh-CN" altLang="en-US" sz="1200">
                          <a:latin typeface="微软雅黑" panose="020B0503020204020204" charset="-122"/>
                          <a:ea typeface="微软雅黑" panose="020B0503020204020204" charset="-122"/>
                        </a:rPr>
                        <a:t>全球行业分类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rPr>
                        <a:t>编制单位：标普，10个经济部门，24个行业组，68个行业和154个子行业</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2"/>
                  </a:ext>
                </a:extLst>
              </a:tr>
              <a:tr h="658495">
                <a:tc>
                  <a:txBody>
                    <a:bodyPr/>
                    <a:lstStyle/>
                    <a:p>
                      <a:pPr indent="0" algn="l">
                        <a:lnSpc>
                          <a:spcPct val="150000"/>
                        </a:lnSpc>
                        <a:buNone/>
                      </a:pPr>
                      <a:r>
                        <a:rPr lang="zh-CN" altLang="en-US" sz="1200">
                          <a:latin typeface="微软雅黑" panose="020B0503020204020204" charset="-122"/>
                          <a:ea typeface="微软雅黑" panose="020B0503020204020204" charset="-122"/>
                        </a:rPr>
                        <a:t>中证行业分类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rPr>
                        <a:t>编制单位：中证指数有限公司，11个一级行业、35个二级行业、98个三级行业和260个四级行业</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3"/>
                  </a:ext>
                </a:extLst>
              </a:tr>
              <a:tr h="361315">
                <a:tc>
                  <a:txBody>
                    <a:bodyPr/>
                    <a:lstStyle/>
                    <a:p>
                      <a:pPr indent="0" algn="l">
                        <a:lnSpc>
                          <a:spcPct val="150000"/>
                        </a:lnSpc>
                        <a:buNone/>
                      </a:pPr>
                      <a:r>
                        <a:rPr lang="zh-CN" altLang="en-US" sz="1200">
                          <a:latin typeface="微软雅黑" panose="020B0503020204020204" charset="-122"/>
                          <a:ea typeface="微软雅黑" panose="020B0503020204020204" charset="-122"/>
                        </a:rPr>
                        <a:t>通达信行业分类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rPr>
                        <a:t>编制单位：通达信，</a:t>
                      </a:r>
                      <a:r>
                        <a:rPr lang="zh-CN" altLang="en-US" sz="1200">
                          <a:latin typeface="微软雅黑" panose="020B0503020204020204" charset="-122"/>
                          <a:ea typeface="微软雅黑" panose="020B0503020204020204" charset="-122"/>
                          <a:sym typeface="+mn-ea"/>
                        </a:rPr>
                        <a:t>13个</a:t>
                      </a:r>
                      <a:r>
                        <a:rPr lang="zh-CN" altLang="en-US" sz="1200">
                          <a:latin typeface="微软雅黑" panose="020B0503020204020204" charset="-122"/>
                          <a:ea typeface="微软雅黑" panose="020B0503020204020204" charset="-122"/>
                        </a:rPr>
                        <a:t>一级行业，</a:t>
                      </a:r>
                      <a:r>
                        <a:rPr lang="zh-CN" altLang="en-US" sz="1200">
                          <a:latin typeface="微软雅黑" panose="020B0503020204020204" charset="-122"/>
                          <a:ea typeface="微软雅黑" panose="020B0503020204020204" charset="-122"/>
                          <a:sym typeface="+mn-ea"/>
                        </a:rPr>
                        <a:t>56个</a:t>
                      </a:r>
                      <a:r>
                        <a:rPr lang="zh-CN" altLang="en-US" sz="1200">
                          <a:latin typeface="微软雅黑" panose="020B0503020204020204" charset="-122"/>
                          <a:ea typeface="微软雅黑" panose="020B0503020204020204" charset="-122"/>
                        </a:rPr>
                        <a:t>二级行业，</a:t>
                      </a:r>
                      <a:r>
                        <a:rPr lang="zh-CN" altLang="en-US" sz="1200">
                          <a:latin typeface="微软雅黑" panose="020B0503020204020204" charset="-122"/>
                          <a:ea typeface="微软雅黑" panose="020B0503020204020204" charset="-122"/>
                          <a:sym typeface="+mn-ea"/>
                        </a:rPr>
                        <a:t>109个</a:t>
                      </a:r>
                      <a:r>
                        <a:rPr lang="zh-CN" altLang="en-US" sz="1200">
                          <a:latin typeface="微软雅黑" panose="020B0503020204020204" charset="-122"/>
                          <a:ea typeface="微软雅黑" panose="020B0503020204020204" charset="-122"/>
                        </a:rPr>
                        <a:t>三级行业</a:t>
                      </a:r>
                    </a:p>
                  </a:txBody>
                  <a:tcPr marL="12700" marR="12700" marT="12700" anchor="ctr"/>
                </a:tc>
                <a:tc>
                  <a:txBody>
                    <a:bodyPr/>
                    <a:lstStyle/>
                    <a:p>
                      <a:pPr indent="0" algn="ctr">
                        <a:lnSpc>
                          <a:spcPct val="150000"/>
                        </a:lnSpc>
                        <a:buNone/>
                      </a:pPr>
                      <a:r>
                        <a:rPr lang="en-US" altLang="zh-CN" sz="1200">
                          <a:solidFill>
                            <a:srgbClr val="FF0000"/>
                          </a:solidFill>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dirty="0">
                          <a:solidFill>
                            <a:srgbClr val="FF0000"/>
                          </a:solidFill>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zh-CN" altLang="en-US" sz="1200">
                          <a:solidFill>
                            <a:srgbClr val="FF0000"/>
                          </a:solidFill>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zh-CN" altLang="en-US" sz="1200">
                          <a:solidFill>
                            <a:srgbClr val="FF0000"/>
                          </a:solidFill>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4"/>
                  </a:ext>
                </a:extLst>
              </a:tr>
              <a:tr h="361315">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通达信研究行业分类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编制单位：通达信，30个一级行业，127个二级行业，343个三级行业</a:t>
                      </a:r>
                    </a:p>
                  </a:txBody>
                  <a:tcPr marL="12700" marR="12700" marT="12700" anchor="ctr"/>
                </a:tc>
                <a:tc>
                  <a:txBody>
                    <a:bodyPr/>
                    <a:lstStyle/>
                    <a:p>
                      <a:pPr indent="0" algn="ctr">
                        <a:lnSpc>
                          <a:spcPct val="150000"/>
                        </a:lnSpc>
                        <a:buNone/>
                      </a:pPr>
                      <a:r>
                        <a:rPr lang="en-US" altLang="zh-CN" sz="1200">
                          <a:solidFill>
                            <a:srgbClr val="FF0000"/>
                          </a:solidFill>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solidFill>
                            <a:srgbClr val="FF0000"/>
                          </a:solidFill>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zh-CN" altLang="en-US" sz="1200" dirty="0">
                          <a:solidFill>
                            <a:srgbClr val="FF0000"/>
                          </a:solidFill>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zh-CN" altLang="en-US" sz="1200" dirty="0">
                          <a:solidFill>
                            <a:srgbClr val="FF0000"/>
                          </a:solidFill>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5"/>
                  </a:ext>
                </a:extLst>
              </a:tr>
              <a:tr h="360680">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申万行业分类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编制单位：申万宏源研究所，</a:t>
                      </a:r>
                      <a:r>
                        <a:rPr lang="en-US" altLang="zh-CN" sz="1200">
                          <a:latin typeface="微软雅黑" panose="020B0503020204020204" charset="-122"/>
                          <a:ea typeface="微软雅黑" panose="020B0503020204020204" charset="-122"/>
                          <a:sym typeface="+mn-ea"/>
                        </a:rPr>
                        <a:t>3</a:t>
                      </a:r>
                      <a:r>
                        <a:rPr lang="zh-CN" altLang="en-US" sz="1200">
                          <a:latin typeface="微软雅黑" panose="020B0503020204020204" charset="-122"/>
                          <a:ea typeface="微软雅黑" panose="020B0503020204020204" charset="-122"/>
                          <a:sym typeface="+mn-ea"/>
                        </a:rPr>
                        <a:t>1个一级行业、</a:t>
                      </a:r>
                      <a:r>
                        <a:rPr lang="en-US" altLang="zh-CN" sz="1200">
                          <a:latin typeface="微软雅黑" panose="020B0503020204020204" charset="-122"/>
                          <a:ea typeface="微软雅黑" panose="020B0503020204020204" charset="-122"/>
                          <a:sym typeface="+mn-ea"/>
                        </a:rPr>
                        <a:t>134</a:t>
                      </a:r>
                      <a:r>
                        <a:rPr lang="zh-CN" altLang="en-US" sz="1200">
                          <a:latin typeface="微软雅黑" panose="020B0503020204020204" charset="-122"/>
                          <a:ea typeface="微软雅黑" panose="020B0503020204020204" charset="-122"/>
                          <a:sym typeface="+mn-ea"/>
                        </a:rPr>
                        <a:t>个二级行业、</a:t>
                      </a:r>
                      <a:r>
                        <a:rPr lang="en-US" altLang="zh-CN" sz="1200">
                          <a:latin typeface="微软雅黑" panose="020B0503020204020204" charset="-122"/>
                          <a:ea typeface="微软雅黑" panose="020B0503020204020204" charset="-122"/>
                          <a:sym typeface="+mn-ea"/>
                        </a:rPr>
                        <a:t>346</a:t>
                      </a:r>
                      <a:r>
                        <a:rPr lang="zh-CN" altLang="en-US" sz="1200">
                          <a:latin typeface="微软雅黑" panose="020B0503020204020204" charset="-122"/>
                          <a:ea typeface="微软雅黑" panose="020B0503020204020204" charset="-122"/>
                          <a:sym typeface="+mn-ea"/>
                        </a:rPr>
                        <a:t>个三级行业</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6"/>
                  </a:ext>
                </a:extLst>
              </a:tr>
              <a:tr h="361315">
                <a:tc>
                  <a:txBody>
                    <a:bodyPr/>
                    <a:lstStyle/>
                    <a:p>
                      <a:pPr indent="0" algn="l">
                        <a:lnSpc>
                          <a:spcPct val="150000"/>
                        </a:lnSpc>
                        <a:buNone/>
                      </a:pPr>
                      <a:r>
                        <a:rPr lang="zh-CN" altLang="en-US" sz="1200">
                          <a:latin typeface="微软雅黑" panose="020B0503020204020204" charset="-122"/>
                          <a:ea typeface="微软雅黑" panose="020B0503020204020204" charset="-122"/>
                        </a:rPr>
                        <a:t>中信行业分类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编制单位：中信证券研究所</a:t>
                      </a:r>
                      <a:r>
                        <a:rPr lang="en-US" altLang="zh-CN" sz="1200">
                          <a:latin typeface="微软雅黑" panose="020B0503020204020204" charset="-122"/>
                          <a:ea typeface="微软雅黑" panose="020B0503020204020204" charset="-122"/>
                        </a:rPr>
                        <a:t>,</a:t>
                      </a:r>
                      <a:r>
                        <a:rPr lang="zh-CN" altLang="en-US" sz="1200">
                          <a:latin typeface="微软雅黑" panose="020B0503020204020204" charset="-122"/>
                          <a:ea typeface="微软雅黑" panose="020B0503020204020204" charset="-122"/>
                          <a:sym typeface="+mn-ea"/>
                        </a:rPr>
                        <a:t>30个一级行业，</a:t>
                      </a:r>
                      <a:r>
                        <a:rPr lang="en-US" altLang="zh-CN" sz="1200">
                          <a:latin typeface="微软雅黑" panose="020B0503020204020204" charset="-122"/>
                          <a:ea typeface="微软雅黑" panose="020B0503020204020204" charset="-122"/>
                          <a:sym typeface="+mn-ea"/>
                        </a:rPr>
                        <a:t>109</a:t>
                      </a:r>
                      <a:r>
                        <a:rPr lang="zh-CN" altLang="en-US" sz="1200">
                          <a:latin typeface="微软雅黑" panose="020B0503020204020204" charset="-122"/>
                          <a:ea typeface="微软雅黑" panose="020B0503020204020204" charset="-122"/>
                          <a:sym typeface="+mn-ea"/>
                        </a:rPr>
                        <a:t>个二级行业，</a:t>
                      </a:r>
                      <a:r>
                        <a:rPr lang="en-US" altLang="zh-CN" sz="1200">
                          <a:latin typeface="微软雅黑" panose="020B0503020204020204" charset="-122"/>
                          <a:ea typeface="微软雅黑" panose="020B0503020204020204" charset="-122"/>
                          <a:sym typeface="+mn-ea"/>
                        </a:rPr>
                        <a:t>285</a:t>
                      </a:r>
                      <a:r>
                        <a:rPr lang="zh-CN" altLang="en-US" sz="1200">
                          <a:latin typeface="微软雅黑" panose="020B0503020204020204" charset="-122"/>
                          <a:ea typeface="微软雅黑" panose="020B0503020204020204" charset="-122"/>
                          <a:sym typeface="+mn-ea"/>
                        </a:rPr>
                        <a:t>个三级行业</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7"/>
                  </a:ext>
                </a:extLst>
              </a:tr>
              <a:tr h="361315">
                <a:tc>
                  <a:txBody>
                    <a:bodyPr/>
                    <a:lstStyle/>
                    <a:p>
                      <a:pPr indent="0" algn="l">
                        <a:lnSpc>
                          <a:spcPct val="150000"/>
                        </a:lnSpc>
                        <a:buNone/>
                      </a:pPr>
                      <a:r>
                        <a:rPr lang="zh-CN" altLang="en-US" sz="1200">
                          <a:latin typeface="微软雅黑" panose="020B0503020204020204" charset="-122"/>
                          <a:ea typeface="微软雅黑" panose="020B0503020204020204" charset="-122"/>
                        </a:rPr>
                        <a:t>长江行业分类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sym typeface="+mn-ea"/>
                        </a:rPr>
                        <a:t>编制单位：长江证券研究所</a:t>
                      </a:r>
                      <a:r>
                        <a:rPr lang="en-US" altLang="zh-CN" sz="1200">
                          <a:latin typeface="微软雅黑" panose="020B0503020204020204" charset="-122"/>
                          <a:ea typeface="微软雅黑" panose="020B0503020204020204" charset="-122"/>
                          <a:sym typeface="+mn-ea"/>
                        </a:rPr>
                        <a:t>,</a:t>
                      </a:r>
                      <a:r>
                        <a:rPr lang="zh-CN" altLang="en-US" sz="1200">
                          <a:latin typeface="微软雅黑" panose="020B0503020204020204" charset="-122"/>
                          <a:ea typeface="微软雅黑" panose="020B0503020204020204" charset="-122"/>
                          <a:sym typeface="+mn-ea"/>
                        </a:rPr>
                        <a:t>3</a:t>
                      </a:r>
                      <a:r>
                        <a:rPr lang="en-US" altLang="zh-CN" sz="1200">
                          <a:latin typeface="微软雅黑" panose="020B0503020204020204" charset="-122"/>
                          <a:ea typeface="微软雅黑" panose="020B0503020204020204" charset="-122"/>
                          <a:sym typeface="+mn-ea"/>
                        </a:rPr>
                        <a:t>2</a:t>
                      </a:r>
                      <a:r>
                        <a:rPr lang="zh-CN" altLang="en-US" sz="1200">
                          <a:latin typeface="微软雅黑" panose="020B0503020204020204" charset="-122"/>
                          <a:ea typeface="微软雅黑" panose="020B0503020204020204" charset="-122"/>
                          <a:sym typeface="+mn-ea"/>
                        </a:rPr>
                        <a:t>个一级行业，</a:t>
                      </a:r>
                      <a:r>
                        <a:rPr lang="en-US" altLang="zh-CN" sz="1200">
                          <a:latin typeface="微软雅黑" panose="020B0503020204020204" charset="-122"/>
                          <a:ea typeface="微软雅黑" panose="020B0503020204020204" charset="-122"/>
                          <a:sym typeface="+mn-ea"/>
                        </a:rPr>
                        <a:t>118</a:t>
                      </a:r>
                      <a:r>
                        <a:rPr lang="zh-CN" altLang="en-US" sz="1200">
                          <a:latin typeface="微软雅黑" panose="020B0503020204020204" charset="-122"/>
                          <a:ea typeface="微软雅黑" panose="020B0503020204020204" charset="-122"/>
                          <a:sym typeface="+mn-ea"/>
                        </a:rPr>
                        <a:t>个二级行业，</a:t>
                      </a:r>
                      <a:r>
                        <a:rPr lang="en-US" altLang="zh-CN" sz="1200">
                          <a:latin typeface="微软雅黑" panose="020B0503020204020204" charset="-122"/>
                          <a:ea typeface="微软雅黑" panose="020B0503020204020204" charset="-122"/>
                          <a:sym typeface="+mn-ea"/>
                        </a:rPr>
                        <a:t>315</a:t>
                      </a:r>
                      <a:r>
                        <a:rPr lang="zh-CN" altLang="en-US" sz="1200">
                          <a:latin typeface="微软雅黑" panose="020B0503020204020204" charset="-122"/>
                          <a:ea typeface="微软雅黑" panose="020B0503020204020204" charset="-122"/>
                          <a:sym typeface="+mn-ea"/>
                        </a:rPr>
                        <a:t>个三级行业</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rPr>
                        <a:t>√</a:t>
                      </a: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zh-CN" altLang="en-US" sz="1200">
                          <a:latin typeface="微软雅黑" panose="020B0503020204020204" charset="-122"/>
                          <a:ea typeface="微软雅黑" panose="020B0503020204020204" charset="-122"/>
                          <a:sym typeface="+mn-ea"/>
                        </a:rPr>
                        <a:t>×</a:t>
                      </a:r>
                      <a:endParaRPr lang="zh-CN" altLang="en-US" sz="1200">
                        <a:solidFill>
                          <a:srgbClr val="FF0000"/>
                        </a:solidFill>
                        <a:latin typeface="微软雅黑" panose="020B0503020204020204" charset="-122"/>
                        <a:ea typeface="微软雅黑" panose="020B0503020204020204" charset="-122"/>
                        <a:sym typeface="+mn-ea"/>
                      </a:endParaRPr>
                    </a:p>
                  </a:txBody>
                  <a:tcPr marL="12700" marR="12700" marT="12700" anchor="ctr"/>
                </a:tc>
                <a:tc>
                  <a:txBody>
                    <a:bodyPr/>
                    <a:lstStyle/>
                    <a:p>
                      <a:pPr indent="0" algn="ctr">
                        <a:lnSpc>
                          <a:spcPct val="150000"/>
                        </a:lnSpc>
                        <a:buNone/>
                      </a:pPr>
                      <a:r>
                        <a:rPr lang="en-US" altLang="zh-CN" sz="1200">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8"/>
                  </a:ext>
                </a:extLst>
              </a:tr>
              <a:tr h="360680">
                <a:tc>
                  <a:txBody>
                    <a:bodyPr/>
                    <a:lstStyle/>
                    <a:p>
                      <a:pPr indent="0" algn="l">
                        <a:lnSpc>
                          <a:spcPct val="150000"/>
                        </a:lnSpc>
                        <a:buNone/>
                      </a:pPr>
                      <a:r>
                        <a:rPr lang="zh-CN" altLang="en-US" sz="1200">
                          <a:latin typeface="微软雅黑" panose="020B0503020204020204" charset="-122"/>
                          <a:ea typeface="微软雅黑" panose="020B0503020204020204" charset="-122"/>
                        </a:rPr>
                        <a:t>定制分类</a:t>
                      </a:r>
                    </a:p>
                  </a:txBody>
                  <a:tcPr marL="12700" marR="12700" marT="12700" anchor="ctr"/>
                </a:tc>
                <a:tc>
                  <a:txBody>
                    <a:bodyPr/>
                    <a:lstStyle/>
                    <a:p>
                      <a:pPr indent="0" algn="l">
                        <a:lnSpc>
                          <a:spcPct val="150000"/>
                        </a:lnSpc>
                        <a:buNone/>
                      </a:pPr>
                      <a:r>
                        <a:rPr lang="zh-CN" altLang="en-US" sz="1200">
                          <a:latin typeface="微软雅黑" panose="020B0503020204020204" charset="-122"/>
                          <a:ea typeface="微软雅黑" panose="020B0503020204020204" charset="-122"/>
                        </a:rPr>
                        <a:t>根据需求方提供的行业分类数据，支持定制</a:t>
                      </a:r>
                    </a:p>
                  </a:txBody>
                  <a:tcPr marL="12700" marR="12700" marT="12700" anchor="ctr"/>
                </a:tc>
                <a:tc>
                  <a:txBody>
                    <a:bodyPr/>
                    <a:lstStyle/>
                    <a:p>
                      <a:pPr indent="0" algn="ctr">
                        <a:lnSpc>
                          <a:spcPct val="150000"/>
                        </a:lnSpc>
                        <a:buNone/>
                      </a:pPr>
                      <a:r>
                        <a:rPr lang="en-US" altLang="zh-CN" sz="1200">
                          <a:solidFill>
                            <a:srgbClr val="FF0000"/>
                          </a:solidFill>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zh-CN" altLang="en-US" sz="1200" dirty="0">
                          <a:solidFill>
                            <a:srgbClr val="FF0000"/>
                          </a:solidFill>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zh-CN" altLang="en-US" sz="1200">
                          <a:solidFill>
                            <a:srgbClr val="FF0000"/>
                          </a:solidFill>
                          <a:latin typeface="微软雅黑" panose="020B0503020204020204" charset="-122"/>
                          <a:ea typeface="微软雅黑" panose="020B0503020204020204" charset="-122"/>
                          <a:sym typeface="+mn-ea"/>
                        </a:rPr>
                        <a:t>×</a:t>
                      </a:r>
                    </a:p>
                  </a:txBody>
                  <a:tcPr marL="12700" marR="12700" marT="12700" anchor="ctr"/>
                </a:tc>
                <a:tc>
                  <a:txBody>
                    <a:bodyPr/>
                    <a:lstStyle/>
                    <a:p>
                      <a:pPr indent="0" algn="ctr">
                        <a:lnSpc>
                          <a:spcPct val="150000"/>
                        </a:lnSpc>
                        <a:buNone/>
                      </a:pPr>
                      <a:r>
                        <a:rPr lang="zh-CN" altLang="en-US" sz="1200">
                          <a:solidFill>
                            <a:srgbClr val="FF0000"/>
                          </a:solidFill>
                          <a:latin typeface="微软雅黑" panose="020B0503020204020204" charset="-122"/>
                          <a:ea typeface="微软雅黑" panose="020B0503020204020204" charset="-122"/>
                          <a:sym typeface="+mn-ea"/>
                        </a:rPr>
                        <a:t>×</a:t>
                      </a:r>
                    </a:p>
                  </a:txBody>
                  <a:tcPr marL="12700" marR="12700" marT="12700" anchor="ct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12844637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行业分类</a:t>
            </a:r>
            <a:endParaRPr lang="zh-CN" altLang="en-US" sz="2400" b="0" dirty="0">
              <a:sym typeface="+mn-ea"/>
            </a:endParaRPr>
          </a:p>
        </p:txBody>
      </p:sp>
      <p:pic>
        <p:nvPicPr>
          <p:cNvPr id="6" name="图片 5"/>
          <p:cNvPicPr>
            <a:picLocks noChangeAspect="1"/>
          </p:cNvPicPr>
          <p:nvPr/>
        </p:nvPicPr>
        <p:blipFill>
          <a:blip r:embed="rId4"/>
          <a:stretch>
            <a:fillRect/>
          </a:stretch>
        </p:blipFill>
        <p:spPr>
          <a:xfrm>
            <a:off x="1496060" y="867410"/>
            <a:ext cx="1928495" cy="5643245"/>
          </a:xfrm>
          <a:prstGeom prst="rect">
            <a:avLst/>
          </a:prstGeom>
        </p:spPr>
      </p:pic>
      <p:pic>
        <p:nvPicPr>
          <p:cNvPr id="5" name="图片 4"/>
          <p:cNvPicPr>
            <a:picLocks noChangeAspect="1"/>
          </p:cNvPicPr>
          <p:nvPr/>
        </p:nvPicPr>
        <p:blipFill>
          <a:blip r:embed="rId5"/>
          <a:stretch>
            <a:fillRect/>
          </a:stretch>
        </p:blipFill>
        <p:spPr>
          <a:xfrm>
            <a:off x="6833870" y="866775"/>
            <a:ext cx="1522730" cy="5644515"/>
          </a:xfrm>
          <a:prstGeom prst="rect">
            <a:avLst/>
          </a:prstGeom>
        </p:spPr>
      </p:pic>
      <p:pic>
        <p:nvPicPr>
          <p:cNvPr id="8" name="图片 7"/>
          <p:cNvPicPr>
            <a:picLocks noChangeAspect="1"/>
          </p:cNvPicPr>
          <p:nvPr/>
        </p:nvPicPr>
        <p:blipFill>
          <a:blip r:embed="rId6"/>
          <a:stretch>
            <a:fillRect/>
          </a:stretch>
        </p:blipFill>
        <p:spPr>
          <a:xfrm>
            <a:off x="4175760" y="866775"/>
            <a:ext cx="2037715" cy="5643880"/>
          </a:xfrm>
          <a:prstGeom prst="rect">
            <a:avLst/>
          </a:prstGeom>
        </p:spPr>
      </p:pic>
    </p:spTree>
    <p:custDataLst>
      <p:tags r:id="rId1"/>
    </p:custDataLst>
    <p:extLst>
      <p:ext uri="{BB962C8B-B14F-4D97-AF65-F5344CB8AC3E}">
        <p14:creationId xmlns:p14="http://schemas.microsoft.com/office/powerpoint/2010/main" val="10683684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a:t>
            </a:r>
            <a:r>
              <a:rPr sz="2400" dirty="0" err="1">
                <a:sym typeface="+mn-ea"/>
              </a:rPr>
              <a:t>对比分析</a:t>
            </a:r>
            <a:endParaRPr lang="zh-CN" altLang="en-US" sz="2400" b="0" dirty="0">
              <a:sym typeface="+mn-ea"/>
            </a:endParaRPr>
          </a:p>
        </p:txBody>
      </p:sp>
      <p:grpSp>
        <p:nvGrpSpPr>
          <p:cNvPr id="2" name="组合 1"/>
          <p:cNvGrpSpPr/>
          <p:nvPr/>
        </p:nvGrpSpPr>
        <p:grpSpPr>
          <a:xfrm>
            <a:off x="3433304" y="2336612"/>
            <a:ext cx="5180298" cy="3926598"/>
            <a:chOff x="3790950" y="1329600"/>
            <a:chExt cx="4473179" cy="3374046"/>
          </a:xfrm>
        </p:grpSpPr>
        <p:sp>
          <p:nvSpPr>
            <p:cNvPr id="3" name="原创作者QQ：598969553            _3"/>
            <p:cNvSpPr/>
            <p:nvPr/>
          </p:nvSpPr>
          <p:spPr>
            <a:xfrm>
              <a:off x="3790950" y="3098771"/>
              <a:ext cx="914400" cy="9143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4" name="原创作者QQ：598969553            _4"/>
            <p:cNvSpPr/>
            <p:nvPr/>
          </p:nvSpPr>
          <p:spPr>
            <a:xfrm>
              <a:off x="4268391" y="1916546"/>
              <a:ext cx="914400" cy="9143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7" name="原创作者QQ：598969553            _5"/>
            <p:cNvSpPr/>
            <p:nvPr/>
          </p:nvSpPr>
          <p:spPr>
            <a:xfrm>
              <a:off x="5562600" y="1329600"/>
              <a:ext cx="914400" cy="9143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9" name="原创作者QQ：598969553            _6"/>
            <p:cNvSpPr/>
            <p:nvPr/>
          </p:nvSpPr>
          <p:spPr>
            <a:xfrm>
              <a:off x="6856810" y="1916546"/>
              <a:ext cx="914400" cy="9143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0" name="原创作者QQ：598969553            _7"/>
            <p:cNvSpPr/>
            <p:nvPr/>
          </p:nvSpPr>
          <p:spPr>
            <a:xfrm>
              <a:off x="7349729" y="3098771"/>
              <a:ext cx="914400" cy="9143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1" name="原创作者QQ：598969553            _8"/>
            <p:cNvSpPr/>
            <p:nvPr/>
          </p:nvSpPr>
          <p:spPr>
            <a:xfrm>
              <a:off x="5651898" y="4094080"/>
              <a:ext cx="720328" cy="9643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3" name="原创作者QQ：598969553            _9"/>
            <p:cNvSpPr/>
            <p:nvPr/>
          </p:nvSpPr>
          <p:spPr>
            <a:xfrm>
              <a:off x="5655470" y="4253615"/>
              <a:ext cx="719137" cy="952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4" name="原创作者QQ：598969553            _10"/>
            <p:cNvSpPr/>
            <p:nvPr/>
          </p:nvSpPr>
          <p:spPr>
            <a:xfrm>
              <a:off x="5649516" y="4407198"/>
              <a:ext cx="720328" cy="952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5" name="原创作者QQ：598969553            _11"/>
            <p:cNvSpPr/>
            <p:nvPr/>
          </p:nvSpPr>
          <p:spPr>
            <a:xfrm rot="10800000">
              <a:off x="5803106" y="4551254"/>
              <a:ext cx="410766" cy="152392"/>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6" name="原创作者QQ：598969553            _12"/>
            <p:cNvSpPr/>
            <p:nvPr/>
          </p:nvSpPr>
          <p:spPr>
            <a:xfrm>
              <a:off x="5295901" y="2784464"/>
              <a:ext cx="1438275" cy="1253660"/>
            </a:xfrm>
            <a:custGeom>
              <a:avLst/>
              <a:gdLst/>
              <a:ahLst/>
              <a:cxnLst/>
              <a:rect l="l" t="t" r="r" b="b"/>
              <a:pathLst>
                <a:path w="1438297" h="1253961">
                  <a:moveTo>
                    <a:pt x="709345" y="67"/>
                  </a:moveTo>
                  <a:cubicBezTo>
                    <a:pt x="1001692" y="-3923"/>
                    <a:pt x="1267354" y="169479"/>
                    <a:pt x="1381366" y="438707"/>
                  </a:cubicBezTo>
                  <a:cubicBezTo>
                    <a:pt x="1493979" y="704629"/>
                    <a:pt x="1436500" y="1011747"/>
                    <a:pt x="1235753" y="1218380"/>
                  </a:cubicBezTo>
                  <a:cubicBezTo>
                    <a:pt x="1228463" y="1236727"/>
                    <a:pt x="1210520" y="1249627"/>
                    <a:pt x="1189563" y="1249627"/>
                  </a:cubicBezTo>
                  <a:cubicBezTo>
                    <a:pt x="1161965" y="1249627"/>
                    <a:pt x="1139593" y="1227255"/>
                    <a:pt x="1139593" y="1199657"/>
                  </a:cubicBezTo>
                  <a:cubicBezTo>
                    <a:pt x="1139593" y="1182741"/>
                    <a:pt x="1147999" y="1167788"/>
                    <a:pt x="1161387" y="1159497"/>
                  </a:cubicBezTo>
                  <a:lnTo>
                    <a:pt x="1160988" y="1159099"/>
                  </a:lnTo>
                  <a:cubicBezTo>
                    <a:pt x="1339859" y="979468"/>
                    <a:pt x="1392172" y="709424"/>
                    <a:pt x="1293318" y="475993"/>
                  </a:cubicBezTo>
                  <a:cubicBezTo>
                    <a:pt x="1194465" y="242562"/>
                    <a:pt x="964125" y="92215"/>
                    <a:pt x="710649" y="95675"/>
                  </a:cubicBezTo>
                  <a:cubicBezTo>
                    <a:pt x="457173" y="99135"/>
                    <a:pt x="231023" y="255712"/>
                    <a:pt x="138577" y="491754"/>
                  </a:cubicBezTo>
                  <a:cubicBezTo>
                    <a:pt x="48191" y="722536"/>
                    <a:pt x="103211" y="984362"/>
                    <a:pt x="278147" y="1158443"/>
                  </a:cubicBezTo>
                  <a:cubicBezTo>
                    <a:pt x="295721" y="1166064"/>
                    <a:pt x="307932" y="1183602"/>
                    <a:pt x="307932" y="1203991"/>
                  </a:cubicBezTo>
                  <a:cubicBezTo>
                    <a:pt x="307932" y="1231589"/>
                    <a:pt x="285560" y="1253961"/>
                    <a:pt x="257962" y="1253961"/>
                  </a:cubicBezTo>
                  <a:cubicBezTo>
                    <a:pt x="244659" y="1253961"/>
                    <a:pt x="232570" y="1248763"/>
                    <a:pt x="223786" y="1240106"/>
                  </a:cubicBezTo>
                  <a:lnTo>
                    <a:pt x="223615" y="1240286"/>
                  </a:lnTo>
                  <a:lnTo>
                    <a:pt x="222931" y="1239529"/>
                  </a:lnTo>
                  <a:cubicBezTo>
                    <a:pt x="222653" y="1239352"/>
                    <a:pt x="222426" y="1239124"/>
                    <a:pt x="222283" y="1238813"/>
                  </a:cubicBezTo>
                  <a:cubicBezTo>
                    <a:pt x="11426" y="1037418"/>
                    <a:pt x="-56835" y="728509"/>
                    <a:pt x="49546" y="456885"/>
                  </a:cubicBezTo>
                  <a:cubicBezTo>
                    <a:pt x="156168" y="184646"/>
                    <a:pt x="416999" y="4058"/>
                    <a:pt x="709345" y="6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7" name="原创作者QQ：598969553            _13"/>
            <p:cNvSpPr/>
            <p:nvPr/>
          </p:nvSpPr>
          <p:spPr>
            <a:xfrm>
              <a:off x="4811317" y="3526184"/>
              <a:ext cx="352425" cy="9643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8" name="原创作者QQ：598969553            _14"/>
            <p:cNvSpPr/>
            <p:nvPr/>
          </p:nvSpPr>
          <p:spPr>
            <a:xfrm rot="2700000">
              <a:off x="5073860" y="2831488"/>
              <a:ext cx="352405" cy="9644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19" name="原创作者QQ：598969553            _15"/>
            <p:cNvSpPr/>
            <p:nvPr/>
          </p:nvSpPr>
          <p:spPr>
            <a:xfrm rot="18900000" flipH="1">
              <a:off x="6591301" y="2816610"/>
              <a:ext cx="352425" cy="9524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20" name="原创作者QQ：598969553            _16"/>
            <p:cNvSpPr/>
            <p:nvPr/>
          </p:nvSpPr>
          <p:spPr>
            <a:xfrm>
              <a:off x="6866336" y="3536898"/>
              <a:ext cx="352425" cy="9643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21" name="原创作者QQ：598969553            _17"/>
            <p:cNvSpPr/>
            <p:nvPr/>
          </p:nvSpPr>
          <p:spPr>
            <a:xfrm rot="5400000">
              <a:off x="5843599" y="2458248"/>
              <a:ext cx="352405" cy="9525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19" tIns="32509" rIns="65019" bIns="32509" anchor="ctr"/>
            <a:lstStyle/>
            <a:p>
              <a:pPr algn="ctr">
                <a:defRPr/>
              </a:pPr>
              <a:endParaRPr lang="zh-CN" altLang="en-US" sz="1690" dirty="0"/>
            </a:p>
          </p:txBody>
        </p:sp>
        <p:sp>
          <p:nvSpPr>
            <p:cNvPr id="22" name="原创作者QQ：598969553            _18"/>
            <p:cNvSpPr txBox="1"/>
            <p:nvPr/>
          </p:nvSpPr>
          <p:spPr>
            <a:xfrm>
              <a:off x="5213348" y="3145411"/>
              <a:ext cx="1603380" cy="717520"/>
            </a:xfrm>
            <a:prstGeom prst="rect">
              <a:avLst/>
            </a:prstGeom>
            <a:noFill/>
          </p:spPr>
          <p:txBody>
            <a:bodyPr wrap="square" lIns="65019" tIns="32509" rIns="65019" bIns="32509">
              <a:spAutoFit/>
            </a:bodyPr>
            <a:lstStyle/>
            <a:p>
              <a:pPr lvl="0" algn="ctr" defTabSz="1111250">
                <a:lnSpc>
                  <a:spcPct val="90000"/>
                </a:lnSpc>
                <a:spcAft>
                  <a:spcPct val="35000"/>
                </a:spcAft>
              </a:pPr>
              <a:r>
                <a:rPr lang="zh-CN" altLang="en-US" sz="2200" dirty="0">
                  <a:latin typeface="微软雅黑" panose="020B0503020204020204" charset="-122"/>
                  <a:ea typeface="微软雅黑" panose="020B0503020204020204" charset="-122"/>
                </a:rPr>
                <a:t>行业对比</a:t>
              </a:r>
            </a:p>
            <a:p>
              <a:pPr lvl="0" algn="ctr" defTabSz="1111250">
                <a:lnSpc>
                  <a:spcPct val="90000"/>
                </a:lnSpc>
                <a:spcAft>
                  <a:spcPct val="35000"/>
                </a:spcAft>
              </a:pPr>
              <a:r>
                <a:rPr lang="zh-CN" altLang="en-US" sz="2200" dirty="0">
                  <a:latin typeface="微软雅黑" panose="020B0503020204020204" charset="-122"/>
                  <a:ea typeface="微软雅黑" panose="020B0503020204020204" charset="-122"/>
                </a:rPr>
                <a:t>分析</a:t>
              </a:r>
            </a:p>
          </p:txBody>
        </p:sp>
        <p:sp>
          <p:nvSpPr>
            <p:cNvPr id="23" name="原创作者QQ：598969553            _22"/>
            <p:cNvSpPr txBox="1">
              <a:spLocks noChangeArrowheads="1"/>
            </p:cNvSpPr>
            <p:nvPr/>
          </p:nvSpPr>
          <p:spPr bwMode="auto">
            <a:xfrm>
              <a:off x="3981470" y="3279462"/>
              <a:ext cx="530775" cy="557647"/>
            </a:xfrm>
            <a:prstGeom prst="rect">
              <a:avLst/>
            </a:prstGeom>
            <a:noFill/>
            <a:ln w="9525">
              <a:noFill/>
              <a:miter lim="800000"/>
            </a:ln>
          </p:spPr>
          <p:txBody>
            <a:bodyPr wrap="none" lIns="65019" tIns="32509" rIns="65019" bIns="32509">
              <a:spAutoFit/>
            </a:bodyPr>
            <a:lstStyle/>
            <a:p>
              <a:pPr lvl="0"/>
              <a:r>
                <a:rPr lang="zh-CN" sz="1895" b="1" dirty="0">
                  <a:solidFill>
                    <a:schemeClr val="bg1"/>
                  </a:solidFill>
                </a:rPr>
                <a:t>产业</a:t>
              </a:r>
            </a:p>
            <a:p>
              <a:pPr lvl="0"/>
              <a:r>
                <a:rPr lang="zh-CN" sz="1895" b="1" dirty="0">
                  <a:solidFill>
                    <a:schemeClr val="bg1"/>
                  </a:solidFill>
                </a:rPr>
                <a:t>资料</a:t>
              </a:r>
            </a:p>
          </p:txBody>
        </p:sp>
        <p:sp>
          <p:nvSpPr>
            <p:cNvPr id="24" name="原创作者QQ：598969553            _23"/>
            <p:cNvSpPr txBox="1">
              <a:spLocks noChangeArrowheads="1"/>
            </p:cNvSpPr>
            <p:nvPr/>
          </p:nvSpPr>
          <p:spPr bwMode="auto">
            <a:xfrm>
              <a:off x="4451547" y="2094760"/>
              <a:ext cx="530775" cy="557647"/>
            </a:xfrm>
            <a:prstGeom prst="rect">
              <a:avLst/>
            </a:prstGeom>
            <a:noFill/>
            <a:ln w="9525">
              <a:noFill/>
              <a:miter lim="800000"/>
            </a:ln>
          </p:spPr>
          <p:txBody>
            <a:bodyPr wrap="none" lIns="65019" tIns="32509" rIns="65019" bIns="32509">
              <a:spAutoFit/>
            </a:bodyPr>
            <a:lstStyle/>
            <a:p>
              <a:pPr lvl="0"/>
              <a:r>
                <a:rPr lang="zh-CN" sz="1895" b="1" dirty="0">
                  <a:solidFill>
                    <a:schemeClr val="bg1"/>
                  </a:solidFill>
                </a:rPr>
                <a:t>行业</a:t>
              </a:r>
              <a:endParaRPr lang="zh-CN" altLang="en-US" sz="1895" b="1" dirty="0">
                <a:solidFill>
                  <a:schemeClr val="bg1"/>
                </a:solidFill>
              </a:endParaRPr>
            </a:p>
            <a:p>
              <a:pPr lvl="0"/>
              <a:r>
                <a:rPr lang="zh-CN" altLang="en-US" sz="1895" b="1" dirty="0">
                  <a:solidFill>
                    <a:schemeClr val="bg1"/>
                  </a:solidFill>
                </a:rPr>
                <a:t>格局</a:t>
              </a:r>
            </a:p>
          </p:txBody>
        </p:sp>
        <p:sp>
          <p:nvSpPr>
            <p:cNvPr id="25" name="原创作者QQ：598969553            _24"/>
            <p:cNvSpPr txBox="1">
              <a:spLocks noChangeArrowheads="1"/>
            </p:cNvSpPr>
            <p:nvPr/>
          </p:nvSpPr>
          <p:spPr bwMode="auto">
            <a:xfrm>
              <a:off x="5757525" y="1498943"/>
              <a:ext cx="530775" cy="557647"/>
            </a:xfrm>
            <a:prstGeom prst="rect">
              <a:avLst/>
            </a:prstGeom>
            <a:noFill/>
            <a:ln w="9525">
              <a:noFill/>
              <a:miter lim="800000"/>
            </a:ln>
          </p:spPr>
          <p:txBody>
            <a:bodyPr wrap="none" lIns="65019" tIns="32509" rIns="65019" bIns="32509">
              <a:spAutoFit/>
            </a:bodyPr>
            <a:lstStyle/>
            <a:p>
              <a:pPr lvl="0"/>
              <a:r>
                <a:rPr lang="zh-CN" sz="1895" b="1" dirty="0">
                  <a:solidFill>
                    <a:schemeClr val="bg1"/>
                  </a:solidFill>
                </a:rPr>
                <a:t>财务</a:t>
              </a:r>
            </a:p>
            <a:p>
              <a:pPr lvl="0"/>
              <a:r>
                <a:rPr lang="zh-CN" altLang="en-US" sz="1895" b="1" dirty="0">
                  <a:solidFill>
                    <a:schemeClr val="bg1"/>
                  </a:solidFill>
                </a:rPr>
                <a:t>数据</a:t>
              </a:r>
            </a:p>
          </p:txBody>
        </p:sp>
        <p:sp>
          <p:nvSpPr>
            <p:cNvPr id="26" name="原创作者QQ：598969553            _25"/>
            <p:cNvSpPr txBox="1">
              <a:spLocks noChangeArrowheads="1"/>
            </p:cNvSpPr>
            <p:nvPr/>
          </p:nvSpPr>
          <p:spPr bwMode="auto">
            <a:xfrm>
              <a:off x="7073191" y="2080123"/>
              <a:ext cx="530775" cy="557647"/>
            </a:xfrm>
            <a:prstGeom prst="rect">
              <a:avLst/>
            </a:prstGeom>
            <a:noFill/>
            <a:ln w="9525">
              <a:noFill/>
              <a:miter lim="800000"/>
            </a:ln>
          </p:spPr>
          <p:txBody>
            <a:bodyPr wrap="none" lIns="65019" tIns="32509" rIns="65019" bIns="32509">
              <a:spAutoFit/>
            </a:bodyPr>
            <a:lstStyle/>
            <a:p>
              <a:pPr lvl="0"/>
              <a:r>
                <a:rPr lang="zh-CN" altLang="en-US" sz="1895" b="1" dirty="0">
                  <a:solidFill>
                    <a:schemeClr val="bg1"/>
                  </a:solidFill>
                </a:rPr>
                <a:t>市场</a:t>
              </a:r>
              <a:endParaRPr lang="en-US" altLang="zh-CN" sz="1895" b="1" dirty="0">
                <a:solidFill>
                  <a:schemeClr val="bg1"/>
                </a:solidFill>
              </a:endParaRPr>
            </a:p>
            <a:p>
              <a:pPr lvl="0"/>
              <a:r>
                <a:rPr lang="zh-CN" altLang="en-US" sz="1895" b="1" dirty="0">
                  <a:solidFill>
                    <a:schemeClr val="bg1"/>
                  </a:solidFill>
                </a:rPr>
                <a:t>数据</a:t>
              </a:r>
            </a:p>
          </p:txBody>
        </p:sp>
        <p:sp>
          <p:nvSpPr>
            <p:cNvPr id="27" name="原创作者QQ：598969553            _26"/>
            <p:cNvSpPr txBox="1">
              <a:spLocks noChangeArrowheads="1"/>
            </p:cNvSpPr>
            <p:nvPr/>
          </p:nvSpPr>
          <p:spPr bwMode="auto">
            <a:xfrm>
              <a:off x="7538937" y="3279462"/>
              <a:ext cx="530775" cy="557647"/>
            </a:xfrm>
            <a:prstGeom prst="rect">
              <a:avLst/>
            </a:prstGeom>
            <a:noFill/>
            <a:ln w="9525">
              <a:noFill/>
              <a:miter lim="800000"/>
            </a:ln>
          </p:spPr>
          <p:txBody>
            <a:bodyPr wrap="none" lIns="65019" tIns="32509" rIns="65019" bIns="32509">
              <a:spAutoFit/>
            </a:bodyPr>
            <a:lstStyle/>
            <a:p>
              <a:pPr lvl="0"/>
              <a:r>
                <a:rPr lang="zh-CN" altLang="en-US" sz="1895" b="1" dirty="0">
                  <a:solidFill>
                    <a:schemeClr val="bg1"/>
                  </a:solidFill>
                </a:rPr>
                <a:t>分析</a:t>
              </a:r>
            </a:p>
            <a:p>
              <a:pPr lvl="0"/>
              <a:r>
                <a:rPr lang="zh-CN" altLang="en-US" sz="1895" b="1" dirty="0">
                  <a:solidFill>
                    <a:schemeClr val="bg1"/>
                  </a:solidFill>
                </a:rPr>
                <a:t>工具</a:t>
              </a:r>
            </a:p>
          </p:txBody>
        </p:sp>
      </p:grpSp>
      <p:grpSp>
        <p:nvGrpSpPr>
          <p:cNvPr id="31" name="组合 30"/>
          <p:cNvGrpSpPr/>
          <p:nvPr/>
        </p:nvGrpSpPr>
        <p:grpSpPr>
          <a:xfrm>
            <a:off x="4412606" y="1896362"/>
            <a:ext cx="1339909" cy="406400"/>
            <a:chOff x="1201178" y="2947778"/>
            <a:chExt cx="1413185" cy="428625"/>
          </a:xfrm>
        </p:grpSpPr>
        <p:sp>
          <p:nvSpPr>
            <p:cNvPr id="32" name="TextBox 39"/>
            <p:cNvSpPr txBox="1"/>
            <p:nvPr/>
          </p:nvSpPr>
          <p:spPr>
            <a:xfrm>
              <a:off x="1373573" y="2947778"/>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专项财务</a:t>
              </a:r>
            </a:p>
          </p:txBody>
        </p:sp>
        <p:cxnSp>
          <p:nvCxnSpPr>
            <p:cNvPr id="33" name="Straight Connector 40"/>
            <p:cNvCxnSpPr/>
            <p:nvPr/>
          </p:nvCxnSpPr>
          <p:spPr>
            <a:xfrm>
              <a:off x="1201178" y="3375954"/>
              <a:ext cx="1413185"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4170676" y="1105357"/>
            <a:ext cx="1339909" cy="406400"/>
            <a:chOff x="1380182" y="2975011"/>
            <a:chExt cx="1413185" cy="428625"/>
          </a:xfrm>
        </p:grpSpPr>
        <p:sp>
          <p:nvSpPr>
            <p:cNvPr id="28" name="TextBox 39"/>
            <p:cNvSpPr txBox="1"/>
            <p:nvPr/>
          </p:nvSpPr>
          <p:spPr>
            <a:xfrm>
              <a:off x="1532242" y="2975011"/>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主营构成</a:t>
              </a:r>
            </a:p>
          </p:txBody>
        </p:sp>
        <p:cxnSp>
          <p:nvCxnSpPr>
            <p:cNvPr id="29" name="Straight Connector 40"/>
            <p:cNvCxnSpPr/>
            <p:nvPr/>
          </p:nvCxnSpPr>
          <p:spPr>
            <a:xfrm>
              <a:off x="1380182" y="3371145"/>
              <a:ext cx="1413185"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4304331" y="1505870"/>
            <a:ext cx="1339909" cy="406400"/>
            <a:chOff x="1201178" y="2956012"/>
            <a:chExt cx="1413185" cy="428625"/>
          </a:xfrm>
        </p:grpSpPr>
        <p:sp>
          <p:nvSpPr>
            <p:cNvPr id="35" name="TextBox 39"/>
            <p:cNvSpPr txBox="1"/>
            <p:nvPr/>
          </p:nvSpPr>
          <p:spPr>
            <a:xfrm>
              <a:off x="1355254" y="2956012"/>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财务分析</a:t>
              </a:r>
            </a:p>
          </p:txBody>
        </p:sp>
        <p:cxnSp>
          <p:nvCxnSpPr>
            <p:cNvPr id="36" name="Straight Connector 40"/>
            <p:cNvCxnSpPr/>
            <p:nvPr/>
          </p:nvCxnSpPr>
          <p:spPr>
            <a:xfrm>
              <a:off x="1201178" y="3375954"/>
              <a:ext cx="1413185"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2165082" y="5085180"/>
            <a:ext cx="1278890" cy="406400"/>
            <a:chOff x="1156450" y="2949922"/>
            <a:chExt cx="1348829" cy="428625"/>
          </a:xfrm>
          <a:solidFill>
            <a:srgbClr val="FFFFFF"/>
          </a:solidFill>
        </p:grpSpPr>
        <p:sp>
          <p:nvSpPr>
            <p:cNvPr id="47" name="TextBox 39"/>
            <p:cNvSpPr txBox="1"/>
            <p:nvPr/>
          </p:nvSpPr>
          <p:spPr>
            <a:xfrm>
              <a:off x="1156450" y="2949922"/>
              <a:ext cx="1348829" cy="428625"/>
            </a:xfrm>
            <a:prstGeom prst="rect">
              <a:avLst/>
            </a:prstGeom>
            <a:grpFill/>
          </p:spPr>
          <p:txBody>
            <a:bodyPr wrap="squar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经济指标</a:t>
              </a:r>
            </a:p>
          </p:txBody>
        </p:sp>
        <p:cxnSp>
          <p:nvCxnSpPr>
            <p:cNvPr id="48" name="Straight Connector 40"/>
            <p:cNvCxnSpPr/>
            <p:nvPr/>
          </p:nvCxnSpPr>
          <p:spPr>
            <a:xfrm>
              <a:off x="1486351" y="3375954"/>
              <a:ext cx="1008000" cy="0"/>
            </a:xfrm>
            <a:prstGeom prst="line">
              <a:avLst/>
            </a:prstGeom>
            <a:grpFill/>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2161436" y="4605703"/>
            <a:ext cx="853333" cy="406400"/>
            <a:chOff x="1453306" y="2986445"/>
            <a:chExt cx="900000" cy="428625"/>
          </a:xfrm>
        </p:grpSpPr>
        <p:sp>
          <p:nvSpPr>
            <p:cNvPr id="45" name="TextBox 39"/>
            <p:cNvSpPr txBox="1"/>
            <p:nvPr/>
          </p:nvSpPr>
          <p:spPr>
            <a:xfrm>
              <a:off x="1457498" y="2986445"/>
              <a:ext cx="880021"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上下游</a:t>
              </a:r>
            </a:p>
          </p:txBody>
        </p:sp>
        <p:cxnSp>
          <p:nvCxnSpPr>
            <p:cNvPr id="46" name="Straight Connector 40"/>
            <p:cNvCxnSpPr/>
            <p:nvPr/>
          </p:nvCxnSpPr>
          <p:spPr>
            <a:xfrm>
              <a:off x="1453306" y="3375954"/>
              <a:ext cx="900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2806440" y="5512098"/>
            <a:ext cx="1139464" cy="421895"/>
            <a:chOff x="1595650" y="2911481"/>
            <a:chExt cx="1241493" cy="444967"/>
          </a:xfrm>
        </p:grpSpPr>
        <p:sp>
          <p:nvSpPr>
            <p:cNvPr id="43" name="TextBox 39"/>
            <p:cNvSpPr txBox="1"/>
            <p:nvPr/>
          </p:nvSpPr>
          <p:spPr>
            <a:xfrm>
              <a:off x="1595650" y="2911481"/>
              <a:ext cx="1145718"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前沿科技</a:t>
              </a:r>
            </a:p>
          </p:txBody>
        </p:sp>
        <p:cxnSp>
          <p:nvCxnSpPr>
            <p:cNvPr id="44" name="Straight Connector 40"/>
            <p:cNvCxnSpPr/>
            <p:nvPr/>
          </p:nvCxnSpPr>
          <p:spPr>
            <a:xfrm>
              <a:off x="1647074" y="3356448"/>
              <a:ext cx="1190069"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sp>
        <p:nvSpPr>
          <p:cNvPr id="59" name="TextBox 39"/>
          <p:cNvSpPr txBox="1"/>
          <p:nvPr/>
        </p:nvSpPr>
        <p:spPr>
          <a:xfrm>
            <a:off x="6653530" y="1529715"/>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一致预期</a:t>
            </a:r>
          </a:p>
        </p:txBody>
      </p:sp>
      <p:grpSp>
        <p:nvGrpSpPr>
          <p:cNvPr id="53" name="组合 52"/>
          <p:cNvGrpSpPr/>
          <p:nvPr/>
        </p:nvGrpSpPr>
        <p:grpSpPr>
          <a:xfrm>
            <a:off x="6834628" y="1111245"/>
            <a:ext cx="1051560" cy="406400"/>
            <a:chOff x="1342975" y="2986445"/>
            <a:chExt cx="1109067" cy="428625"/>
          </a:xfrm>
        </p:grpSpPr>
        <p:sp>
          <p:nvSpPr>
            <p:cNvPr id="57" name="TextBox 39"/>
            <p:cNvSpPr txBox="1"/>
            <p:nvPr/>
          </p:nvSpPr>
          <p:spPr>
            <a:xfrm>
              <a:off x="1342975" y="2986445"/>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收益分析</a:t>
              </a:r>
            </a:p>
          </p:txBody>
        </p:sp>
        <p:cxnSp>
          <p:nvCxnSpPr>
            <p:cNvPr id="58" name="Straight Connector 40"/>
            <p:cNvCxnSpPr/>
            <p:nvPr/>
          </p:nvCxnSpPr>
          <p:spPr>
            <a:xfrm>
              <a:off x="1349981" y="3375954"/>
              <a:ext cx="1044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a:off x="2767986" y="2892771"/>
            <a:ext cx="1275082" cy="894094"/>
            <a:chOff x="-4922762" y="2935553"/>
            <a:chExt cx="1344813" cy="942990"/>
          </a:xfrm>
        </p:grpSpPr>
        <p:grpSp>
          <p:nvGrpSpPr>
            <p:cNvPr id="66" name="组合 65"/>
            <p:cNvGrpSpPr/>
            <p:nvPr/>
          </p:nvGrpSpPr>
          <p:grpSpPr>
            <a:xfrm>
              <a:off x="-4833059" y="2935553"/>
              <a:ext cx="1255110" cy="428625"/>
              <a:chOff x="-6902357" y="4303682"/>
              <a:chExt cx="1255110" cy="428625"/>
            </a:xfrm>
          </p:grpSpPr>
          <p:sp>
            <p:nvSpPr>
              <p:cNvPr id="70" name="TextBox 39"/>
              <p:cNvSpPr txBox="1"/>
              <p:nvPr/>
            </p:nvSpPr>
            <p:spPr>
              <a:xfrm>
                <a:off x="-6756314" y="4303682"/>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行业地位</a:t>
                </a:r>
              </a:p>
            </p:txBody>
          </p:sp>
          <p:cxnSp>
            <p:nvCxnSpPr>
              <p:cNvPr id="71" name="Straight Connector 40"/>
              <p:cNvCxnSpPr/>
              <p:nvPr/>
            </p:nvCxnSpPr>
            <p:spPr>
              <a:xfrm>
                <a:off x="-6902357" y="4725220"/>
                <a:ext cx="1224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4922762" y="3449918"/>
              <a:ext cx="1188000" cy="428625"/>
              <a:chOff x="-6705491" y="4328350"/>
              <a:chExt cx="1188000" cy="428625"/>
            </a:xfrm>
          </p:grpSpPr>
          <p:sp>
            <p:nvSpPr>
              <p:cNvPr id="68" name="TextBox 39"/>
              <p:cNvSpPr txBox="1"/>
              <p:nvPr/>
            </p:nvSpPr>
            <p:spPr>
              <a:xfrm>
                <a:off x="-6664912" y="4328350"/>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行业标杆</a:t>
                </a:r>
              </a:p>
            </p:txBody>
          </p:sp>
          <p:cxnSp>
            <p:nvCxnSpPr>
              <p:cNvPr id="69" name="Straight Connector 40"/>
              <p:cNvCxnSpPr/>
              <p:nvPr/>
            </p:nvCxnSpPr>
            <p:spPr>
              <a:xfrm>
                <a:off x="-6705491" y="4724484"/>
                <a:ext cx="1188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73" name="组合 72"/>
          <p:cNvGrpSpPr/>
          <p:nvPr/>
        </p:nvGrpSpPr>
        <p:grpSpPr>
          <a:xfrm>
            <a:off x="8275641" y="2623307"/>
            <a:ext cx="1297067" cy="717871"/>
            <a:chOff x="1417591" y="2986445"/>
            <a:chExt cx="1368000" cy="757130"/>
          </a:xfrm>
        </p:grpSpPr>
        <p:sp>
          <p:nvSpPr>
            <p:cNvPr id="77" name="TextBox 39"/>
            <p:cNvSpPr txBox="1"/>
            <p:nvPr/>
          </p:nvSpPr>
          <p:spPr>
            <a:xfrm>
              <a:off x="1734092" y="2986445"/>
              <a:ext cx="326827" cy="428625"/>
            </a:xfrm>
            <a:prstGeom prst="rect">
              <a:avLst/>
            </a:prstGeom>
            <a:noFill/>
          </p:spPr>
          <p:txBody>
            <a:bodyPr wrap="none" rtlCol="0">
              <a:spAutoFit/>
            </a:bodyPr>
            <a:lstStyle/>
            <a:p>
              <a:pPr algn="ctr">
                <a:lnSpc>
                  <a:spcPct val="120000"/>
                </a:lnSpc>
              </a:pPr>
              <a:endPar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78" name="Straight Connector 40"/>
            <p:cNvCxnSpPr/>
            <p:nvPr/>
          </p:nvCxnSpPr>
          <p:spPr>
            <a:xfrm>
              <a:off x="1417591" y="3743575"/>
              <a:ext cx="1368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8539538" y="4523625"/>
            <a:ext cx="1289379" cy="859883"/>
            <a:chOff x="3161446" y="1618316"/>
            <a:chExt cx="1359892" cy="906908"/>
          </a:xfrm>
        </p:grpSpPr>
        <p:grpSp>
          <p:nvGrpSpPr>
            <p:cNvPr id="80" name="组合 79"/>
            <p:cNvGrpSpPr/>
            <p:nvPr/>
          </p:nvGrpSpPr>
          <p:grpSpPr>
            <a:xfrm>
              <a:off x="3412271" y="1618316"/>
              <a:ext cx="1109067" cy="428625"/>
              <a:chOff x="1342973" y="2986445"/>
              <a:chExt cx="1109067" cy="428625"/>
            </a:xfrm>
          </p:grpSpPr>
          <p:sp>
            <p:nvSpPr>
              <p:cNvPr id="84" name="TextBox 39"/>
              <p:cNvSpPr txBox="1"/>
              <p:nvPr/>
            </p:nvSpPr>
            <p:spPr>
              <a:xfrm>
                <a:off x="1342973" y="2986445"/>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选股策略</a:t>
                </a:r>
              </a:p>
            </p:txBody>
          </p:sp>
          <p:cxnSp>
            <p:nvCxnSpPr>
              <p:cNvPr id="85" name="Straight Connector 40"/>
              <p:cNvCxnSpPr/>
              <p:nvPr/>
            </p:nvCxnSpPr>
            <p:spPr>
              <a:xfrm>
                <a:off x="1393265" y="3375954"/>
                <a:ext cx="972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3161446" y="2096599"/>
              <a:ext cx="1109067" cy="428625"/>
              <a:chOff x="1378717" y="2975031"/>
              <a:chExt cx="1109067" cy="428625"/>
            </a:xfrm>
          </p:grpSpPr>
          <p:sp>
            <p:nvSpPr>
              <p:cNvPr id="82" name="TextBox 39"/>
              <p:cNvSpPr txBox="1"/>
              <p:nvPr/>
            </p:nvSpPr>
            <p:spPr>
              <a:xfrm>
                <a:off x="1378717" y="2975031"/>
                <a:ext cx="1109067" cy="428625"/>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股票对比</a:t>
                </a:r>
              </a:p>
            </p:txBody>
          </p:sp>
          <p:cxnSp>
            <p:nvCxnSpPr>
              <p:cNvPr id="83" name="Straight Connector 40"/>
              <p:cNvCxnSpPr/>
              <p:nvPr/>
            </p:nvCxnSpPr>
            <p:spPr>
              <a:xfrm>
                <a:off x="1427914" y="3375954"/>
                <a:ext cx="972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sp>
        <p:nvSpPr>
          <p:cNvPr id="37" name="TextBox 39"/>
          <p:cNvSpPr txBox="1"/>
          <p:nvPr/>
        </p:nvSpPr>
        <p:spPr>
          <a:xfrm>
            <a:off x="8276039" y="2337031"/>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市场表现</a:t>
            </a:r>
          </a:p>
        </p:txBody>
      </p:sp>
      <p:cxnSp>
        <p:nvCxnSpPr>
          <p:cNvPr id="38" name="Straight Connector 40"/>
          <p:cNvCxnSpPr/>
          <p:nvPr/>
        </p:nvCxnSpPr>
        <p:spPr>
          <a:xfrm>
            <a:off x="6325226" y="2302336"/>
            <a:ext cx="1339909"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40"/>
          <p:cNvCxnSpPr/>
          <p:nvPr/>
        </p:nvCxnSpPr>
        <p:spPr>
          <a:xfrm>
            <a:off x="8060681" y="2826211"/>
            <a:ext cx="1339909"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49" name="TextBox 39"/>
          <p:cNvSpPr txBox="1"/>
          <p:nvPr/>
        </p:nvSpPr>
        <p:spPr>
          <a:xfrm>
            <a:off x="8456379" y="2886306"/>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资金流向</a:t>
            </a:r>
          </a:p>
        </p:txBody>
      </p:sp>
      <p:grpSp>
        <p:nvGrpSpPr>
          <p:cNvPr id="50" name="组合 49"/>
          <p:cNvGrpSpPr/>
          <p:nvPr/>
        </p:nvGrpSpPr>
        <p:grpSpPr>
          <a:xfrm>
            <a:off x="8057836" y="3117972"/>
            <a:ext cx="1297067" cy="717871"/>
            <a:chOff x="1417591" y="2986445"/>
            <a:chExt cx="1368000" cy="757130"/>
          </a:xfrm>
        </p:grpSpPr>
        <p:sp>
          <p:nvSpPr>
            <p:cNvPr id="51" name="TextBox 39"/>
            <p:cNvSpPr txBox="1"/>
            <p:nvPr/>
          </p:nvSpPr>
          <p:spPr>
            <a:xfrm>
              <a:off x="1734092" y="2986445"/>
              <a:ext cx="326827" cy="428625"/>
            </a:xfrm>
            <a:prstGeom prst="rect">
              <a:avLst/>
            </a:prstGeom>
            <a:noFill/>
          </p:spPr>
          <p:txBody>
            <a:bodyPr wrap="none" rtlCol="0">
              <a:spAutoFit/>
            </a:bodyPr>
            <a:lstStyle/>
            <a:p>
              <a:pPr algn="ctr">
                <a:lnSpc>
                  <a:spcPct val="120000"/>
                </a:lnSpc>
              </a:pPr>
              <a:endPar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52" name="Straight Connector 40"/>
            <p:cNvCxnSpPr/>
            <p:nvPr/>
          </p:nvCxnSpPr>
          <p:spPr>
            <a:xfrm>
              <a:off x="1417591" y="3743575"/>
              <a:ext cx="1368000"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sp>
        <p:nvSpPr>
          <p:cNvPr id="61" name="TextBox 39"/>
          <p:cNvSpPr txBox="1"/>
          <p:nvPr/>
        </p:nvSpPr>
        <p:spPr>
          <a:xfrm>
            <a:off x="8276039" y="3380971"/>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估值分析</a:t>
            </a:r>
          </a:p>
        </p:txBody>
      </p:sp>
      <p:sp>
        <p:nvSpPr>
          <p:cNvPr id="63" name="TextBox 39"/>
          <p:cNvSpPr txBox="1"/>
          <p:nvPr/>
        </p:nvSpPr>
        <p:spPr>
          <a:xfrm>
            <a:off x="6513560" y="1936376"/>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个股分析</a:t>
            </a:r>
          </a:p>
        </p:txBody>
      </p:sp>
      <p:cxnSp>
        <p:nvCxnSpPr>
          <p:cNvPr id="64" name="Straight Connector 40"/>
          <p:cNvCxnSpPr/>
          <p:nvPr/>
        </p:nvCxnSpPr>
        <p:spPr>
          <a:xfrm>
            <a:off x="6509376" y="1935941"/>
            <a:ext cx="1339909"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76" name="TextBox 39"/>
          <p:cNvSpPr txBox="1"/>
          <p:nvPr/>
        </p:nvSpPr>
        <p:spPr>
          <a:xfrm>
            <a:off x="2262872" y="4199355"/>
            <a:ext cx="1278890" cy="721995"/>
          </a:xfrm>
          <a:prstGeom prst="rect">
            <a:avLst/>
          </a:prstGeom>
          <a:noFill/>
        </p:spPr>
        <p:txBody>
          <a:bodyPr wrap="square" rtlCol="0">
            <a:spAutoFit/>
          </a:bodyPr>
          <a:lstStyle/>
          <a:p>
            <a:pPr algn="ctr">
              <a:lnSpc>
                <a:spcPct val="120000"/>
              </a:lnSpc>
            </a:pPr>
            <a:r>
              <a:rPr lang="zh-CN" altLang="en-US" sz="1705" dirty="0">
                <a:latin typeface="Arial" panose="020B0604020202020204" pitchFamily="34" charset="0"/>
                <a:ea typeface="微软雅黑" panose="020B0503020204020204" charset="-122"/>
                <a:cs typeface="+mn-ea"/>
                <a:sym typeface="Arial" panose="020B0604020202020204" pitchFamily="34" charset="0"/>
              </a:rPr>
              <a:t>基本面</a:t>
            </a:r>
            <a:endPar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endParaRPr>
          </a:p>
          <a:p>
            <a:pPr algn="ctr">
              <a:lnSpc>
                <a:spcPct val="120000"/>
              </a:lnSpc>
            </a:pPr>
            <a:endPar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86" name="TextBox 39"/>
          <p:cNvSpPr txBox="1"/>
          <p:nvPr/>
        </p:nvSpPr>
        <p:spPr>
          <a:xfrm>
            <a:off x="2763887" y="3836135"/>
            <a:ext cx="1278890" cy="406400"/>
          </a:xfrm>
          <a:prstGeom prst="rect">
            <a:avLst/>
          </a:prstGeom>
          <a:noFill/>
        </p:spPr>
        <p:txBody>
          <a:bodyPr wrap="squar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行业全景图</a:t>
            </a:r>
          </a:p>
        </p:txBody>
      </p:sp>
      <p:cxnSp>
        <p:nvCxnSpPr>
          <p:cNvPr id="87" name="Straight Connector 40"/>
          <p:cNvCxnSpPr/>
          <p:nvPr/>
        </p:nvCxnSpPr>
        <p:spPr>
          <a:xfrm>
            <a:off x="2425172" y="4605836"/>
            <a:ext cx="955733"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40"/>
          <p:cNvCxnSpPr/>
          <p:nvPr/>
        </p:nvCxnSpPr>
        <p:spPr>
          <a:xfrm>
            <a:off x="2869672" y="4199436"/>
            <a:ext cx="955733"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a:xfrm>
            <a:off x="4110730" y="5512733"/>
            <a:ext cx="1139464" cy="421895"/>
            <a:chOff x="1595650" y="2911481"/>
            <a:chExt cx="1241493" cy="444967"/>
          </a:xfrm>
        </p:grpSpPr>
        <p:sp>
          <p:nvSpPr>
            <p:cNvPr id="90" name="TextBox 39"/>
            <p:cNvSpPr txBox="1"/>
            <p:nvPr/>
          </p:nvSpPr>
          <p:spPr>
            <a:xfrm>
              <a:off x="1595650" y="2911481"/>
              <a:ext cx="1145718" cy="428625"/>
            </a:xfrm>
            <a:prstGeom prst="rect">
              <a:avLst/>
            </a:prstGeom>
            <a:noFill/>
          </p:spPr>
          <p:txBody>
            <a:bodyPr wrap="none" rtlCol="0">
              <a:spAutoFit/>
            </a:bodyPr>
            <a:lstStyle/>
            <a:p>
              <a:pPr algn="ctr">
                <a:lnSpc>
                  <a:spcPct val="120000"/>
                </a:lnSpc>
              </a:pPr>
              <a:r>
                <a:rPr lang="zh-CN" altLang="en-US" sz="1705" dirty="0">
                  <a:latin typeface="Arial" panose="020B0604020202020204" pitchFamily="34" charset="0"/>
                  <a:ea typeface="微软雅黑" panose="020B0503020204020204" charset="-122"/>
                  <a:cs typeface="+mn-ea"/>
                  <a:sym typeface="Arial" panose="020B0604020202020204" pitchFamily="34" charset="0"/>
                </a:rPr>
                <a:t>个股品类</a:t>
              </a:r>
              <a:endPar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91" name="Straight Connector 40"/>
            <p:cNvCxnSpPr/>
            <p:nvPr/>
          </p:nvCxnSpPr>
          <p:spPr>
            <a:xfrm>
              <a:off x="1647074" y="3356448"/>
              <a:ext cx="1190069"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sp>
        <p:nvSpPr>
          <p:cNvPr id="92" name="TextBox 39"/>
          <p:cNvSpPr txBox="1"/>
          <p:nvPr/>
        </p:nvSpPr>
        <p:spPr>
          <a:xfrm>
            <a:off x="3263288" y="2486371"/>
            <a:ext cx="1051560" cy="406400"/>
          </a:xfrm>
          <a:prstGeom prst="rect">
            <a:avLst/>
          </a:prstGeom>
          <a:noFill/>
        </p:spPr>
        <p:txBody>
          <a:bodyPr wrap="none" rtlCol="0">
            <a:spAutoFit/>
          </a:bodyPr>
          <a:lstStyle/>
          <a:p>
            <a:pPr algn="ctr">
              <a:lnSpc>
                <a:spcPct val="120000"/>
              </a:lnSpc>
            </a:pPr>
            <a:r>
              <a:rPr lang="zh-CN" altLang="en-US" sz="1705" dirty="0">
                <a:solidFill>
                  <a:schemeClr val="tx1"/>
                </a:solidFill>
                <a:latin typeface="Arial" panose="020B0604020202020204" pitchFamily="34" charset="0"/>
                <a:ea typeface="微软雅黑" panose="020B0503020204020204" charset="-122"/>
                <a:cs typeface="+mn-ea"/>
                <a:sym typeface="Arial" panose="020B0604020202020204" pitchFamily="34" charset="0"/>
              </a:rPr>
              <a:t>经济指标</a:t>
            </a:r>
          </a:p>
        </p:txBody>
      </p:sp>
      <p:cxnSp>
        <p:nvCxnSpPr>
          <p:cNvPr id="93" name="Straight Connector 40"/>
          <p:cNvCxnSpPr/>
          <p:nvPr/>
        </p:nvCxnSpPr>
        <p:spPr>
          <a:xfrm>
            <a:off x="3124818" y="2886051"/>
            <a:ext cx="1160533" cy="0"/>
          </a:xfrm>
          <a:prstGeom prst="line">
            <a:avLst/>
          </a:prstGeom>
          <a:ln w="28575">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54" name="线形标注 2(带强调线) 53"/>
          <p:cNvSpPr/>
          <p:nvPr>
            <p:custDataLst>
              <p:tags r:id="rId3"/>
            </p:custDataLst>
          </p:nvPr>
        </p:nvSpPr>
        <p:spPr>
          <a:xfrm>
            <a:off x="9327515" y="5553710"/>
            <a:ext cx="1944370" cy="1017905"/>
          </a:xfrm>
          <a:prstGeom prst="accentCallout2">
            <a:avLst>
              <a:gd name="adj1" fmla="val 33811"/>
              <a:gd name="adj2" fmla="val -6368"/>
              <a:gd name="adj3" fmla="val 18750"/>
              <a:gd name="adj4" fmla="val -16667"/>
              <a:gd name="adj5" fmla="val -10480"/>
              <a:gd name="adj6" fmla="val -25197"/>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altLang="en-US" sz="1200">
                <a:latin typeface="微软雅黑" panose="020B0503020204020204" charset="-122"/>
                <a:ea typeface="微软雅黑" panose="020B0503020204020204" charset="-122"/>
                <a:cs typeface="微软雅黑" panose="020B0503020204020204" charset="-122"/>
                <a:sym typeface="+mn-ea"/>
              </a:rPr>
              <a:t>合计</a:t>
            </a:r>
            <a:r>
              <a:rPr lang="en-US" altLang="zh-CN" sz="1200">
                <a:latin typeface="微软雅黑" panose="020B0503020204020204" charset="-122"/>
                <a:ea typeface="微软雅黑" panose="020B0503020204020204" charset="-122"/>
                <a:cs typeface="微软雅黑" panose="020B0503020204020204" charset="-122"/>
                <a:sym typeface="+mn-ea"/>
              </a:rPr>
              <a:t>5</a:t>
            </a:r>
            <a:r>
              <a:rPr lang="zh-CN" altLang="en-US" sz="1200">
                <a:latin typeface="微软雅黑" panose="020B0503020204020204" charset="-122"/>
                <a:ea typeface="微软雅黑" panose="020B0503020204020204" charset="-122"/>
                <a:cs typeface="微软雅黑" panose="020B0503020204020204" charset="-122"/>
                <a:sym typeface="+mn-ea"/>
              </a:rPr>
              <a:t>大类，</a:t>
            </a:r>
            <a:r>
              <a:rPr lang="en-US" altLang="zh-CN" sz="1200">
                <a:latin typeface="微软雅黑" panose="020B0503020204020204" charset="-122"/>
                <a:ea typeface="微软雅黑" panose="020B0503020204020204" charset="-122"/>
                <a:cs typeface="微软雅黑" panose="020B0503020204020204" charset="-122"/>
                <a:sym typeface="+mn-ea"/>
              </a:rPr>
              <a:t>21</a:t>
            </a:r>
            <a:r>
              <a:rPr lang="zh-CN" altLang="en-US" sz="1200">
                <a:latin typeface="微软雅黑" panose="020B0503020204020204" charset="-122"/>
                <a:ea typeface="微软雅黑" panose="020B0503020204020204" charset="-122"/>
                <a:cs typeface="微软雅黑" panose="020B0503020204020204" charset="-122"/>
                <a:sym typeface="+mn-ea"/>
              </a:rPr>
              <a:t>个子模块</a:t>
            </a:r>
            <a:endParaRPr lang="zh-CN" sz="1200" dirty="0">
              <a:solidFill>
                <a:schemeClr val="tx1"/>
              </a:solidFill>
              <a:latin typeface="微软雅黑" panose="020B0503020204020204" charset="-122"/>
              <a:ea typeface="微软雅黑" panose="020B0503020204020204" charset="-122"/>
            </a:endParaRPr>
          </a:p>
        </p:txBody>
      </p:sp>
    </p:spTree>
    <p:custDataLst>
      <p:tags r:id="rId1"/>
    </p:custDataLst>
    <p:extLst>
      <p:ext uri="{BB962C8B-B14F-4D97-AF65-F5344CB8AC3E}">
        <p14:creationId xmlns:p14="http://schemas.microsoft.com/office/powerpoint/2010/main" val="334347673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stretch>
            <a:fillRect/>
          </a:stretch>
        </p:blipFill>
        <p:spPr>
          <a:xfrm>
            <a:off x="551319" y="904035"/>
            <a:ext cx="9767454" cy="4645048"/>
          </a:xfrm>
          <a:prstGeom prst="rect">
            <a:avLst/>
          </a:prstGeom>
        </p:spPr>
      </p:pic>
      <p:sp>
        <p:nvSpPr>
          <p:cNvPr id="10" name="标题 9"/>
          <p:cNvSpPr>
            <a:spLocks noGrp="1"/>
          </p:cNvSpPr>
          <p:nvPr>
            <p:ph type="title"/>
          </p:nvPr>
        </p:nvSpPr>
        <p:spPr>
          <a:xfrm>
            <a:off x="551319" y="354647"/>
            <a:ext cx="7221081" cy="460375"/>
          </a:xfrm>
        </p:spPr>
        <p:txBody>
          <a:bodyPr>
            <a:normAutofit fontScale="90000"/>
          </a:body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sz="2400" dirty="0">
                <a:sym typeface="+mn-ea"/>
              </a:rPr>
              <a:t>全景图</a:t>
            </a:r>
          </a:p>
        </p:txBody>
      </p:sp>
      <p:sp>
        <p:nvSpPr>
          <p:cNvPr id="14" name="线形标注 2(带强调线) 13"/>
          <p:cNvSpPr/>
          <p:nvPr>
            <p:custDataLst>
              <p:tags r:id="rId1"/>
            </p:custDataLst>
          </p:nvPr>
        </p:nvSpPr>
        <p:spPr>
          <a:xfrm>
            <a:off x="955675" y="5177155"/>
            <a:ext cx="2146300" cy="1017905"/>
          </a:xfrm>
          <a:prstGeom prst="accentCallout2">
            <a:avLst>
              <a:gd name="adj1" fmla="val 31066"/>
              <a:gd name="adj2" fmla="val 106420"/>
              <a:gd name="adj3" fmla="val 31066"/>
              <a:gd name="adj4" fmla="val 114201"/>
              <a:gd name="adj5" fmla="val -19276"/>
              <a:gd name="adj6" fmla="val 151834"/>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r">
              <a:lnSpc>
                <a:spcPct val="150000"/>
              </a:lnSpc>
            </a:pPr>
            <a:r>
              <a:rPr lang="zh-CN" sz="1200" dirty="0">
                <a:solidFill>
                  <a:schemeClr val="tx1"/>
                </a:solidFill>
                <a:latin typeface="微软雅黑" panose="020B0503020204020204" charset="-122"/>
                <a:ea typeface="微软雅黑" panose="020B0503020204020204" charset="-122"/>
              </a:rPr>
              <a:t>行业全景图</a:t>
            </a:r>
          </a:p>
          <a:p>
            <a:pPr algn="r">
              <a:lnSpc>
                <a:spcPct val="150000"/>
              </a:lnSpc>
            </a:pPr>
            <a:r>
              <a:rPr lang="zh-CN" altLang="en-US" sz="1200">
                <a:solidFill>
                  <a:schemeClr val="tx1"/>
                </a:solidFill>
                <a:latin typeface="微软雅黑" panose="020B0503020204020204" charset="-122"/>
                <a:ea typeface="微软雅黑" panose="020B0503020204020204" charset="-122"/>
                <a:sym typeface="+mn-ea"/>
              </a:rPr>
              <a:t>矢量化图片</a:t>
            </a:r>
            <a:endParaRPr lang="zh-CN" altLang="en-US" sz="1200">
              <a:solidFill>
                <a:schemeClr val="tx1"/>
              </a:solidFill>
              <a:latin typeface="微软雅黑" panose="020B0503020204020204" charset="-122"/>
              <a:ea typeface="微软雅黑" panose="020B0503020204020204" charset="-122"/>
            </a:endParaRPr>
          </a:p>
          <a:p>
            <a:pPr algn="r">
              <a:lnSpc>
                <a:spcPct val="150000"/>
              </a:lnSpc>
            </a:pPr>
            <a:r>
              <a:rPr lang="zh-CN" altLang="en-US" sz="1200">
                <a:solidFill>
                  <a:schemeClr val="tx1"/>
                </a:solidFill>
                <a:latin typeface="微软雅黑" panose="020B0503020204020204" charset="-122"/>
                <a:ea typeface="微软雅黑" panose="020B0503020204020204" charset="-122"/>
                <a:sym typeface="+mn-ea"/>
              </a:rPr>
              <a:t>支持链接跳转</a:t>
            </a:r>
            <a:endParaRPr lang="zh-CN" altLang="en-US" sz="1200">
              <a:solidFill>
                <a:schemeClr val="tx1"/>
              </a:solidFill>
              <a:latin typeface="微软雅黑" panose="020B0503020204020204" charset="-122"/>
              <a:ea typeface="微软雅黑" panose="020B0503020204020204" charset="-122"/>
            </a:endParaRPr>
          </a:p>
          <a:p>
            <a:pPr algn="r">
              <a:lnSpc>
                <a:spcPct val="150000"/>
              </a:lnSpc>
            </a:pPr>
            <a:r>
              <a:rPr lang="zh-CN" altLang="en-US" sz="1200">
                <a:solidFill>
                  <a:schemeClr val="tx1"/>
                </a:solidFill>
                <a:latin typeface="微软雅黑" panose="020B0503020204020204" charset="-122"/>
                <a:ea typeface="微软雅黑" panose="020B0503020204020204" charset="-122"/>
                <a:sym typeface="+mn-ea"/>
              </a:rPr>
              <a:t>可视化平台支持定制</a:t>
            </a:r>
            <a:endParaRPr lang="zh-CN" altLang="en-US" sz="1200">
              <a:solidFill>
                <a:schemeClr val="tx1"/>
              </a:solidFill>
              <a:latin typeface="微软雅黑" panose="020B0503020204020204" charset="-122"/>
              <a:ea typeface="微软雅黑" panose="020B0503020204020204" charset="-122"/>
            </a:endParaRPr>
          </a:p>
          <a:p>
            <a:pPr algn="r">
              <a:lnSpc>
                <a:spcPct val="150000"/>
              </a:lnSpc>
            </a:pPr>
            <a:endParaRPr lang="zh-CN" altLang="en-US" sz="1200" dirty="0">
              <a:solidFill>
                <a:schemeClr val="tx1"/>
              </a:solidFill>
              <a:latin typeface="微软雅黑" panose="020B0503020204020204" charset="-122"/>
              <a:ea typeface="微软雅黑" panose="020B0503020204020204" charset="-122"/>
            </a:endParaRPr>
          </a:p>
        </p:txBody>
      </p:sp>
      <p:sp>
        <p:nvSpPr>
          <p:cNvPr id="16" name="线形标注 2(带强调线) 15"/>
          <p:cNvSpPr/>
          <p:nvPr>
            <p:custDataLst>
              <p:tags r:id="rId2"/>
            </p:custDataLst>
          </p:nvPr>
        </p:nvSpPr>
        <p:spPr>
          <a:xfrm>
            <a:off x="8916670" y="5177155"/>
            <a:ext cx="3142615" cy="1017905"/>
          </a:xfrm>
          <a:prstGeom prst="accentCallout2">
            <a:avLst>
              <a:gd name="adj1" fmla="val 18750"/>
              <a:gd name="adj2" fmla="val -8333"/>
              <a:gd name="adj3" fmla="val 18750"/>
              <a:gd name="adj4" fmla="val -16667"/>
              <a:gd name="adj5" fmla="val -54709"/>
              <a:gd name="adj6" fmla="val -4471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ctr"/>
          <a:lstStyle/>
          <a:p>
            <a:pPr algn="l">
              <a:lnSpc>
                <a:spcPct val="150000"/>
              </a:lnSpc>
            </a:pPr>
            <a:r>
              <a:rPr lang="zh-CN" sz="1200" dirty="0">
                <a:solidFill>
                  <a:schemeClr val="tx1"/>
                </a:solidFill>
                <a:latin typeface="微软雅黑" panose="020B0503020204020204" charset="-122"/>
                <a:ea typeface="微软雅黑" panose="020B0503020204020204" charset="-122"/>
              </a:rPr>
              <a:t>图和行情列表联动</a:t>
            </a:r>
          </a:p>
          <a:p>
            <a:pPr algn="l">
              <a:lnSpc>
                <a:spcPct val="150000"/>
              </a:lnSpc>
            </a:pPr>
            <a:r>
              <a:rPr lang="zh-CN" sz="1200" dirty="0">
                <a:solidFill>
                  <a:schemeClr val="tx1"/>
                </a:solidFill>
                <a:latin typeface="微软雅黑" panose="020B0503020204020204" charset="-122"/>
                <a:ea typeface="微软雅黑" panose="020B0503020204020204" charset="-122"/>
              </a:rPr>
              <a:t>可查询每个产业链环节成份股</a:t>
            </a:r>
          </a:p>
          <a:p>
            <a:pPr algn="l">
              <a:lnSpc>
                <a:spcPct val="150000"/>
              </a:lnSpc>
            </a:pPr>
            <a:r>
              <a:rPr lang="zh-CN" sz="1200" dirty="0">
                <a:solidFill>
                  <a:schemeClr val="tx1"/>
                </a:solidFill>
                <a:latin typeface="微软雅黑" panose="020B0503020204020204" charset="-122"/>
                <a:ea typeface="微软雅黑" panose="020B0503020204020204" charset="-122"/>
              </a:rPr>
              <a:t>支持导出</a:t>
            </a:r>
          </a:p>
        </p:txBody>
      </p:sp>
    </p:spTree>
    <p:extLst>
      <p:ext uri="{BB962C8B-B14F-4D97-AF65-F5344CB8AC3E}">
        <p14:creationId xmlns:p14="http://schemas.microsoft.com/office/powerpoint/2010/main" val="2080032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319" y="354647"/>
            <a:ext cx="8221745" cy="460375"/>
          </a:xfrm>
        </p:spPr>
        <p:txBody>
          <a:bodyPr>
            <a:normAutofit/>
          </a:body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t>个股品类</a:t>
            </a:r>
          </a:p>
        </p:txBody>
      </p:sp>
      <p:pic>
        <p:nvPicPr>
          <p:cNvPr id="4" name="图片 3"/>
          <p:cNvPicPr>
            <a:picLocks noChangeAspect="1"/>
          </p:cNvPicPr>
          <p:nvPr/>
        </p:nvPicPr>
        <p:blipFill>
          <a:blip r:embed="rId7"/>
          <a:stretch>
            <a:fillRect/>
          </a:stretch>
        </p:blipFill>
        <p:spPr>
          <a:xfrm>
            <a:off x="1292036" y="1477896"/>
            <a:ext cx="9420788" cy="5102927"/>
          </a:xfrm>
          <a:prstGeom prst="rect">
            <a:avLst/>
          </a:prstGeom>
        </p:spPr>
      </p:pic>
      <p:sp>
        <p:nvSpPr>
          <p:cNvPr id="7" name="线形标注 2(带强调线) 3"/>
          <p:cNvSpPr/>
          <p:nvPr>
            <p:custDataLst>
              <p:tags r:id="rId2"/>
            </p:custDataLst>
          </p:nvPr>
        </p:nvSpPr>
        <p:spPr>
          <a:xfrm>
            <a:off x="3679475" y="2689860"/>
            <a:ext cx="3143885" cy="913952"/>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功能特色：（竞品无此功能）</a:t>
            </a: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a:t>
            </a:r>
            <a:r>
              <a:rPr lang="en-US" altLang="zh-CN" sz="1200" dirty="0">
                <a:latin typeface="微软雅黑" panose="020B0503020204020204" charset="-122"/>
                <a:ea typeface="微软雅黑" panose="020B0503020204020204" charset="-122"/>
                <a:cs typeface="微软雅黑" panose="020B0503020204020204" charset="-122"/>
                <a:sym typeface="+mn-ea"/>
              </a:rPr>
              <a:t>1800+</a:t>
            </a:r>
            <a:r>
              <a:rPr lang="zh-CN" altLang="en-US" sz="1200" dirty="0">
                <a:latin typeface="微软雅黑" panose="020B0503020204020204" charset="-122"/>
                <a:ea typeface="微软雅黑" panose="020B0503020204020204" charset="-122"/>
                <a:cs typeface="微软雅黑" panose="020B0503020204020204" charset="-122"/>
                <a:sym typeface="+mn-ea"/>
              </a:rPr>
              <a:t>品类分类</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a:t>
            </a:r>
            <a:r>
              <a:rPr lang="en-US" altLang="zh-CN" sz="1200" dirty="0">
                <a:latin typeface="微软雅黑" panose="020B0503020204020204" charset="-122"/>
                <a:ea typeface="微软雅黑" panose="020B0503020204020204" charset="-122"/>
                <a:cs typeface="微软雅黑" panose="020B0503020204020204" charset="-122"/>
                <a:sym typeface="+mn-ea"/>
              </a:rPr>
              <a:t>23000+</a:t>
            </a:r>
            <a:r>
              <a:rPr lang="zh-CN" altLang="en-US" sz="1200" dirty="0">
                <a:latin typeface="微软雅黑" panose="020B0503020204020204" charset="-122"/>
                <a:ea typeface="微软雅黑" panose="020B0503020204020204" charset="-122"/>
                <a:cs typeface="微软雅黑" panose="020B0503020204020204" charset="-122"/>
                <a:sym typeface="+mn-ea"/>
              </a:rPr>
              <a:t>品类库成份股及关联说明数据</a:t>
            </a:r>
            <a:endParaRPr lang="en-US" altLang="zh-CN" sz="1200" dirty="0">
              <a:latin typeface="微软雅黑" panose="020B0503020204020204" charset="-122"/>
              <a:ea typeface="微软雅黑" panose="020B0503020204020204" charset="-122"/>
              <a:cs typeface="微软雅黑" panose="020B0503020204020204" charset="-122"/>
              <a:sym typeface="+mn-ea"/>
            </a:endParaRPr>
          </a:p>
        </p:txBody>
      </p:sp>
      <p:sp>
        <p:nvSpPr>
          <p:cNvPr id="8" name="线形标注 2(带强调线) 3"/>
          <p:cNvSpPr/>
          <p:nvPr>
            <p:custDataLst>
              <p:tags r:id="rId3"/>
            </p:custDataLst>
          </p:nvPr>
        </p:nvSpPr>
        <p:spPr>
          <a:xfrm>
            <a:off x="8152864" y="4841389"/>
            <a:ext cx="2174478" cy="913952"/>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功能特色：（竞品无此功能）</a:t>
            </a: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、品类</a:t>
            </a:r>
            <a:r>
              <a:rPr lang="en-US" altLang="zh-CN" sz="1200" dirty="0">
                <a:latin typeface="微软雅黑" panose="020B0503020204020204" charset="-122"/>
                <a:ea typeface="微软雅黑" panose="020B0503020204020204" charset="-122"/>
                <a:cs typeface="微软雅黑" panose="020B0503020204020204" charset="-122"/>
                <a:sym typeface="+mn-ea"/>
              </a:rPr>
              <a:t>F10</a:t>
            </a:r>
            <a:r>
              <a:rPr lang="zh-CN" altLang="en-US" sz="1200" dirty="0">
                <a:latin typeface="微软雅黑" panose="020B0503020204020204" charset="-122"/>
                <a:ea typeface="微软雅黑" panose="020B0503020204020204" charset="-122"/>
                <a:cs typeface="微软雅黑" panose="020B0503020204020204" charset="-122"/>
                <a:sym typeface="+mn-ea"/>
              </a:rPr>
              <a:t>资料</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、海量品类指标</a:t>
            </a:r>
          </a:p>
        </p:txBody>
      </p:sp>
      <p:sp>
        <p:nvSpPr>
          <p:cNvPr id="3" name="线形标注 2(带强调线) 3"/>
          <p:cNvSpPr/>
          <p:nvPr>
            <p:custDataLst>
              <p:tags r:id="rId4"/>
            </p:custDataLst>
          </p:nvPr>
        </p:nvSpPr>
        <p:spPr>
          <a:xfrm>
            <a:off x="2406749" y="4321437"/>
            <a:ext cx="2398333" cy="913952"/>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、通达信出品：研究行业分类</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、行业树：快速查找子行业</a:t>
            </a:r>
            <a:endParaRPr lang="en-US" altLang="zh-CN" sz="1200" dirty="0">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5"/>
            </p:custDataLst>
          </p:nvPr>
        </p:nvSpPr>
        <p:spPr>
          <a:xfrm>
            <a:off x="1292225" y="814705"/>
            <a:ext cx="9420860" cy="53911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charset="-122"/>
                <a:ea typeface="微软雅黑" panose="020B0503020204020204" charset="-122"/>
                <a:sym typeface="等线" panose="02010600030101010101" charset="-122"/>
              </a:rPr>
              <a:t>个股品类：更加细致的行业划分，快速精准的查看与品类相关的个股信息</a:t>
            </a:r>
          </a:p>
        </p:txBody>
      </p:sp>
    </p:spTree>
    <p:custDataLst>
      <p:tags r:id="rId1"/>
    </p:custDataLst>
    <p:extLst>
      <p:ext uri="{BB962C8B-B14F-4D97-AF65-F5344CB8AC3E}">
        <p14:creationId xmlns:p14="http://schemas.microsoft.com/office/powerpoint/2010/main" val="9918083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1">
            <a:extLst>
              <a:ext uri="{FF2B5EF4-FFF2-40B4-BE49-F238E27FC236}">
                <a16:creationId xmlns:a16="http://schemas.microsoft.com/office/drawing/2014/main" id="{70C550C2-ECDA-CE94-0095-10AF2E88E3D6}"/>
              </a:ext>
            </a:extLst>
          </p:cNvPr>
          <p:cNvSpPr>
            <a:spLocks noGrp="1"/>
          </p:cNvSpPr>
          <p:nvPr>
            <p:custDataLst>
              <p:tags r:id="rId2"/>
            </p:custDataLst>
          </p:nvPr>
        </p:nvSpPr>
        <p:spPr>
          <a:xfrm>
            <a:off x="521474" y="354647"/>
            <a:ext cx="7785764"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sym typeface="+mn-ea"/>
              </a:rPr>
              <a:t>财务分析</a:t>
            </a:r>
            <a:endParaRPr lang="zh-CN" altLang="en-US" sz="2400" b="0" dirty="0">
              <a:sym typeface="+mn-ea"/>
            </a:endParaRPr>
          </a:p>
        </p:txBody>
      </p:sp>
      <p:pic>
        <p:nvPicPr>
          <p:cNvPr id="9" name="图片 8">
            <a:extLst>
              <a:ext uri="{FF2B5EF4-FFF2-40B4-BE49-F238E27FC236}">
                <a16:creationId xmlns:a16="http://schemas.microsoft.com/office/drawing/2014/main" id="{11B6FC6E-018D-A74C-D927-EBE14B1F2263}"/>
              </a:ext>
            </a:extLst>
          </p:cNvPr>
          <p:cNvPicPr>
            <a:picLocks noChangeAspect="1"/>
          </p:cNvPicPr>
          <p:nvPr/>
        </p:nvPicPr>
        <p:blipFill>
          <a:blip r:embed="rId4"/>
          <a:stretch>
            <a:fillRect/>
          </a:stretch>
        </p:blipFill>
        <p:spPr>
          <a:xfrm>
            <a:off x="828135" y="1027017"/>
            <a:ext cx="10110159" cy="5476336"/>
          </a:xfrm>
          <a:prstGeom prst="rect">
            <a:avLst/>
          </a:prstGeom>
        </p:spPr>
      </p:pic>
    </p:spTree>
    <p:custDataLst>
      <p:tags r:id="rId1"/>
    </p:custDataLst>
    <p:extLst>
      <p:ext uri="{BB962C8B-B14F-4D97-AF65-F5344CB8AC3E}">
        <p14:creationId xmlns:p14="http://schemas.microsoft.com/office/powerpoint/2010/main" val="24262995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1">
            <a:extLst>
              <a:ext uri="{FF2B5EF4-FFF2-40B4-BE49-F238E27FC236}">
                <a16:creationId xmlns:a16="http://schemas.microsoft.com/office/drawing/2014/main" id="{70C550C2-ECDA-CE94-0095-10AF2E88E3D6}"/>
              </a:ext>
            </a:extLst>
          </p:cNvPr>
          <p:cNvSpPr>
            <a:spLocks noGrp="1"/>
          </p:cNvSpPr>
          <p:nvPr>
            <p:custDataLst>
              <p:tags r:id="rId2"/>
            </p:custDataLst>
          </p:nvPr>
        </p:nvSpPr>
        <p:spPr>
          <a:xfrm>
            <a:off x="521474" y="354647"/>
            <a:ext cx="7734005"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sym typeface="+mn-ea"/>
              </a:rPr>
              <a:t>行业地位</a:t>
            </a:r>
            <a:endParaRPr lang="zh-CN" altLang="en-US" sz="2400" b="0" dirty="0">
              <a:sym typeface="+mn-ea"/>
            </a:endParaRPr>
          </a:p>
        </p:txBody>
      </p:sp>
      <p:pic>
        <p:nvPicPr>
          <p:cNvPr id="4" name="图片 3">
            <a:extLst>
              <a:ext uri="{FF2B5EF4-FFF2-40B4-BE49-F238E27FC236}">
                <a16:creationId xmlns:a16="http://schemas.microsoft.com/office/drawing/2014/main" id="{0F577EBD-90A4-D8D9-9D16-C8558E16D1AF}"/>
              </a:ext>
            </a:extLst>
          </p:cNvPr>
          <p:cNvPicPr>
            <a:picLocks noChangeAspect="1"/>
          </p:cNvPicPr>
          <p:nvPr/>
        </p:nvPicPr>
        <p:blipFill>
          <a:blip r:embed="rId4"/>
          <a:stretch>
            <a:fillRect/>
          </a:stretch>
        </p:blipFill>
        <p:spPr>
          <a:xfrm>
            <a:off x="1159829" y="1297448"/>
            <a:ext cx="9519673" cy="5156489"/>
          </a:xfrm>
          <a:prstGeom prst="rect">
            <a:avLst/>
          </a:prstGeom>
        </p:spPr>
      </p:pic>
    </p:spTree>
    <p:custDataLst>
      <p:tags r:id="rId1"/>
    </p:custDataLst>
    <p:extLst>
      <p:ext uri="{BB962C8B-B14F-4D97-AF65-F5344CB8AC3E}">
        <p14:creationId xmlns:p14="http://schemas.microsoft.com/office/powerpoint/2010/main" val="5344181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6"/>
          <a:stretch>
            <a:fillRect/>
          </a:stretch>
        </p:blipFill>
        <p:spPr>
          <a:xfrm>
            <a:off x="1289798" y="1501664"/>
            <a:ext cx="9414062" cy="5099282"/>
          </a:xfrm>
          <a:prstGeom prst="rect">
            <a:avLst/>
          </a:prstGeom>
        </p:spPr>
      </p:pic>
      <p:sp>
        <p:nvSpPr>
          <p:cNvPr id="2" name="标题 1"/>
          <p:cNvSpPr>
            <a:spLocks noGrp="1"/>
          </p:cNvSpPr>
          <p:nvPr>
            <p:ph type="title"/>
          </p:nvPr>
        </p:nvSpPr>
        <p:spPr>
          <a:xfrm>
            <a:off x="680715" y="347083"/>
            <a:ext cx="8851473" cy="460375"/>
          </a:xfrm>
        </p:spPr>
        <p:txBody>
          <a:bodyPr>
            <a:normAutofit/>
          </a:body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t>主营构成</a:t>
            </a:r>
          </a:p>
        </p:txBody>
      </p:sp>
      <p:sp>
        <p:nvSpPr>
          <p:cNvPr id="3" name="线形标注 2(带强调线) 3"/>
          <p:cNvSpPr/>
          <p:nvPr>
            <p:custDataLst>
              <p:tags r:id="rId2"/>
            </p:custDataLst>
          </p:nvPr>
        </p:nvSpPr>
        <p:spPr>
          <a:xfrm>
            <a:off x="5486400" y="4927140"/>
            <a:ext cx="2241176" cy="975230"/>
          </a:xfrm>
          <a:prstGeom prst="accentCallout2">
            <a:avLst>
              <a:gd name="adj1" fmla="val 30621"/>
              <a:gd name="adj2" fmla="val 107105"/>
              <a:gd name="adj3" fmla="val 30620"/>
              <a:gd name="adj4" fmla="val 119761"/>
              <a:gd name="adj5" fmla="val 2900"/>
              <a:gd name="adj6" fmla="val 137760"/>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功能特色：（竞品无此功能）</a:t>
            </a: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、产业链图谱</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、上中下游一目了然</a:t>
            </a:r>
            <a:endParaRPr lang="en-US" altLang="zh-CN" sz="1200" dirty="0">
              <a:latin typeface="微软雅黑" panose="020B0503020204020204" charset="-122"/>
              <a:ea typeface="微软雅黑" panose="020B0503020204020204" charset="-122"/>
              <a:cs typeface="微软雅黑" panose="020B0503020204020204" charset="-122"/>
              <a:sym typeface="+mn-ea"/>
            </a:endParaRPr>
          </a:p>
        </p:txBody>
      </p:sp>
      <p:sp>
        <p:nvSpPr>
          <p:cNvPr id="4" name="线形标注 2(带强调线) 3"/>
          <p:cNvSpPr/>
          <p:nvPr>
            <p:custDataLst>
              <p:tags r:id="rId3"/>
            </p:custDataLst>
          </p:nvPr>
        </p:nvSpPr>
        <p:spPr>
          <a:xfrm>
            <a:off x="5336710" y="2811396"/>
            <a:ext cx="2632914" cy="1235207"/>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、主营业务详细数据</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、细化至各个经营项目</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3</a:t>
            </a:r>
            <a:r>
              <a:rPr lang="zh-CN" altLang="en-US" sz="1200" dirty="0">
                <a:latin typeface="微软雅黑" panose="020B0503020204020204" charset="-122"/>
                <a:ea typeface="微软雅黑" panose="020B0503020204020204" charset="-122"/>
                <a:cs typeface="微软雅黑" panose="020B0503020204020204" charset="-122"/>
                <a:sym typeface="+mn-ea"/>
              </a:rPr>
              <a:t>、可查看各品类产销、库存</a:t>
            </a:r>
          </a:p>
        </p:txBody>
      </p:sp>
      <p:sp>
        <p:nvSpPr>
          <p:cNvPr id="8" name="矩形 7"/>
          <p:cNvSpPr/>
          <p:nvPr>
            <p:custDataLst>
              <p:tags r:id="rId4"/>
            </p:custDataLst>
          </p:nvPr>
        </p:nvSpPr>
        <p:spPr>
          <a:xfrm>
            <a:off x="1289685" y="859155"/>
            <a:ext cx="9413240" cy="53911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charset="-122"/>
                <a:ea typeface="微软雅黑" panose="020B0503020204020204" charset="-122"/>
                <a:sym typeface="等线" panose="02010600030101010101" charset="-122"/>
              </a:rPr>
              <a:t>主营构成：独具特色的产业链图谱，迅速了解上下游产品，获取行业内公司的主营业务、产销量等数据</a:t>
            </a:r>
          </a:p>
        </p:txBody>
      </p:sp>
    </p:spTree>
    <p:custDataLst>
      <p:tags r:id="rId1"/>
    </p:custDataLst>
    <p:extLst>
      <p:ext uri="{BB962C8B-B14F-4D97-AF65-F5344CB8AC3E}">
        <p14:creationId xmlns:p14="http://schemas.microsoft.com/office/powerpoint/2010/main" val="161231607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1">
            <a:extLst>
              <a:ext uri="{FF2B5EF4-FFF2-40B4-BE49-F238E27FC236}">
                <a16:creationId xmlns:a16="http://schemas.microsoft.com/office/drawing/2014/main" id="{70C550C2-ECDA-CE94-0095-10AF2E88E3D6}"/>
              </a:ext>
            </a:extLst>
          </p:cNvPr>
          <p:cNvSpPr>
            <a:spLocks noGrp="1"/>
          </p:cNvSpPr>
          <p:nvPr>
            <p:custDataLst>
              <p:tags r:id="rId2"/>
            </p:custDataLst>
          </p:nvPr>
        </p:nvSpPr>
        <p:spPr>
          <a:xfrm>
            <a:off x="521474" y="354647"/>
            <a:ext cx="7759884"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sym typeface="+mn-ea"/>
              </a:rPr>
              <a:t>上下游</a:t>
            </a:r>
            <a:endParaRPr lang="zh-CN" altLang="en-US" sz="2400" b="0" dirty="0">
              <a:sym typeface="+mn-ea"/>
            </a:endParaRPr>
          </a:p>
        </p:txBody>
      </p:sp>
      <p:pic>
        <p:nvPicPr>
          <p:cNvPr id="7" name="图片 6">
            <a:extLst>
              <a:ext uri="{FF2B5EF4-FFF2-40B4-BE49-F238E27FC236}">
                <a16:creationId xmlns:a16="http://schemas.microsoft.com/office/drawing/2014/main" id="{0E9B15EC-515A-A2BB-0088-DD7F8D99CC28}"/>
              </a:ext>
            </a:extLst>
          </p:cNvPr>
          <p:cNvPicPr>
            <a:picLocks noChangeAspect="1"/>
          </p:cNvPicPr>
          <p:nvPr/>
        </p:nvPicPr>
        <p:blipFill>
          <a:blip r:embed="rId4"/>
          <a:stretch>
            <a:fillRect/>
          </a:stretch>
        </p:blipFill>
        <p:spPr>
          <a:xfrm>
            <a:off x="622539" y="928418"/>
            <a:ext cx="10946921" cy="5929582"/>
          </a:xfrm>
          <a:prstGeom prst="rect">
            <a:avLst/>
          </a:prstGeom>
        </p:spPr>
      </p:pic>
    </p:spTree>
    <p:custDataLst>
      <p:tags r:id="rId1"/>
    </p:custDataLst>
    <p:extLst>
      <p:ext uri="{BB962C8B-B14F-4D97-AF65-F5344CB8AC3E}">
        <p14:creationId xmlns:p14="http://schemas.microsoft.com/office/powerpoint/2010/main" val="37913946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5"/>
          <a:stretch>
            <a:fillRect/>
          </a:stretch>
        </p:blipFill>
        <p:spPr>
          <a:xfrm>
            <a:off x="1201420" y="1315720"/>
            <a:ext cx="9484360" cy="5264785"/>
          </a:xfrm>
          <a:prstGeom prst="rect">
            <a:avLst/>
          </a:prstGeom>
        </p:spPr>
      </p:pic>
      <p:sp>
        <p:nvSpPr>
          <p:cNvPr id="2" name="标题 1"/>
          <p:cNvSpPr>
            <a:spLocks noGrp="1"/>
          </p:cNvSpPr>
          <p:nvPr>
            <p:ph type="title"/>
          </p:nvPr>
        </p:nvSpPr>
        <p:spPr>
          <a:xfrm>
            <a:off x="551319" y="354647"/>
            <a:ext cx="8825594" cy="460375"/>
          </a:xfrm>
        </p:spPr>
        <p:txBody>
          <a:bodyPr>
            <a:normAutofit/>
          </a:bodyPr>
          <a:lstStyle/>
          <a:p>
            <a:r>
              <a:rPr lang="en-US" altLang="zh-CN" sz="2400" dirty="0">
                <a:sym typeface="+mn-ea"/>
              </a:rPr>
              <a:t>5-3-1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t>投资时钟</a:t>
            </a:r>
          </a:p>
        </p:txBody>
      </p:sp>
      <p:sp>
        <p:nvSpPr>
          <p:cNvPr id="3" name="线形标注 2(带强调线) 3"/>
          <p:cNvSpPr/>
          <p:nvPr>
            <p:custDataLst>
              <p:tags r:id="rId2"/>
            </p:custDataLst>
          </p:nvPr>
        </p:nvSpPr>
        <p:spPr>
          <a:xfrm>
            <a:off x="4273550" y="2560713"/>
            <a:ext cx="2648137" cy="997005"/>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功能特色：（竞品无此功能）</a:t>
            </a: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、覆盖各类经济周期</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、年化收益率统计、波动率统计</a:t>
            </a:r>
            <a:endParaRPr lang="en-US" altLang="zh-CN" sz="1200" dirty="0">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custDataLst>
              <p:tags r:id="rId3"/>
            </p:custDataLst>
          </p:nvPr>
        </p:nvSpPr>
        <p:spPr>
          <a:xfrm>
            <a:off x="1201420" y="814705"/>
            <a:ext cx="9484360" cy="41211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charset="-122"/>
                <a:ea typeface="微软雅黑" panose="020B0503020204020204" charset="-122"/>
                <a:sym typeface="等线" panose="02010600030101010101" charset="-122"/>
              </a:rPr>
              <a:t>投资时钟：不同经济周期内，各大指数的收益率及波动率情况统计</a:t>
            </a:r>
          </a:p>
        </p:txBody>
      </p:sp>
    </p:spTree>
    <p:custDataLst>
      <p:tags r:id="rId1"/>
    </p:custDataLst>
    <p:extLst>
      <p:ext uri="{BB962C8B-B14F-4D97-AF65-F5344CB8AC3E}">
        <p14:creationId xmlns:p14="http://schemas.microsoft.com/office/powerpoint/2010/main" val="10088786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圆角矩形 101"/>
          <p:cNvSpPr/>
          <p:nvPr/>
        </p:nvSpPr>
        <p:spPr>
          <a:xfrm>
            <a:off x="1497965" y="1230630"/>
            <a:ext cx="2738755" cy="1296000"/>
          </a:xfrm>
          <a:prstGeom prst="roundRect">
            <a:avLst/>
          </a:prstGeom>
          <a:noFill/>
          <a:ln w="12700">
            <a:solidFill>
              <a:srgbClr val="BE2623"/>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0" name="文本框 19"/>
          <p:cNvSpPr txBox="1"/>
          <p:nvPr>
            <p:custDataLst>
              <p:tags r:id="rId2"/>
            </p:custDataLst>
          </p:nvPr>
        </p:nvSpPr>
        <p:spPr>
          <a:xfrm>
            <a:off x="5274310" y="3249930"/>
            <a:ext cx="1642745" cy="704850"/>
          </a:xfrm>
          <a:prstGeom prst="rect">
            <a:avLst/>
          </a:prstGeom>
          <a:noFill/>
        </p:spPr>
        <p:txBody>
          <a:bodyPr wrap="square" bIns="0" rtlCol="0"/>
          <a:lstStyle/>
          <a:p>
            <a:pPr algn="ctr"/>
            <a:r>
              <a:rPr lang="zh-CN" altLang="en-US" sz="4000" b="1" spc="300">
                <a:solidFill>
                  <a:srgbClr val="333333"/>
                </a:solidFill>
                <a:latin typeface="微软雅黑" panose="020B0503020204020204" charset="-122"/>
                <a:ea typeface="微软雅黑" panose="020B0503020204020204" charset="-122"/>
              </a:rPr>
              <a:t>行业专题</a:t>
            </a:r>
          </a:p>
        </p:txBody>
      </p:sp>
      <p:sp>
        <p:nvSpPr>
          <p:cNvPr id="55" name="文本框 54"/>
          <p:cNvSpPr txBox="1"/>
          <p:nvPr>
            <p:custDataLst>
              <p:tags r:id="rId3"/>
            </p:custDataLst>
          </p:nvPr>
        </p:nvSpPr>
        <p:spPr>
          <a:xfrm flipH="1">
            <a:off x="8086090" y="1715770"/>
            <a:ext cx="2673985" cy="830580"/>
          </a:xfrm>
          <a:prstGeom prst="rect">
            <a:avLst/>
          </a:prstGeom>
          <a:noFill/>
        </p:spPr>
        <p:txBody>
          <a:bodyPr wrap="square" rtlCol="0">
            <a:normAutofit/>
          </a:bodyPr>
          <a:lstStyle/>
          <a:p>
            <a:pPr algn="l" fontAlgn="auto">
              <a:lnSpc>
                <a:spcPct val="130000"/>
              </a:lnSpc>
              <a:spcAft>
                <a:spcPts val="1000"/>
              </a:spcAft>
            </a:pPr>
            <a:r>
              <a:rPr lang="zh-CN" altLang="en-US" sz="1200" spc="150">
                <a:solidFill>
                  <a:srgbClr val="2F5597"/>
                </a:solidFill>
                <a:latin typeface="微软雅黑" panose="020B0503020204020204" charset="-122"/>
                <a:ea typeface="微软雅黑" panose="020B0503020204020204" charset="-122"/>
                <a:sym typeface="+mn-ea"/>
              </a:rPr>
              <a:t>通信设备、计算机、传媒</a:t>
            </a:r>
          </a:p>
        </p:txBody>
      </p:sp>
      <p:sp>
        <p:nvSpPr>
          <p:cNvPr id="56" name="文本框 55"/>
          <p:cNvSpPr txBox="1"/>
          <p:nvPr>
            <p:custDataLst>
              <p:tags r:id="rId4"/>
            </p:custDataLst>
          </p:nvPr>
        </p:nvSpPr>
        <p:spPr>
          <a:xfrm>
            <a:off x="8086090" y="1318895"/>
            <a:ext cx="2204720" cy="398780"/>
          </a:xfrm>
          <a:prstGeom prst="rect">
            <a:avLst/>
          </a:prstGeom>
          <a:noFill/>
        </p:spPr>
        <p:txBody>
          <a:bodyPr wrap="square" bIns="0" rtlCol="0">
            <a:normAutofit/>
          </a:bodyPr>
          <a:lstStyle/>
          <a:p>
            <a:pPr algn="l"/>
            <a:r>
              <a:rPr lang="en-US" altLang="zh-CN" sz="2000" b="1" spc="300">
                <a:solidFill>
                  <a:srgbClr val="2F5597"/>
                </a:solidFill>
                <a:latin typeface="微软雅黑" panose="020B0503020204020204" charset="-122"/>
                <a:ea typeface="微软雅黑" panose="020B0503020204020204" charset="-122"/>
                <a:sym typeface="+mn-ea"/>
              </a:rPr>
              <a:t>TMT</a:t>
            </a:r>
            <a:r>
              <a:rPr lang="zh-CN" altLang="en-US" sz="2000" b="1" spc="300">
                <a:solidFill>
                  <a:srgbClr val="2F5597"/>
                </a:solidFill>
                <a:latin typeface="微软雅黑" panose="020B0503020204020204" charset="-122"/>
                <a:ea typeface="微软雅黑" panose="020B0503020204020204" charset="-122"/>
                <a:sym typeface="+mn-ea"/>
              </a:rPr>
              <a:t>行业</a:t>
            </a:r>
          </a:p>
        </p:txBody>
      </p:sp>
      <p:sp>
        <p:nvSpPr>
          <p:cNvPr id="60" name="文本框 59"/>
          <p:cNvSpPr txBox="1"/>
          <p:nvPr>
            <p:custDataLst>
              <p:tags r:id="rId5"/>
            </p:custDataLst>
          </p:nvPr>
        </p:nvSpPr>
        <p:spPr>
          <a:xfrm flipH="1">
            <a:off x="8512810" y="3522980"/>
            <a:ext cx="2597785" cy="631190"/>
          </a:xfrm>
          <a:prstGeom prst="rect">
            <a:avLst/>
          </a:prstGeom>
          <a:noFill/>
        </p:spPr>
        <p:txBody>
          <a:bodyPr wrap="square" rtlCol="0">
            <a:normAutofit/>
          </a:bodyPr>
          <a:lstStyle/>
          <a:p>
            <a:pPr algn="l" fontAlgn="auto">
              <a:lnSpc>
                <a:spcPct val="130000"/>
              </a:lnSpc>
              <a:spcAft>
                <a:spcPts val="1000"/>
              </a:spcAft>
            </a:pPr>
            <a:r>
              <a:rPr lang="zh-CN" altLang="en-US" sz="1200" spc="150">
                <a:solidFill>
                  <a:srgbClr val="C71D1D"/>
                </a:solidFill>
                <a:latin typeface="微软雅黑" panose="020B0503020204020204" charset="-122"/>
                <a:ea typeface="微软雅黑" panose="020B0503020204020204" charset="-122"/>
                <a:sym typeface="+mn-ea"/>
              </a:rPr>
              <a:t>银行、非银金融、房地产</a:t>
            </a:r>
          </a:p>
        </p:txBody>
      </p:sp>
      <p:sp>
        <p:nvSpPr>
          <p:cNvPr id="61" name="文本框 60"/>
          <p:cNvSpPr txBox="1"/>
          <p:nvPr>
            <p:custDataLst>
              <p:tags r:id="rId6"/>
            </p:custDataLst>
          </p:nvPr>
        </p:nvSpPr>
        <p:spPr>
          <a:xfrm>
            <a:off x="8501380" y="3162300"/>
            <a:ext cx="2780665" cy="398780"/>
          </a:xfrm>
          <a:prstGeom prst="rect">
            <a:avLst/>
          </a:prstGeom>
          <a:noFill/>
        </p:spPr>
        <p:txBody>
          <a:bodyPr wrap="square" bIns="0" rtlCol="0">
            <a:normAutofit/>
          </a:bodyPr>
          <a:lstStyle/>
          <a:p>
            <a:pPr algn="l"/>
            <a:r>
              <a:rPr lang="zh-CN" altLang="en-US" sz="2000" b="1" spc="300">
                <a:solidFill>
                  <a:srgbClr val="C71D1D"/>
                </a:solidFill>
                <a:latin typeface="微软雅黑" panose="020B0503020204020204" charset="-122"/>
                <a:ea typeface="微软雅黑" panose="020B0503020204020204" charset="-122"/>
                <a:sym typeface="+mn-ea"/>
              </a:rPr>
              <a:t>金融地产</a:t>
            </a:r>
          </a:p>
        </p:txBody>
      </p:sp>
      <p:sp>
        <p:nvSpPr>
          <p:cNvPr id="21" name="文本框 20"/>
          <p:cNvSpPr txBox="1"/>
          <p:nvPr>
            <p:custDataLst>
              <p:tags r:id="rId7"/>
            </p:custDataLst>
          </p:nvPr>
        </p:nvSpPr>
        <p:spPr>
          <a:xfrm flipH="1">
            <a:off x="1959610" y="1626870"/>
            <a:ext cx="2277110" cy="605155"/>
          </a:xfrm>
          <a:prstGeom prst="rect">
            <a:avLst/>
          </a:prstGeom>
          <a:noFill/>
        </p:spPr>
        <p:txBody>
          <a:bodyPr wrap="square" rtlCol="0">
            <a:noAutofit/>
          </a:bodyPr>
          <a:lstStyle/>
          <a:p>
            <a:pPr algn="l" fontAlgn="auto">
              <a:lnSpc>
                <a:spcPct val="130000"/>
              </a:lnSpc>
              <a:spcAft>
                <a:spcPts val="1000"/>
              </a:spcAft>
            </a:pPr>
            <a:r>
              <a:rPr lang="zh-CN" sz="1200" spc="150">
                <a:solidFill>
                  <a:srgbClr val="C71D1D"/>
                </a:solidFill>
                <a:latin typeface="微软雅黑" panose="020B0503020204020204" charset="-122"/>
                <a:ea typeface="微软雅黑" panose="020B0503020204020204" charset="-122"/>
                <a:cs typeface="Microsoft YaHei Regular" panose="020B0502040204020203" charset="-122"/>
              </a:rPr>
              <a:t>煤炭、石油、化工、钢铁、有色专题</a:t>
            </a:r>
          </a:p>
        </p:txBody>
      </p:sp>
      <p:sp>
        <p:nvSpPr>
          <p:cNvPr id="24" name="文本框 23"/>
          <p:cNvSpPr txBox="1"/>
          <p:nvPr>
            <p:custDataLst>
              <p:tags r:id="rId8"/>
            </p:custDataLst>
          </p:nvPr>
        </p:nvSpPr>
        <p:spPr>
          <a:xfrm>
            <a:off x="1959610" y="1278890"/>
            <a:ext cx="1731010" cy="398780"/>
          </a:xfrm>
          <a:prstGeom prst="rect">
            <a:avLst/>
          </a:prstGeom>
          <a:noFill/>
        </p:spPr>
        <p:txBody>
          <a:bodyPr wrap="square" bIns="0" rtlCol="0"/>
          <a:lstStyle/>
          <a:p>
            <a:pPr algn="l"/>
            <a:r>
              <a:rPr lang="zh-CN" altLang="en-US" sz="2000" b="1" spc="300">
                <a:solidFill>
                  <a:srgbClr val="C71D1D"/>
                </a:solidFill>
                <a:latin typeface="微软雅黑" panose="020B0503020204020204" charset="-122"/>
                <a:ea typeface="微软雅黑" panose="020B0503020204020204" charset="-122"/>
              </a:rPr>
              <a:t>周期行业</a:t>
            </a:r>
          </a:p>
        </p:txBody>
      </p:sp>
      <p:sp>
        <p:nvSpPr>
          <p:cNvPr id="27" name="文本框 26"/>
          <p:cNvSpPr txBox="1"/>
          <p:nvPr>
            <p:custDataLst>
              <p:tags r:id="rId9"/>
            </p:custDataLst>
          </p:nvPr>
        </p:nvSpPr>
        <p:spPr>
          <a:xfrm flipH="1">
            <a:off x="1193800" y="3495040"/>
            <a:ext cx="2496820" cy="906780"/>
          </a:xfrm>
          <a:prstGeom prst="rect">
            <a:avLst/>
          </a:prstGeom>
          <a:noFill/>
        </p:spPr>
        <p:txBody>
          <a:bodyPr wrap="square" rtlCol="0">
            <a:noAutofit/>
          </a:bodyPr>
          <a:lstStyle/>
          <a:p>
            <a:pPr algn="l" fontAlgn="auto">
              <a:lnSpc>
                <a:spcPct val="130000"/>
              </a:lnSpc>
              <a:spcAft>
                <a:spcPts val="1000"/>
              </a:spcAft>
            </a:pPr>
            <a:r>
              <a:rPr lang="zh-CN" sz="1200" spc="150">
                <a:solidFill>
                  <a:srgbClr val="2F5597"/>
                </a:solidFill>
                <a:latin typeface="微软雅黑" panose="020B0503020204020204" charset="-122"/>
                <a:ea typeface="微软雅黑" panose="020B0503020204020204" charset="-122"/>
                <a:cs typeface="Microsoft YaHei Regular" panose="020B0502040204020203" charset="-122"/>
              </a:rPr>
              <a:t>机械设备、电气设备、国防军工、汽车、家电</a:t>
            </a:r>
          </a:p>
        </p:txBody>
      </p:sp>
      <p:sp>
        <p:nvSpPr>
          <p:cNvPr id="31" name="文本框 30"/>
          <p:cNvSpPr txBox="1"/>
          <p:nvPr>
            <p:custDataLst>
              <p:tags r:id="rId10"/>
            </p:custDataLst>
          </p:nvPr>
        </p:nvSpPr>
        <p:spPr>
          <a:xfrm>
            <a:off x="1193800" y="3124200"/>
            <a:ext cx="1446530" cy="398780"/>
          </a:xfrm>
          <a:prstGeom prst="rect">
            <a:avLst/>
          </a:prstGeom>
          <a:noFill/>
        </p:spPr>
        <p:txBody>
          <a:bodyPr wrap="square" bIns="0" rtlCol="0">
            <a:normAutofit/>
          </a:bodyPr>
          <a:lstStyle/>
          <a:p>
            <a:pPr algn="l"/>
            <a:r>
              <a:rPr lang="zh-CN" altLang="en-US" sz="2000" b="1" spc="300">
                <a:solidFill>
                  <a:srgbClr val="2F5597"/>
                </a:solidFill>
                <a:latin typeface="微软雅黑" panose="020B0503020204020204" charset="-122"/>
                <a:ea typeface="微软雅黑" panose="020B0503020204020204" charset="-122"/>
              </a:rPr>
              <a:t>制造行业</a:t>
            </a:r>
          </a:p>
        </p:txBody>
      </p:sp>
      <p:sp>
        <p:nvSpPr>
          <p:cNvPr id="34" name="文本框 33"/>
          <p:cNvSpPr txBox="1"/>
          <p:nvPr>
            <p:custDataLst>
              <p:tags r:id="rId11"/>
            </p:custDataLst>
          </p:nvPr>
        </p:nvSpPr>
        <p:spPr>
          <a:xfrm flipH="1">
            <a:off x="1336675" y="5617845"/>
            <a:ext cx="2951480" cy="812800"/>
          </a:xfrm>
          <a:prstGeom prst="rect">
            <a:avLst/>
          </a:prstGeom>
          <a:noFill/>
        </p:spPr>
        <p:txBody>
          <a:bodyPr wrap="square" rtlCol="0">
            <a:noAutofit/>
          </a:bodyPr>
          <a:lstStyle/>
          <a:p>
            <a:pPr algn="l" fontAlgn="auto">
              <a:lnSpc>
                <a:spcPct val="130000"/>
              </a:lnSpc>
              <a:spcAft>
                <a:spcPts val="1000"/>
              </a:spcAft>
            </a:pPr>
            <a:r>
              <a:rPr lang="zh-CN" sz="1200" spc="150">
                <a:solidFill>
                  <a:srgbClr val="C71D1D"/>
                </a:solidFill>
                <a:latin typeface="微软雅黑" panose="020B0503020204020204" charset="-122"/>
                <a:ea typeface="微软雅黑" panose="020B0503020204020204" charset="-122"/>
                <a:cs typeface="Microsoft YaHei Regular" panose="020B0502040204020203" charset="-122"/>
                <a:sym typeface="+mn-ea"/>
              </a:rPr>
              <a:t>农林牧渔、食品饮料、纺织服饰、轻工制造、商贸、医药医疗、社会服务</a:t>
            </a:r>
          </a:p>
        </p:txBody>
      </p:sp>
      <p:sp>
        <p:nvSpPr>
          <p:cNvPr id="35" name="文本框 34"/>
          <p:cNvSpPr txBox="1"/>
          <p:nvPr>
            <p:custDataLst>
              <p:tags r:id="rId12"/>
            </p:custDataLst>
          </p:nvPr>
        </p:nvSpPr>
        <p:spPr>
          <a:xfrm>
            <a:off x="1336675" y="5272723"/>
            <a:ext cx="1893570" cy="398780"/>
          </a:xfrm>
          <a:prstGeom prst="rect">
            <a:avLst/>
          </a:prstGeom>
          <a:noFill/>
        </p:spPr>
        <p:txBody>
          <a:bodyPr wrap="square" bIns="0" rtlCol="0">
            <a:normAutofit/>
          </a:bodyPr>
          <a:lstStyle/>
          <a:p>
            <a:pPr algn="l"/>
            <a:r>
              <a:rPr lang="zh-CN" altLang="en-US" sz="2000" b="1" spc="300">
                <a:solidFill>
                  <a:srgbClr val="C71D1D"/>
                </a:solidFill>
                <a:latin typeface="微软雅黑" panose="020B0503020204020204" charset="-122"/>
                <a:ea typeface="微软雅黑" panose="020B0503020204020204" charset="-122"/>
                <a:sym typeface="+mn-ea"/>
              </a:rPr>
              <a:t>消费行业</a:t>
            </a:r>
          </a:p>
        </p:txBody>
      </p:sp>
      <p:sp>
        <p:nvSpPr>
          <p:cNvPr id="36" name="文本框 35"/>
          <p:cNvSpPr txBox="1"/>
          <p:nvPr>
            <p:custDataLst>
              <p:tags r:id="rId13"/>
            </p:custDataLst>
          </p:nvPr>
        </p:nvSpPr>
        <p:spPr>
          <a:xfrm flipH="1">
            <a:off x="8050530" y="5633085"/>
            <a:ext cx="2951480" cy="830580"/>
          </a:xfrm>
          <a:prstGeom prst="rect">
            <a:avLst/>
          </a:prstGeom>
          <a:noFill/>
        </p:spPr>
        <p:txBody>
          <a:bodyPr wrap="square" rtlCol="0">
            <a:normAutofit/>
          </a:bodyPr>
          <a:lstStyle/>
          <a:p>
            <a:pPr algn="l" fontAlgn="auto">
              <a:lnSpc>
                <a:spcPct val="130000"/>
              </a:lnSpc>
              <a:spcAft>
                <a:spcPts val="1000"/>
              </a:spcAft>
            </a:pPr>
            <a:r>
              <a:rPr lang="zh-CN" sz="1200" spc="150">
                <a:solidFill>
                  <a:srgbClr val="2F5597"/>
                </a:solidFill>
                <a:latin typeface="微软雅黑" panose="020B0503020204020204" charset="-122"/>
                <a:ea typeface="微软雅黑" panose="020B0503020204020204" charset="-122"/>
                <a:cs typeface="Microsoft YaHei Regular" panose="020B0502040204020203" charset="-122"/>
                <a:sym typeface="+mn-ea"/>
              </a:rPr>
              <a:t>建筑、建筑材料、交通运输、公用事业、环保</a:t>
            </a:r>
          </a:p>
        </p:txBody>
      </p:sp>
      <p:sp>
        <p:nvSpPr>
          <p:cNvPr id="38" name="文本框 37"/>
          <p:cNvSpPr txBox="1"/>
          <p:nvPr>
            <p:custDataLst>
              <p:tags r:id="rId14"/>
            </p:custDataLst>
          </p:nvPr>
        </p:nvSpPr>
        <p:spPr>
          <a:xfrm>
            <a:off x="8046720" y="5270183"/>
            <a:ext cx="2780665" cy="398780"/>
          </a:xfrm>
          <a:prstGeom prst="rect">
            <a:avLst/>
          </a:prstGeom>
          <a:noFill/>
        </p:spPr>
        <p:txBody>
          <a:bodyPr wrap="square" bIns="0" rtlCol="0">
            <a:normAutofit/>
          </a:bodyPr>
          <a:lstStyle/>
          <a:p>
            <a:pPr algn="l"/>
            <a:r>
              <a:rPr lang="zh-CN" altLang="en-US" sz="2000" b="1" spc="300">
                <a:solidFill>
                  <a:srgbClr val="2F5597"/>
                </a:solidFill>
                <a:latin typeface="微软雅黑" panose="020B0503020204020204" charset="-122"/>
                <a:ea typeface="微软雅黑" panose="020B0503020204020204" charset="-122"/>
                <a:sym typeface="+mn-ea"/>
              </a:rPr>
              <a:t>基础设施</a:t>
            </a:r>
          </a:p>
        </p:txBody>
      </p:sp>
      <p:grpSp>
        <p:nvGrpSpPr>
          <p:cNvPr id="40" name="组合 39"/>
          <p:cNvGrpSpPr/>
          <p:nvPr/>
        </p:nvGrpSpPr>
        <p:grpSpPr>
          <a:xfrm>
            <a:off x="4125595" y="1912620"/>
            <a:ext cx="3949065" cy="3948430"/>
            <a:chOff x="6469" y="2811"/>
            <a:chExt cx="6219" cy="6218"/>
          </a:xfrm>
        </p:grpSpPr>
        <p:grpSp>
          <p:nvGrpSpPr>
            <p:cNvPr id="41" name="组合 40"/>
            <p:cNvGrpSpPr/>
            <p:nvPr/>
          </p:nvGrpSpPr>
          <p:grpSpPr>
            <a:xfrm>
              <a:off x="6572" y="2898"/>
              <a:ext cx="6116" cy="6116"/>
              <a:chOff x="6572" y="2898"/>
              <a:chExt cx="6116" cy="6116"/>
            </a:xfrm>
          </p:grpSpPr>
          <p:sp>
            <p:nvSpPr>
              <p:cNvPr id="42" name="空心弧 41"/>
              <p:cNvSpPr/>
              <p:nvPr>
                <p:custDataLst>
                  <p:tags r:id="rId27"/>
                </p:custDataLst>
              </p:nvPr>
            </p:nvSpPr>
            <p:spPr>
              <a:xfrm rot="18000000">
                <a:off x="6572" y="2898"/>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3" name="图片 42" descr="/Users/yangli/Downloads/切图/1/品类齐全-白.png品类齐全-白"/>
              <p:cNvPicPr>
                <a:picLocks noChangeAspect="1"/>
              </p:cNvPicPr>
              <p:nvPr>
                <p:custDataLst>
                  <p:tags r:id="rId28"/>
                </p:custDataLst>
              </p:nvPr>
            </p:nvPicPr>
            <p:blipFill>
              <a:blip r:embed="rId30"/>
              <a:srcRect/>
              <a:stretch>
                <a:fillRect/>
              </a:stretch>
            </p:blipFill>
            <p:spPr>
              <a:xfrm>
                <a:off x="10151" y="7705"/>
                <a:ext cx="719" cy="813"/>
              </a:xfrm>
              <a:prstGeom prst="rect">
                <a:avLst/>
              </a:prstGeom>
            </p:spPr>
          </p:pic>
        </p:grpSp>
        <p:grpSp>
          <p:nvGrpSpPr>
            <p:cNvPr id="44" name="组合 43"/>
            <p:cNvGrpSpPr/>
            <p:nvPr/>
          </p:nvGrpSpPr>
          <p:grpSpPr>
            <a:xfrm>
              <a:off x="6469" y="2834"/>
              <a:ext cx="6116" cy="6116"/>
              <a:chOff x="6469" y="2834"/>
              <a:chExt cx="6116" cy="6116"/>
            </a:xfrm>
          </p:grpSpPr>
          <p:sp>
            <p:nvSpPr>
              <p:cNvPr id="45" name="空心弧 44"/>
              <p:cNvSpPr/>
              <p:nvPr>
                <p:custDataLst>
                  <p:tags r:id="rId25"/>
                </p:custDataLst>
              </p:nvPr>
            </p:nvSpPr>
            <p:spPr>
              <a:xfrm rot="3600000">
                <a:off x="6469" y="2834"/>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6" name="图片 45" descr="/Users/yangli/Downloads/切图/1/开放对接-白.png开放对接-白"/>
              <p:cNvPicPr>
                <a:picLocks noChangeAspect="1"/>
              </p:cNvPicPr>
              <p:nvPr>
                <p:custDataLst>
                  <p:tags r:id="rId26"/>
                </p:custDataLst>
              </p:nvPr>
            </p:nvPicPr>
            <p:blipFill>
              <a:blip r:embed="rId31"/>
              <a:srcRect/>
              <a:stretch>
                <a:fillRect/>
              </a:stretch>
            </p:blipFill>
            <p:spPr>
              <a:xfrm>
                <a:off x="6880" y="5228"/>
                <a:ext cx="726" cy="726"/>
              </a:xfrm>
              <a:prstGeom prst="rect">
                <a:avLst/>
              </a:prstGeom>
            </p:spPr>
          </p:pic>
        </p:grpSp>
        <p:grpSp>
          <p:nvGrpSpPr>
            <p:cNvPr id="47" name="组合 46"/>
            <p:cNvGrpSpPr/>
            <p:nvPr/>
          </p:nvGrpSpPr>
          <p:grpSpPr>
            <a:xfrm>
              <a:off x="6518" y="2811"/>
              <a:ext cx="6116" cy="6116"/>
              <a:chOff x="6518" y="2811"/>
              <a:chExt cx="6116" cy="6116"/>
            </a:xfrm>
          </p:grpSpPr>
          <p:sp>
            <p:nvSpPr>
              <p:cNvPr id="48" name="空心弧 47"/>
              <p:cNvSpPr/>
              <p:nvPr>
                <p:custDataLst>
                  <p:tags r:id="rId23"/>
                </p:custDataLst>
              </p:nvPr>
            </p:nvSpPr>
            <p:spPr>
              <a:xfrm rot="7200000">
                <a:off x="6518" y="2811"/>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49" name="图片 48" descr="/Users/yangli/Downloads/切图/1/私有化服务-白.png私有化服务-白"/>
              <p:cNvPicPr>
                <a:picLocks noChangeAspect="1"/>
              </p:cNvPicPr>
              <p:nvPr>
                <p:custDataLst>
                  <p:tags r:id="rId24"/>
                </p:custDataLst>
              </p:nvPr>
            </p:nvPicPr>
            <p:blipFill>
              <a:blip r:embed="rId32"/>
              <a:srcRect/>
              <a:stretch>
                <a:fillRect/>
              </a:stretch>
            </p:blipFill>
            <p:spPr>
              <a:xfrm>
                <a:off x="8283" y="3240"/>
                <a:ext cx="726" cy="803"/>
              </a:xfrm>
              <a:prstGeom prst="rect">
                <a:avLst/>
              </a:prstGeom>
            </p:spPr>
          </p:pic>
        </p:grpSp>
        <p:grpSp>
          <p:nvGrpSpPr>
            <p:cNvPr id="50" name="组合 49"/>
            <p:cNvGrpSpPr/>
            <p:nvPr/>
          </p:nvGrpSpPr>
          <p:grpSpPr>
            <a:xfrm>
              <a:off x="6572" y="2811"/>
              <a:ext cx="6116" cy="6116"/>
              <a:chOff x="6572" y="2811"/>
              <a:chExt cx="6116" cy="6116"/>
            </a:xfrm>
          </p:grpSpPr>
          <p:sp>
            <p:nvSpPr>
              <p:cNvPr id="51" name="空心弧 50"/>
              <p:cNvSpPr/>
              <p:nvPr>
                <p:custDataLst>
                  <p:tags r:id="rId21"/>
                </p:custDataLst>
              </p:nvPr>
            </p:nvSpPr>
            <p:spPr>
              <a:xfrm rot="10800000">
                <a:off x="6572" y="2811"/>
                <a:ext cx="6116" cy="6116"/>
              </a:xfrm>
              <a:prstGeom prst="blockArc">
                <a:avLst>
                  <a:gd name="adj1" fmla="val 6157592"/>
                  <a:gd name="adj2" fmla="val 9364756"/>
                  <a:gd name="adj3" fmla="val 23457"/>
                </a:avLst>
              </a:prstGeom>
              <a:solidFill>
                <a:srgbClr val="2F5597"/>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52" name="图片 51" descr="/Users/yangli/Downloads/切图/1/数据输出-白.png数据输出-白"/>
              <p:cNvPicPr>
                <a:picLocks noChangeAspect="1"/>
              </p:cNvPicPr>
              <p:nvPr>
                <p:custDataLst>
                  <p:tags r:id="rId22"/>
                </p:custDataLst>
              </p:nvPr>
            </p:nvPicPr>
            <p:blipFill>
              <a:blip r:embed="rId33"/>
              <a:srcRect/>
              <a:stretch>
                <a:fillRect/>
              </a:stretch>
            </p:blipFill>
            <p:spPr>
              <a:xfrm>
                <a:off x="10949" y="3719"/>
                <a:ext cx="629" cy="726"/>
              </a:xfrm>
              <a:prstGeom prst="rect">
                <a:avLst/>
              </a:prstGeom>
            </p:spPr>
          </p:pic>
        </p:grpSp>
        <p:grpSp>
          <p:nvGrpSpPr>
            <p:cNvPr id="53" name="组合 52"/>
            <p:cNvGrpSpPr/>
            <p:nvPr/>
          </p:nvGrpSpPr>
          <p:grpSpPr>
            <a:xfrm>
              <a:off x="6572" y="2913"/>
              <a:ext cx="6116" cy="6116"/>
              <a:chOff x="6572" y="2913"/>
              <a:chExt cx="6116" cy="6116"/>
            </a:xfrm>
          </p:grpSpPr>
          <p:sp>
            <p:nvSpPr>
              <p:cNvPr id="54" name="空心弧 53"/>
              <p:cNvSpPr/>
              <p:nvPr>
                <p:custDataLst>
                  <p:tags r:id="rId19"/>
                </p:custDataLst>
              </p:nvPr>
            </p:nvSpPr>
            <p:spPr>
              <a:xfrm rot="14400000">
                <a:off x="6572" y="2913"/>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b="1">
                  <a:solidFill>
                    <a:schemeClr val="accent2"/>
                  </a:solidFill>
                  <a:latin typeface="微软雅黑" panose="020B0503020204020204" charset="-122"/>
                  <a:ea typeface="微软雅黑" panose="020B0503020204020204" charset="-122"/>
                </a:endParaRPr>
              </a:p>
            </p:txBody>
          </p:sp>
          <p:pic>
            <p:nvPicPr>
              <p:cNvPr id="57" name="图片 56" descr="/Users/yangli/Downloads/切图/1/栏目丰富-白.png栏目丰富-白"/>
              <p:cNvPicPr>
                <a:picLocks noChangeAspect="1"/>
              </p:cNvPicPr>
              <p:nvPr>
                <p:custDataLst>
                  <p:tags r:id="rId20"/>
                </p:custDataLst>
              </p:nvPr>
            </p:nvPicPr>
            <p:blipFill>
              <a:blip r:embed="rId34"/>
              <a:srcRect/>
              <a:stretch>
                <a:fillRect/>
              </a:stretch>
            </p:blipFill>
            <p:spPr>
              <a:xfrm>
                <a:off x="11578" y="6059"/>
                <a:ext cx="658" cy="762"/>
              </a:xfrm>
              <a:prstGeom prst="rect">
                <a:avLst/>
              </a:prstGeom>
            </p:spPr>
          </p:pic>
        </p:grpSp>
        <p:grpSp>
          <p:nvGrpSpPr>
            <p:cNvPr id="58" name="组合 57"/>
            <p:cNvGrpSpPr/>
            <p:nvPr/>
          </p:nvGrpSpPr>
          <p:grpSpPr>
            <a:xfrm>
              <a:off x="6469" y="2913"/>
              <a:ext cx="6116" cy="6116"/>
              <a:chOff x="6469" y="2913"/>
              <a:chExt cx="6116" cy="6116"/>
            </a:xfrm>
          </p:grpSpPr>
          <p:sp>
            <p:nvSpPr>
              <p:cNvPr id="59" name="空心弧 58"/>
              <p:cNvSpPr/>
              <p:nvPr>
                <p:custDataLst>
                  <p:tags r:id="rId17"/>
                </p:custDataLst>
              </p:nvPr>
            </p:nvSpPr>
            <p:spPr>
              <a:xfrm>
                <a:off x="6469" y="2913"/>
                <a:ext cx="6116" cy="6116"/>
              </a:xfrm>
              <a:prstGeom prst="blockArc">
                <a:avLst>
                  <a:gd name="adj1" fmla="val 6157592"/>
                  <a:gd name="adj2" fmla="val 9364756"/>
                  <a:gd name="adj3" fmla="val 23457"/>
                </a:avLst>
              </a:prstGeom>
              <a:solidFill>
                <a:srgbClr val="990000"/>
              </a:solidFill>
              <a:ln>
                <a:noFill/>
              </a:ln>
            </p:spPr>
            <p:style>
              <a:lnRef idx="2">
                <a:srgbClr val="7578EC">
                  <a:shade val="50000"/>
                </a:srgbClr>
              </a:lnRef>
              <a:fillRef idx="1">
                <a:srgbClr val="7578EC"/>
              </a:fillRef>
              <a:effectRef idx="0">
                <a:srgbClr val="7578EC"/>
              </a:effectRef>
              <a:fontRef idx="minor">
                <a:srgbClr val="FFFFFF"/>
              </a:fontRef>
            </p:style>
            <p:txBody>
              <a:bodyPr rtlCol="0" anchor="ctr"/>
              <a:lstStyle/>
              <a:p>
                <a:pPr algn="ctr"/>
                <a:endParaRPr lang="zh-CN" altLang="en-US">
                  <a:solidFill>
                    <a:schemeClr val="accent2"/>
                  </a:solidFill>
                  <a:latin typeface="微软雅黑" panose="020B0503020204020204" charset="-122"/>
                  <a:ea typeface="微软雅黑" panose="020B0503020204020204" charset="-122"/>
                </a:endParaRPr>
              </a:p>
            </p:txBody>
          </p:sp>
          <p:pic>
            <p:nvPicPr>
              <p:cNvPr id="62" name="图片 61" descr="/Users/yangli/Downloads/切图/1/标签化-白.png标签化-白"/>
              <p:cNvPicPr>
                <a:picLocks noChangeAspect="1"/>
              </p:cNvPicPr>
              <p:nvPr>
                <p:custDataLst>
                  <p:tags r:id="rId18"/>
                </p:custDataLst>
              </p:nvPr>
            </p:nvPicPr>
            <p:blipFill>
              <a:blip r:embed="rId35"/>
              <a:srcRect/>
              <a:stretch>
                <a:fillRect/>
              </a:stretch>
            </p:blipFill>
            <p:spPr>
              <a:xfrm>
                <a:off x="7606" y="7384"/>
                <a:ext cx="862" cy="686"/>
              </a:xfrm>
              <a:prstGeom prst="rect">
                <a:avLst/>
              </a:prstGeom>
              <a:noFill/>
            </p:spPr>
          </p:pic>
        </p:grpSp>
      </p:grpSp>
      <p:sp>
        <p:nvSpPr>
          <p:cNvPr id="63" name="圆角矩形 62"/>
          <p:cNvSpPr/>
          <p:nvPr/>
        </p:nvSpPr>
        <p:spPr>
          <a:xfrm>
            <a:off x="744855" y="3068320"/>
            <a:ext cx="3024505" cy="1296000"/>
          </a:xfrm>
          <a:prstGeom prst="roundRect">
            <a:avLst/>
          </a:prstGeom>
          <a:noFill/>
          <a:ln w="12700">
            <a:solidFill>
              <a:srgbClr val="2F5597"/>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charset="-122"/>
              <a:ea typeface="微软雅黑" panose="020B0503020204020204" charset="-122"/>
            </a:endParaRPr>
          </a:p>
        </p:txBody>
      </p:sp>
      <p:sp>
        <p:nvSpPr>
          <p:cNvPr id="64" name="圆角矩形 63"/>
          <p:cNvSpPr/>
          <p:nvPr/>
        </p:nvSpPr>
        <p:spPr>
          <a:xfrm>
            <a:off x="988695" y="5219700"/>
            <a:ext cx="3381375" cy="1296000"/>
          </a:xfrm>
          <a:prstGeom prst="roundRect">
            <a:avLst/>
          </a:prstGeom>
          <a:noFill/>
          <a:ln w="12700">
            <a:solidFill>
              <a:srgbClr val="BE2623"/>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71D1D"/>
              </a:solidFill>
              <a:latin typeface="微软雅黑" panose="020B0503020204020204" charset="-122"/>
              <a:ea typeface="微软雅黑" panose="020B0503020204020204" charset="-122"/>
            </a:endParaRPr>
          </a:p>
        </p:txBody>
      </p:sp>
      <p:sp>
        <p:nvSpPr>
          <p:cNvPr id="65" name="圆角矩形 64"/>
          <p:cNvSpPr/>
          <p:nvPr/>
        </p:nvSpPr>
        <p:spPr>
          <a:xfrm>
            <a:off x="8001635" y="1229360"/>
            <a:ext cx="3084195" cy="1339850"/>
          </a:xfrm>
          <a:prstGeom prst="roundRect">
            <a:avLst/>
          </a:prstGeom>
          <a:noFill/>
          <a:ln w="12700">
            <a:solidFill>
              <a:srgbClr val="2F5597"/>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6" name="圆角矩形 65"/>
          <p:cNvSpPr/>
          <p:nvPr/>
        </p:nvSpPr>
        <p:spPr>
          <a:xfrm>
            <a:off x="8431530" y="3068320"/>
            <a:ext cx="2945765" cy="1152000"/>
          </a:xfrm>
          <a:prstGeom prst="roundRect">
            <a:avLst/>
          </a:prstGeom>
          <a:noFill/>
          <a:ln w="12700">
            <a:solidFill>
              <a:srgbClr val="BE2623"/>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71D1D"/>
              </a:solidFill>
              <a:latin typeface="微软雅黑" panose="020B0503020204020204" charset="-122"/>
              <a:ea typeface="微软雅黑" panose="020B0503020204020204" charset="-122"/>
            </a:endParaRPr>
          </a:p>
        </p:txBody>
      </p:sp>
      <p:sp>
        <p:nvSpPr>
          <p:cNvPr id="67" name="圆角矩形 66"/>
          <p:cNvSpPr/>
          <p:nvPr/>
        </p:nvSpPr>
        <p:spPr>
          <a:xfrm>
            <a:off x="8001635" y="5180965"/>
            <a:ext cx="3293110" cy="1296000"/>
          </a:xfrm>
          <a:prstGeom prst="roundRect">
            <a:avLst/>
          </a:prstGeom>
          <a:noFill/>
          <a:ln w="12700">
            <a:solidFill>
              <a:srgbClr val="2F5597"/>
            </a:solidFill>
          </a:ln>
          <a:extLst>
            <a:ext uri="{909E8E84-426E-40DD-AFC4-6F175D3DCCD1}">
              <a14:hiddenFill xmlns:a14="http://schemas.microsoft.com/office/drawing/2010/main">
                <a:solidFill>
                  <a:srgbClr val="15304E">
                    <a:alpha val="500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68" name="图片 67" descr="/Users/yangli/Downloads/切图/1/品类齐全-蓝.png品类齐全-蓝"/>
          <p:cNvPicPr>
            <a:picLocks noChangeAspect="1"/>
          </p:cNvPicPr>
          <p:nvPr/>
        </p:nvPicPr>
        <p:blipFill>
          <a:blip r:embed="rId36"/>
          <a:srcRect/>
          <a:stretch>
            <a:fillRect/>
          </a:stretch>
        </p:blipFill>
        <p:spPr>
          <a:xfrm>
            <a:off x="10991215" y="5507355"/>
            <a:ext cx="568960" cy="642620"/>
          </a:xfrm>
          <a:prstGeom prst="rect">
            <a:avLst/>
          </a:prstGeom>
        </p:spPr>
      </p:pic>
      <p:sp>
        <p:nvSpPr>
          <p:cNvPr id="69" name="矩形 68"/>
          <p:cNvSpPr/>
          <p:nvPr/>
        </p:nvSpPr>
        <p:spPr>
          <a:xfrm>
            <a:off x="11242040" y="3379470"/>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solidFill>
                <a:srgbClr val="C71D1D"/>
              </a:solidFill>
              <a:latin typeface="微软雅黑" panose="020B0503020204020204" charset="-122"/>
              <a:ea typeface="微软雅黑" panose="020B0503020204020204" charset="-122"/>
            </a:endParaRPr>
          </a:p>
        </p:txBody>
      </p:sp>
      <p:pic>
        <p:nvPicPr>
          <p:cNvPr id="70" name="图片 69" descr="/Users/yangli/Downloads/切图/1/栏目丰富-红.png栏目丰富-红"/>
          <p:cNvPicPr>
            <a:picLocks noChangeAspect="1"/>
          </p:cNvPicPr>
          <p:nvPr>
            <p:custDataLst>
              <p:tags r:id="rId15"/>
            </p:custDataLst>
          </p:nvPr>
        </p:nvPicPr>
        <p:blipFill>
          <a:blip r:embed="rId37"/>
          <a:srcRect/>
          <a:stretch>
            <a:fillRect/>
          </a:stretch>
        </p:blipFill>
        <p:spPr>
          <a:xfrm>
            <a:off x="11085830" y="3249930"/>
            <a:ext cx="542925" cy="628015"/>
          </a:xfrm>
          <a:prstGeom prst="rect">
            <a:avLst/>
          </a:prstGeom>
          <a:noFill/>
        </p:spPr>
      </p:pic>
      <p:sp>
        <p:nvSpPr>
          <p:cNvPr id="71" name="矩形 70"/>
          <p:cNvSpPr/>
          <p:nvPr/>
        </p:nvSpPr>
        <p:spPr>
          <a:xfrm>
            <a:off x="10935970" y="1626870"/>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微软雅黑" panose="020B0503020204020204" charset="-122"/>
              <a:ea typeface="微软雅黑" panose="020B0503020204020204" charset="-122"/>
            </a:endParaRPr>
          </a:p>
        </p:txBody>
      </p:sp>
      <p:sp>
        <p:nvSpPr>
          <p:cNvPr id="72" name="矩形 71"/>
          <p:cNvSpPr/>
          <p:nvPr/>
        </p:nvSpPr>
        <p:spPr>
          <a:xfrm>
            <a:off x="789305" y="5660390"/>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微软雅黑" panose="020B0503020204020204" charset="-122"/>
              <a:ea typeface="微软雅黑" panose="020B0503020204020204" charset="-122"/>
            </a:endParaRPr>
          </a:p>
        </p:txBody>
      </p:sp>
      <p:sp>
        <p:nvSpPr>
          <p:cNvPr id="73" name="矩形 72"/>
          <p:cNvSpPr/>
          <p:nvPr/>
        </p:nvSpPr>
        <p:spPr>
          <a:xfrm>
            <a:off x="604520" y="3474085"/>
            <a:ext cx="345440" cy="378460"/>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微软雅黑" panose="020B0503020204020204" charset="-122"/>
              <a:ea typeface="微软雅黑" panose="020B0503020204020204" charset="-122"/>
            </a:endParaRPr>
          </a:p>
        </p:txBody>
      </p:sp>
      <p:sp>
        <p:nvSpPr>
          <p:cNvPr id="74" name="矩形 73"/>
          <p:cNvSpPr/>
          <p:nvPr/>
        </p:nvSpPr>
        <p:spPr>
          <a:xfrm>
            <a:off x="1336675" y="1747520"/>
            <a:ext cx="282575" cy="460375"/>
          </a:xfrm>
          <a:prstGeom prst="rect">
            <a:avLst/>
          </a:prstGeom>
          <a:solidFill>
            <a:schemeClr val="bg1"/>
          </a:solidFill>
          <a:ln>
            <a:noFill/>
          </a:ln>
          <a:effectLst>
            <a:outerShdw blurRad="762000" sx="102000" sy="102000" algn="ctr" rotWithShape="0">
              <a:srgbClr val="102947">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微软雅黑" panose="020B0503020204020204" charset="-122"/>
              <a:ea typeface="微软雅黑" panose="020B0503020204020204" charset="-122"/>
            </a:endParaRPr>
          </a:p>
        </p:txBody>
      </p:sp>
      <p:pic>
        <p:nvPicPr>
          <p:cNvPr id="75" name="图片 74" descr="/Users/yangli/Downloads/切图/1/私有化服务-红.png私有化服务-红"/>
          <p:cNvPicPr>
            <a:picLocks noChangeAspect="1"/>
          </p:cNvPicPr>
          <p:nvPr/>
        </p:nvPicPr>
        <p:blipFill>
          <a:blip r:embed="rId38"/>
          <a:srcRect/>
          <a:stretch>
            <a:fillRect/>
          </a:stretch>
        </p:blipFill>
        <p:spPr>
          <a:xfrm>
            <a:off x="1193800" y="1541780"/>
            <a:ext cx="602615" cy="666115"/>
          </a:xfrm>
          <a:prstGeom prst="rect">
            <a:avLst/>
          </a:prstGeom>
        </p:spPr>
      </p:pic>
      <p:pic>
        <p:nvPicPr>
          <p:cNvPr id="76" name="图片 75" descr="/Users/yangli/Downloads/切图/1/开放对接-蓝.png开放对接-蓝"/>
          <p:cNvPicPr>
            <a:picLocks noChangeAspect="1"/>
          </p:cNvPicPr>
          <p:nvPr>
            <p:custDataLst>
              <p:tags r:id="rId16"/>
            </p:custDataLst>
          </p:nvPr>
        </p:nvPicPr>
        <p:blipFill>
          <a:blip r:embed="rId39"/>
          <a:srcRect/>
          <a:stretch>
            <a:fillRect/>
          </a:stretch>
        </p:blipFill>
        <p:spPr>
          <a:xfrm>
            <a:off x="465455" y="3351530"/>
            <a:ext cx="623570" cy="623570"/>
          </a:xfrm>
          <a:prstGeom prst="rect">
            <a:avLst/>
          </a:prstGeom>
          <a:noFill/>
        </p:spPr>
      </p:pic>
      <p:pic>
        <p:nvPicPr>
          <p:cNvPr id="77" name="图片 76" descr="/Users/yangli/Downloads/切图/1/标签化-红.png标签化-红"/>
          <p:cNvPicPr>
            <a:picLocks noChangeAspect="1"/>
          </p:cNvPicPr>
          <p:nvPr/>
        </p:nvPicPr>
        <p:blipFill>
          <a:blip r:embed="rId40"/>
          <a:srcRect/>
          <a:stretch>
            <a:fillRect/>
          </a:stretch>
        </p:blipFill>
        <p:spPr>
          <a:xfrm>
            <a:off x="650240" y="5603875"/>
            <a:ext cx="623570" cy="496570"/>
          </a:xfrm>
          <a:prstGeom prst="rect">
            <a:avLst/>
          </a:prstGeom>
        </p:spPr>
      </p:pic>
      <p:pic>
        <p:nvPicPr>
          <p:cNvPr id="78" name="图片 77" descr="/Users/yangli/Downloads/切图/1/数据输出-蓝.png数据输出-蓝"/>
          <p:cNvPicPr>
            <a:picLocks noChangeAspect="1"/>
          </p:cNvPicPr>
          <p:nvPr/>
        </p:nvPicPr>
        <p:blipFill>
          <a:blip r:embed="rId41"/>
          <a:srcRect/>
          <a:stretch>
            <a:fillRect/>
          </a:stretch>
        </p:blipFill>
        <p:spPr>
          <a:xfrm>
            <a:off x="10808970" y="1518920"/>
            <a:ext cx="544195" cy="628015"/>
          </a:xfrm>
          <a:prstGeom prst="rect">
            <a:avLst/>
          </a:prstGeom>
          <a:noFill/>
        </p:spPr>
      </p:pic>
      <p:sp>
        <p:nvSpPr>
          <p:cNvPr id="2" name="标题 10"/>
          <p:cNvSpPr>
            <a:spLocks noGrp="1"/>
          </p:cNvSpPr>
          <p:nvPr/>
        </p:nvSpPr>
        <p:spPr>
          <a:xfrm>
            <a:off x="540385" y="340995"/>
            <a:ext cx="9491345" cy="460375"/>
          </a:xfrm>
          <a:prstGeom prst="rect">
            <a:avLst/>
          </a:prstGeom>
        </p:spPr>
        <p:txBody>
          <a:bodyPr>
            <a:noAutofit/>
          </a:bodyPr>
          <a:lstStyle>
            <a:lvl1pPr algn="l" defTabSz="914400" rtl="0" eaLnBrk="1" latinLnBrk="0" hangingPunct="1">
              <a:lnSpc>
                <a:spcPct val="90000"/>
              </a:lnSpc>
              <a:spcBef>
                <a:spcPct val="0"/>
              </a:spcBef>
              <a:buNone/>
              <a:defRPr kumimoji="1" lang="zh-CN" altLang="en-US" sz="2800" b="1" i="0" u="none" strike="noStrike" kern="1200" cap="none" spc="0" normalizeH="0" baseline="0" noProof="1">
                <a:solidFill>
                  <a:srgbClr val="9A0000"/>
                </a:solidFill>
                <a:latin typeface="Microsoft YaHei Bold" panose="020B0503020204020204" charset="-122"/>
                <a:ea typeface="Microsoft YaHei Bold" panose="020B0503020204020204" charset="-122"/>
                <a:cs typeface="+mj-cs"/>
              </a:defRPr>
            </a:lvl1pPr>
          </a:lstStyle>
          <a:p>
            <a:r>
              <a:rPr lang="en-US" altLang="zh-CN" sz="2800" dirty="0">
                <a:sym typeface="+mn-ea"/>
              </a:rPr>
              <a:t>5-3-2 </a:t>
            </a:r>
            <a:r>
              <a:rPr lang="zh-CN" altLang="en-US" sz="2800" dirty="0"/>
              <a:t>板块、主题和行业</a:t>
            </a:r>
            <a:r>
              <a:rPr lang="en-US" altLang="zh-CN" sz="2800" dirty="0"/>
              <a:t>-</a:t>
            </a:r>
            <a:r>
              <a:rPr lang="zh-CN" altLang="en-US" sz="2800" dirty="0">
                <a:sym typeface="+mn-ea"/>
              </a:rPr>
              <a:t>行业</a:t>
            </a:r>
            <a:r>
              <a:rPr lang="en-US" altLang="zh-CN" sz="2800" dirty="0">
                <a:sym typeface="+mn-ea"/>
              </a:rPr>
              <a:t>-</a:t>
            </a:r>
            <a:r>
              <a:rPr sz="2660" dirty="0">
                <a:latin typeface="微软雅黑" panose="020B0503020204020204" charset="-122"/>
                <a:ea typeface="微软雅黑" panose="020B0503020204020204" charset="-122"/>
                <a:cs typeface="微软雅黑" panose="020B0503020204020204" charset="-122"/>
                <a:sym typeface="+mn-ea"/>
              </a:rPr>
              <a:t>行业专题</a:t>
            </a:r>
          </a:p>
        </p:txBody>
      </p:sp>
    </p:spTree>
    <p:custDataLst>
      <p:tags r:id="rId1"/>
    </p:custDataLst>
    <p:extLst>
      <p:ext uri="{BB962C8B-B14F-4D97-AF65-F5344CB8AC3E}">
        <p14:creationId xmlns:p14="http://schemas.microsoft.com/office/powerpoint/2010/main" val="39702425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5-3-2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行业专题</a:t>
            </a:r>
            <a:endParaRPr lang="zh-CN" altLang="en-US" sz="2400" b="0" dirty="0">
              <a:sym typeface="+mn-ea"/>
            </a:endParaRPr>
          </a:p>
        </p:txBody>
      </p:sp>
      <p:pic>
        <p:nvPicPr>
          <p:cNvPr id="2" name="图片 1"/>
          <p:cNvPicPr>
            <a:picLocks noChangeAspect="1"/>
          </p:cNvPicPr>
          <p:nvPr/>
        </p:nvPicPr>
        <p:blipFill>
          <a:blip r:embed="rId4"/>
          <a:stretch>
            <a:fillRect/>
          </a:stretch>
        </p:blipFill>
        <p:spPr>
          <a:xfrm>
            <a:off x="521474" y="1079603"/>
            <a:ext cx="10519064" cy="5414422"/>
          </a:xfrm>
          <a:prstGeom prst="rect">
            <a:avLst/>
          </a:prstGeom>
        </p:spPr>
      </p:pic>
    </p:spTree>
    <p:custDataLst>
      <p:tags r:id="rId1"/>
    </p:custDataLst>
    <p:extLst>
      <p:ext uri="{BB962C8B-B14F-4D97-AF65-F5344CB8AC3E}">
        <p14:creationId xmlns:p14="http://schemas.microsoft.com/office/powerpoint/2010/main" val="37762557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400" b="1" dirty="0">
                <a:latin typeface="微软雅黑" panose="020B0503020204020204" charset="-122"/>
                <a:ea typeface="微软雅黑" panose="020B0503020204020204" charset="-122"/>
                <a:sym typeface="+mn-ea"/>
              </a:rPr>
              <a:t>5-3-3 </a:t>
            </a:r>
            <a:r>
              <a:rPr lang="zh-CN" altLang="en-US" sz="2400" b="1" dirty="0">
                <a:latin typeface="微软雅黑" panose="020B0503020204020204" charset="-122"/>
                <a:ea typeface="微软雅黑" panose="020B0503020204020204" charset="-122"/>
              </a:rPr>
              <a:t>板块、主题和行业</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sym typeface="+mn-ea"/>
              </a:rPr>
              <a:t>行业</a:t>
            </a:r>
            <a:r>
              <a:rPr lang="en-US" altLang="zh-CN" sz="2400" b="1" dirty="0">
                <a:latin typeface="微软雅黑" panose="020B0503020204020204" charset="-122"/>
                <a:ea typeface="微软雅黑" panose="020B0503020204020204" charset="-122"/>
                <a:sym typeface="+mn-ea"/>
              </a:rPr>
              <a:t>-</a:t>
            </a:r>
            <a:r>
              <a:rPr lang="zh-CN" altLang="en-US" sz="2400" b="1" dirty="0">
                <a:latin typeface="微软雅黑" panose="020B0503020204020204" charset="-122"/>
                <a:ea typeface="微软雅黑" panose="020B0503020204020204" charset="-122"/>
                <a:sym typeface="+mn-ea"/>
              </a:rPr>
              <a:t>行业数据库</a:t>
            </a:r>
            <a:endParaRPr lang="zh-CN" altLang="en-US" sz="2400" b="1" dirty="0">
              <a:latin typeface="微软雅黑" panose="020B0503020204020204" charset="-122"/>
              <a:ea typeface="微软雅黑" panose="020B0503020204020204" charset="-122"/>
            </a:endParaRPr>
          </a:p>
        </p:txBody>
      </p:sp>
      <p:sp>
        <p:nvSpPr>
          <p:cNvPr id="10" name="文本占位符 9"/>
          <p:cNvSpPr>
            <a:spLocks noGrp="1"/>
          </p:cNvSpPr>
          <p:nvPr>
            <p:ph type="body" sz="quarter" idx="12"/>
          </p:nvPr>
        </p:nvSpPr>
        <p:spPr/>
        <p:txBody>
          <a:bodyPr>
            <a:normAutofit fontScale="95000"/>
          </a:bodyPr>
          <a:lstStyle/>
          <a:p>
            <a:r>
              <a:rPr lang="zh-CN" altLang="en-US"/>
              <a:t>价格数据</a:t>
            </a:r>
          </a:p>
        </p:txBody>
      </p:sp>
      <p:sp>
        <p:nvSpPr>
          <p:cNvPr id="11" name="文本占位符 10"/>
          <p:cNvSpPr>
            <a:spLocks noGrp="1"/>
          </p:cNvSpPr>
          <p:nvPr>
            <p:ph type="body" sz="quarter" idx="14"/>
          </p:nvPr>
        </p:nvSpPr>
        <p:spPr/>
        <p:txBody>
          <a:bodyPr>
            <a:normAutofit fontScale="95000"/>
          </a:bodyPr>
          <a:lstStyle/>
          <a:p>
            <a:r>
              <a:rPr lang="zh-CN" altLang="en-US"/>
              <a:t>经济指标</a:t>
            </a:r>
          </a:p>
        </p:txBody>
      </p:sp>
      <p:sp>
        <p:nvSpPr>
          <p:cNvPr id="12" name="文本占位符 11"/>
          <p:cNvSpPr>
            <a:spLocks noGrp="1"/>
          </p:cNvSpPr>
          <p:nvPr>
            <p:ph type="body" sz="quarter" idx="16"/>
          </p:nvPr>
        </p:nvSpPr>
        <p:spPr/>
        <p:txBody>
          <a:bodyPr>
            <a:normAutofit fontScale="95000"/>
          </a:bodyPr>
          <a:lstStyle/>
          <a:p>
            <a:r>
              <a:rPr lang="zh-CN" altLang="en-US"/>
              <a:t>供需数据</a:t>
            </a:r>
          </a:p>
        </p:txBody>
      </p:sp>
      <p:sp>
        <p:nvSpPr>
          <p:cNvPr id="13" name="文本占位符 12"/>
          <p:cNvSpPr>
            <a:spLocks noGrp="1"/>
          </p:cNvSpPr>
          <p:nvPr>
            <p:ph type="body" sz="quarter" idx="18"/>
          </p:nvPr>
        </p:nvSpPr>
        <p:spPr/>
        <p:txBody>
          <a:bodyPr>
            <a:normAutofit fontScale="95000"/>
          </a:bodyPr>
          <a:lstStyle/>
          <a:p>
            <a:r>
              <a:rPr lang="zh-CN" altLang="en-US"/>
              <a:t>综合数据</a:t>
            </a:r>
          </a:p>
        </p:txBody>
      </p:sp>
      <p:sp>
        <p:nvSpPr>
          <p:cNvPr id="14" name="文本占位符 13"/>
          <p:cNvSpPr>
            <a:spLocks noGrp="1"/>
          </p:cNvSpPr>
          <p:nvPr>
            <p:ph type="body" sz="quarter" idx="20"/>
          </p:nvPr>
        </p:nvSpPr>
        <p:spPr/>
        <p:txBody>
          <a:bodyPr/>
          <a:lstStyle/>
          <a:p>
            <a:r>
              <a:rPr lang="zh-CN" altLang="en-US"/>
              <a:t>数据类型：期货价格、现货价格</a:t>
            </a:r>
          </a:p>
          <a:p>
            <a:r>
              <a:rPr lang="zh-CN" altLang="en-US"/>
              <a:t>频率类型：日、周、月、季、年</a:t>
            </a:r>
          </a:p>
          <a:p>
            <a:endParaRPr lang="zh-CN" altLang="en-US"/>
          </a:p>
        </p:txBody>
      </p:sp>
      <p:sp>
        <p:nvSpPr>
          <p:cNvPr id="15" name="文本占位符 14"/>
          <p:cNvSpPr>
            <a:spLocks noGrp="1"/>
          </p:cNvSpPr>
          <p:nvPr>
            <p:ph type="body" sz="quarter" idx="21"/>
          </p:nvPr>
        </p:nvSpPr>
        <p:spPr>
          <a:xfrm>
            <a:off x="7533640" y="2151380"/>
            <a:ext cx="4088130" cy="1096645"/>
          </a:xfrm>
        </p:spPr>
        <p:txBody>
          <a:bodyPr/>
          <a:lstStyle/>
          <a:p>
            <a:r>
              <a:rPr lang="zh-CN" altLang="en-US">
                <a:sym typeface="+mn-ea"/>
              </a:rPr>
              <a:t>数据类型：产销量、供需、库存、进出口等</a:t>
            </a:r>
            <a:endParaRPr lang="zh-CN" altLang="en-US"/>
          </a:p>
          <a:p>
            <a:r>
              <a:rPr lang="zh-CN" altLang="en-US">
                <a:sym typeface="+mn-ea"/>
              </a:rPr>
              <a:t>频率类型：日、周、月、季、年</a:t>
            </a:r>
            <a:endParaRPr lang="zh-CN" altLang="en-US"/>
          </a:p>
          <a:p>
            <a:endParaRPr lang="zh-CN" altLang="en-US"/>
          </a:p>
        </p:txBody>
      </p:sp>
      <p:sp>
        <p:nvSpPr>
          <p:cNvPr id="16" name="文本占位符 15"/>
          <p:cNvSpPr>
            <a:spLocks noGrp="1"/>
          </p:cNvSpPr>
          <p:nvPr>
            <p:ph type="body" sz="quarter" idx="22"/>
          </p:nvPr>
        </p:nvSpPr>
        <p:spPr/>
        <p:txBody>
          <a:bodyPr/>
          <a:lstStyle/>
          <a:p>
            <a:r>
              <a:rPr lang="zh-CN" altLang="en-US">
                <a:sym typeface="+mn-ea"/>
              </a:rPr>
              <a:t>数据类型：业务数据、监管数据等</a:t>
            </a:r>
            <a:endParaRPr lang="zh-CN" altLang="en-US"/>
          </a:p>
          <a:p>
            <a:r>
              <a:rPr lang="zh-CN" altLang="en-US">
                <a:sym typeface="+mn-ea"/>
              </a:rPr>
              <a:t>频率类型：日、周、月、季、年</a:t>
            </a:r>
            <a:endParaRPr lang="zh-CN" altLang="en-US"/>
          </a:p>
          <a:p>
            <a:endParaRPr lang="zh-CN" altLang="en-US"/>
          </a:p>
        </p:txBody>
      </p:sp>
      <p:sp>
        <p:nvSpPr>
          <p:cNvPr id="17" name="文本占位符 16"/>
          <p:cNvSpPr>
            <a:spLocks noGrp="1"/>
          </p:cNvSpPr>
          <p:nvPr>
            <p:ph type="body" sz="quarter" idx="23"/>
          </p:nvPr>
        </p:nvSpPr>
        <p:spPr/>
        <p:txBody>
          <a:bodyPr/>
          <a:lstStyle/>
          <a:p>
            <a:r>
              <a:rPr lang="zh-CN" altLang="en-US">
                <a:sym typeface="+mn-ea"/>
              </a:rPr>
              <a:t>数据类型：行业经济指标、经营数据等</a:t>
            </a:r>
            <a:endParaRPr lang="zh-CN" altLang="en-US"/>
          </a:p>
          <a:p>
            <a:r>
              <a:rPr lang="zh-CN" altLang="en-US">
                <a:sym typeface="+mn-ea"/>
              </a:rPr>
              <a:t>频率类型：日、周、月、季、年</a:t>
            </a:r>
            <a:endParaRPr lang="zh-CN" altLang="en-US"/>
          </a:p>
          <a:p>
            <a:endParaRPr lang="zh-CN" altLang="en-US"/>
          </a:p>
        </p:txBody>
      </p:sp>
    </p:spTree>
    <p:extLst>
      <p:ext uri="{BB962C8B-B14F-4D97-AF65-F5344CB8AC3E}">
        <p14:creationId xmlns:p14="http://schemas.microsoft.com/office/powerpoint/2010/main" val="41532377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5-3-3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行业数据库</a:t>
            </a:r>
            <a:endParaRPr lang="zh-CN" altLang="en-US" sz="2400" b="0" dirty="0">
              <a:sym typeface="+mn-ea"/>
            </a:endParaRPr>
          </a:p>
        </p:txBody>
      </p:sp>
      <p:pic>
        <p:nvPicPr>
          <p:cNvPr id="2" name="图片 1"/>
          <p:cNvPicPr>
            <a:picLocks noChangeAspect="1"/>
          </p:cNvPicPr>
          <p:nvPr/>
        </p:nvPicPr>
        <p:blipFill>
          <a:blip r:embed="rId4"/>
          <a:stretch>
            <a:fillRect/>
          </a:stretch>
        </p:blipFill>
        <p:spPr>
          <a:xfrm>
            <a:off x="521474" y="1096809"/>
            <a:ext cx="10846181" cy="5412238"/>
          </a:xfrm>
          <a:prstGeom prst="rect">
            <a:avLst/>
          </a:prstGeom>
        </p:spPr>
      </p:pic>
    </p:spTree>
    <p:custDataLst>
      <p:tags r:id="rId1"/>
    </p:custDataLst>
    <p:extLst>
      <p:ext uri="{BB962C8B-B14F-4D97-AF65-F5344CB8AC3E}">
        <p14:creationId xmlns:p14="http://schemas.microsoft.com/office/powerpoint/2010/main" val="227285040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sz="2400" dirty="0">
                <a:sym typeface="+mn-ea"/>
              </a:rPr>
              <a:t>5-3-4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产业链</a:t>
            </a:r>
            <a:endParaRPr sz="2400" dirty="0"/>
          </a:p>
        </p:txBody>
      </p:sp>
      <p:sp>
        <p:nvSpPr>
          <p:cNvPr id="7" name="文本占位符 1"/>
          <p:cNvSpPr>
            <a:spLocks noGrp="1"/>
          </p:cNvSpPr>
          <p:nvPr>
            <p:ph type="body" sz="quarter" idx="11"/>
          </p:nvPr>
        </p:nvSpPr>
        <p:spPr>
          <a:xfrm>
            <a:off x="1393190" y="1127125"/>
            <a:ext cx="9204960" cy="412750"/>
          </a:xfrm>
        </p:spPr>
        <p:txBody>
          <a:bodyPr/>
          <a:lstStyle/>
          <a:p>
            <a:r>
              <a:rPr altLang="zh-CN" dirty="0">
                <a:solidFill>
                  <a:schemeClr val="tx1">
                    <a:lumMod val="90000"/>
                    <a:lumOff val="10000"/>
                  </a:schemeClr>
                </a:solidFill>
                <a:cs typeface="微软雅黑" panose="020B0503020204020204" charset="-122"/>
                <a:sym typeface="Lato Light" charset="0"/>
              </a:rPr>
              <a:t>基于产业链图，了解市场变化，分行业整理上下游产业情况，</a:t>
            </a:r>
            <a:r>
              <a:rPr altLang="zh-CN" dirty="0">
                <a:solidFill>
                  <a:schemeClr val="tx1">
                    <a:lumMod val="90000"/>
                    <a:lumOff val="10000"/>
                  </a:schemeClr>
                </a:solidFill>
                <a:cs typeface="微软雅黑" panose="020B0503020204020204" charset="-122"/>
                <a:sym typeface="+mn-ea"/>
              </a:rPr>
              <a:t>覆盖热门赛道产业链图及行业相关公司，30个行业，140+热门赛道，16000+公司数据</a:t>
            </a:r>
            <a:endParaRPr lang="zh-CN" altLang="zh-CN" dirty="0">
              <a:solidFill>
                <a:schemeClr val="tx1">
                  <a:lumMod val="90000"/>
                  <a:lumOff val="10000"/>
                </a:schemeClr>
              </a:solidFill>
              <a:cs typeface="微软雅黑" panose="020B0503020204020204" charset="-122"/>
            </a:endParaRPr>
          </a:p>
          <a:p>
            <a:endParaRPr lang="zh-CN" altLang="zh-CN" dirty="0">
              <a:solidFill>
                <a:schemeClr val="tx1">
                  <a:lumMod val="90000"/>
                  <a:lumOff val="10000"/>
                </a:schemeClr>
              </a:solidFill>
              <a:cs typeface="微软雅黑" panose="020B0503020204020204" charset="-122"/>
            </a:endParaRPr>
          </a:p>
        </p:txBody>
      </p:sp>
      <p:pic>
        <p:nvPicPr>
          <p:cNvPr id="8" name="内容占位符 4"/>
          <p:cNvPicPr>
            <a:picLocks noGrp="1" noChangeAspect="1"/>
          </p:cNvPicPr>
          <p:nvPr>
            <p:ph sz="quarter" idx="10"/>
          </p:nvPr>
        </p:nvPicPr>
        <p:blipFill>
          <a:blip r:embed="rId3"/>
          <a:srcRect l="1044" t="829"/>
          <a:stretch>
            <a:fillRect/>
          </a:stretch>
        </p:blipFill>
        <p:spPr>
          <a:xfrm>
            <a:off x="3072765" y="1851660"/>
            <a:ext cx="5845810" cy="4402455"/>
          </a:xfrm>
          <a:prstGeom prst="rect">
            <a:avLst/>
          </a:prstGeom>
        </p:spPr>
      </p:pic>
    </p:spTree>
    <p:custDataLst>
      <p:tags r:id="rId1"/>
    </p:custDataLst>
    <p:extLst>
      <p:ext uri="{BB962C8B-B14F-4D97-AF65-F5344CB8AC3E}">
        <p14:creationId xmlns:p14="http://schemas.microsoft.com/office/powerpoint/2010/main" val="226218269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custDataLst>
              <p:tags r:id="rId2"/>
            </p:custDataLst>
          </p:nvPr>
        </p:nvSpPr>
        <p:spPr>
          <a:xfrm>
            <a:off x="521474" y="354647"/>
            <a:ext cx="6854747" cy="460375"/>
          </a:xfrm>
          <a:prstGeom prst="rect">
            <a:avLst/>
          </a:prstGeom>
        </p:spPr>
        <p:txBody>
          <a:bodyPr>
            <a:noAutofit/>
          </a:bodyPr>
          <a:lstStyle>
            <a:lvl1pPr algn="l" defTabSz="914400" rtl="0" eaLnBrk="1" latinLnBrk="0" hangingPunct="1">
              <a:lnSpc>
                <a:spcPct val="90000"/>
              </a:lnSpc>
              <a:spcBef>
                <a:spcPct val="0"/>
              </a:spcBef>
              <a:buNone/>
              <a:defRPr sz="2800" b="1" kern="1200">
                <a:solidFill>
                  <a:srgbClr val="9A0000"/>
                </a:solidFill>
                <a:latin typeface="微软雅黑" panose="020B0503020204020204" charset="-122"/>
                <a:ea typeface="微软雅黑" panose="020B0503020204020204" charset="-122"/>
                <a:cs typeface="+mj-cs"/>
              </a:defRPr>
            </a:lvl1pPr>
          </a:lstStyle>
          <a:p>
            <a:r>
              <a:rPr lang="en-US" altLang="zh-CN" sz="2400" dirty="0">
                <a:sym typeface="+mn-ea"/>
              </a:rPr>
              <a:t>5-3-4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产业链</a:t>
            </a:r>
            <a:endParaRPr lang="zh-CN" altLang="en-US" sz="2400" b="0" dirty="0">
              <a:sym typeface="+mn-ea"/>
            </a:endParaRPr>
          </a:p>
        </p:txBody>
      </p:sp>
      <p:pic>
        <p:nvPicPr>
          <p:cNvPr id="4" name="图片 3">
            <a:extLst>
              <a:ext uri="{FF2B5EF4-FFF2-40B4-BE49-F238E27FC236}">
                <a16:creationId xmlns:a16="http://schemas.microsoft.com/office/drawing/2014/main" id="{13D02345-1EA7-CD99-0B2A-5E105E5FB3CF}"/>
              </a:ext>
            </a:extLst>
          </p:cNvPr>
          <p:cNvPicPr>
            <a:picLocks noChangeAspect="1"/>
          </p:cNvPicPr>
          <p:nvPr/>
        </p:nvPicPr>
        <p:blipFill>
          <a:blip r:embed="rId4"/>
          <a:stretch>
            <a:fillRect/>
          </a:stretch>
        </p:blipFill>
        <p:spPr>
          <a:xfrm>
            <a:off x="621102" y="895708"/>
            <a:ext cx="11007306" cy="5962291"/>
          </a:xfrm>
          <a:prstGeom prst="rect">
            <a:avLst/>
          </a:prstGeom>
        </p:spPr>
      </p:pic>
    </p:spTree>
    <p:custDataLst>
      <p:tags r:id="rId1"/>
    </p:custDataLst>
    <p:extLst>
      <p:ext uri="{BB962C8B-B14F-4D97-AF65-F5344CB8AC3E}">
        <p14:creationId xmlns:p14="http://schemas.microsoft.com/office/powerpoint/2010/main" val="388417189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20E0-E6CD-65AA-50F2-B0C6840F6650}"/>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AD77C64A-0EF7-D5EE-C1C5-B2EB6CC9A91B}"/>
              </a:ext>
            </a:extLst>
          </p:cNvPr>
          <p:cNvPicPr>
            <a:picLocks noChangeAspect="1"/>
          </p:cNvPicPr>
          <p:nvPr/>
        </p:nvPicPr>
        <p:blipFill>
          <a:blip r:embed="rId5"/>
          <a:stretch>
            <a:fillRect/>
          </a:stretch>
        </p:blipFill>
        <p:spPr>
          <a:xfrm>
            <a:off x="1201420" y="1315720"/>
            <a:ext cx="9484360" cy="5264785"/>
          </a:xfrm>
          <a:prstGeom prst="rect">
            <a:avLst/>
          </a:prstGeom>
        </p:spPr>
      </p:pic>
      <p:sp>
        <p:nvSpPr>
          <p:cNvPr id="2" name="标题 1">
            <a:extLst>
              <a:ext uri="{FF2B5EF4-FFF2-40B4-BE49-F238E27FC236}">
                <a16:creationId xmlns:a16="http://schemas.microsoft.com/office/drawing/2014/main" id="{B68E0195-D56A-62AD-4E73-AF8CB2206616}"/>
              </a:ext>
            </a:extLst>
          </p:cNvPr>
          <p:cNvSpPr>
            <a:spLocks noGrp="1"/>
          </p:cNvSpPr>
          <p:nvPr>
            <p:ph type="title"/>
          </p:nvPr>
        </p:nvSpPr>
        <p:spPr>
          <a:xfrm>
            <a:off x="551319" y="354647"/>
            <a:ext cx="8825594" cy="460375"/>
          </a:xfrm>
        </p:spPr>
        <p:txBody>
          <a:bodyPr>
            <a:normAutofit/>
          </a:bodyPr>
          <a:lstStyle/>
          <a:p>
            <a:r>
              <a:rPr lang="en-US" altLang="ja-JP" sz="2400" dirty="0">
                <a:sym typeface="+mn-ea"/>
              </a:rPr>
              <a:t>5</a:t>
            </a:r>
            <a:r>
              <a:rPr lang="en-US" altLang="zh-CN" sz="2400" dirty="0">
                <a:sym typeface="+mn-ea"/>
              </a:rPr>
              <a:t>-</a:t>
            </a:r>
            <a:r>
              <a:rPr lang="en-US" altLang="ja-JP" sz="2400" dirty="0">
                <a:sym typeface="+mn-ea"/>
              </a:rPr>
              <a:t>3-5</a:t>
            </a:r>
            <a:r>
              <a:rPr lang="en-US" altLang="zh-CN" sz="2400" dirty="0">
                <a:sym typeface="+mn-ea"/>
              </a:rPr>
              <a:t> </a:t>
            </a:r>
            <a:r>
              <a:rPr lang="zh-CN" altLang="en-US" sz="2400" dirty="0"/>
              <a:t>板块、主题和行业</a:t>
            </a:r>
            <a:r>
              <a:rPr lang="en-US" altLang="zh-CN" sz="2400" dirty="0"/>
              <a:t>-</a:t>
            </a:r>
            <a:r>
              <a:rPr lang="zh-CN" altLang="en-US" sz="2400" dirty="0">
                <a:sym typeface="+mn-ea"/>
              </a:rPr>
              <a:t>行业</a:t>
            </a:r>
            <a:r>
              <a:rPr lang="en-US" altLang="zh-CN" sz="2400" dirty="0">
                <a:sym typeface="+mn-ea"/>
              </a:rPr>
              <a:t>-</a:t>
            </a:r>
            <a:r>
              <a:rPr lang="zh-CN" altLang="en-US" sz="2400" dirty="0">
                <a:sym typeface="+mn-ea"/>
              </a:rPr>
              <a:t>行业对比分析</a:t>
            </a:r>
            <a:r>
              <a:rPr lang="en-US" altLang="zh-CN" sz="2400" dirty="0">
                <a:sym typeface="+mn-ea"/>
              </a:rPr>
              <a:t>-</a:t>
            </a:r>
            <a:r>
              <a:rPr lang="zh-CN" altLang="en-US" sz="2400" dirty="0"/>
              <a:t>投资时钟</a:t>
            </a:r>
          </a:p>
        </p:txBody>
      </p:sp>
      <p:sp>
        <p:nvSpPr>
          <p:cNvPr id="3" name="线形标注 2(带强调线) 3">
            <a:extLst>
              <a:ext uri="{FF2B5EF4-FFF2-40B4-BE49-F238E27FC236}">
                <a16:creationId xmlns:a16="http://schemas.microsoft.com/office/drawing/2014/main" id="{229A94B2-86DD-025C-A5D8-07BE133EB421}"/>
              </a:ext>
            </a:extLst>
          </p:cNvPr>
          <p:cNvSpPr/>
          <p:nvPr>
            <p:custDataLst>
              <p:tags r:id="rId2"/>
            </p:custDataLst>
          </p:nvPr>
        </p:nvSpPr>
        <p:spPr>
          <a:xfrm>
            <a:off x="4273550" y="2560713"/>
            <a:ext cx="2648137" cy="997005"/>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charset="-122"/>
                <a:ea typeface="微软雅黑" panose="020B0503020204020204" charset="-122"/>
                <a:cs typeface="微软雅黑" panose="020B0503020204020204" charset="-122"/>
                <a:sym typeface="+mn-ea"/>
              </a:rPr>
              <a:t>功能特色：（竞品无此功能）</a:t>
            </a: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a:t>
            </a:r>
            <a:r>
              <a:rPr lang="zh-CN" altLang="en-US" sz="1200" dirty="0">
                <a:latin typeface="微软雅黑" panose="020B0503020204020204" charset="-122"/>
                <a:ea typeface="微软雅黑" panose="020B0503020204020204" charset="-122"/>
                <a:cs typeface="微软雅黑" panose="020B0503020204020204" charset="-122"/>
                <a:sym typeface="+mn-ea"/>
              </a:rPr>
              <a:t>、覆盖各类经济周期</a:t>
            </a:r>
            <a:endParaRPr lang="en-US" altLang="zh-CN" sz="1200" dirty="0">
              <a:latin typeface="微软雅黑" panose="020B0503020204020204" charset="-122"/>
              <a:ea typeface="微软雅黑" panose="020B0503020204020204" charset="-122"/>
              <a:cs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2</a:t>
            </a:r>
            <a:r>
              <a:rPr lang="zh-CN" altLang="en-US" sz="1200" dirty="0">
                <a:latin typeface="微软雅黑" panose="020B0503020204020204" charset="-122"/>
                <a:ea typeface="微软雅黑" panose="020B0503020204020204" charset="-122"/>
                <a:cs typeface="微软雅黑" panose="020B0503020204020204" charset="-122"/>
                <a:sym typeface="+mn-ea"/>
              </a:rPr>
              <a:t>、年化收益率统计、波动率统计</a:t>
            </a:r>
            <a:endParaRPr lang="en-US" altLang="zh-CN" sz="1200" dirty="0">
              <a:latin typeface="微软雅黑" panose="020B0503020204020204" charset="-122"/>
              <a:ea typeface="微软雅黑" panose="020B0503020204020204" charset="-122"/>
              <a:cs typeface="微软雅黑" panose="020B0503020204020204" charset="-122"/>
              <a:sym typeface="+mn-ea"/>
            </a:endParaRPr>
          </a:p>
        </p:txBody>
      </p:sp>
      <p:sp>
        <p:nvSpPr>
          <p:cNvPr id="4" name="矩形 3">
            <a:extLst>
              <a:ext uri="{FF2B5EF4-FFF2-40B4-BE49-F238E27FC236}">
                <a16:creationId xmlns:a16="http://schemas.microsoft.com/office/drawing/2014/main" id="{DB721B39-1EF6-ABAC-A0D1-AB6C9B0E1065}"/>
              </a:ext>
            </a:extLst>
          </p:cNvPr>
          <p:cNvSpPr/>
          <p:nvPr>
            <p:custDataLst>
              <p:tags r:id="rId3"/>
            </p:custDataLst>
          </p:nvPr>
        </p:nvSpPr>
        <p:spPr>
          <a:xfrm>
            <a:off x="1201420" y="814705"/>
            <a:ext cx="9484360" cy="412115"/>
          </a:xfrm>
          <a:prstGeom prst="rect">
            <a:avLst/>
          </a:prstGeom>
          <a:noFill/>
          <a:ln w="28575">
            <a:solidFill>
              <a:srgbClr val="990000"/>
            </a:solidFill>
            <a:prstDash val="sysDot"/>
          </a:ln>
          <a:extLst>
            <a:ext uri="{909E8E84-426E-40DD-AFC4-6F175D3DCCD1}">
              <a14:hiddenFill xmlns:a14="http://schemas.microsoft.com/office/drawing/2010/main">
                <a:solidFill>
                  <a:srgbClr val="99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l">
              <a:buClrTx/>
              <a:buSzTx/>
              <a:buFontTx/>
            </a:pPr>
            <a:r>
              <a:rPr lang="zh-CN" altLang="en-US" sz="1400" dirty="0">
                <a:solidFill>
                  <a:srgbClr val="990000"/>
                </a:solidFill>
                <a:latin typeface="微软雅黑" panose="020B0503020204020204" charset="-122"/>
                <a:ea typeface="微软雅黑" panose="020B0503020204020204" charset="-122"/>
                <a:sym typeface="等线" panose="02010600030101010101" charset="-122"/>
              </a:rPr>
              <a:t>投资时钟：不同经济周期内，各大指数的收益率及波动率情况统计</a:t>
            </a:r>
          </a:p>
        </p:txBody>
      </p:sp>
    </p:spTree>
    <p:custDataLst>
      <p:tags r:id="rId1"/>
    </p:custDataLst>
    <p:extLst>
      <p:ext uri="{BB962C8B-B14F-4D97-AF65-F5344CB8AC3E}">
        <p14:creationId xmlns:p14="http://schemas.microsoft.com/office/powerpoint/2010/main" val="19617430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DE91-DA79-384B-CC78-63328C8C180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77552D9-3C4A-8C54-B514-42E41B784594}"/>
              </a:ext>
            </a:extLst>
          </p:cNvPr>
          <p:cNvSpPr>
            <a:spLocks noGrp="1"/>
          </p:cNvSpPr>
          <p:nvPr>
            <p:ph type="body" sz="quarter" idx="10"/>
          </p:nvPr>
        </p:nvSpPr>
        <p:spPr>
          <a:xfrm>
            <a:off x="8341743" y="3960495"/>
            <a:ext cx="2421507" cy="726440"/>
          </a:xfrm>
        </p:spPr>
        <p:txBody>
          <a:bodyPr/>
          <a:lstStyle/>
          <a:p>
            <a:r>
              <a:rPr lang="en-US" altLang="zh-CN" sz="6000" dirty="0"/>
              <a:t>06</a:t>
            </a:r>
          </a:p>
        </p:txBody>
      </p:sp>
      <p:sp>
        <p:nvSpPr>
          <p:cNvPr id="3" name="文本占位符 2">
            <a:extLst>
              <a:ext uri="{FF2B5EF4-FFF2-40B4-BE49-F238E27FC236}">
                <a16:creationId xmlns:a16="http://schemas.microsoft.com/office/drawing/2014/main" id="{6EC4F943-722C-700F-E65E-DA5C75324FA7}"/>
              </a:ext>
            </a:extLst>
          </p:cNvPr>
          <p:cNvSpPr>
            <a:spLocks noGrp="1"/>
          </p:cNvSpPr>
          <p:nvPr>
            <p:ph type="body" sz="quarter" idx="11"/>
          </p:nvPr>
        </p:nvSpPr>
        <p:spPr>
          <a:xfrm>
            <a:off x="5813632" y="4815482"/>
            <a:ext cx="4880516" cy="535178"/>
          </a:xfrm>
        </p:spPr>
        <p:txBody>
          <a:bodyPr/>
          <a:lstStyle/>
          <a:p>
            <a:r>
              <a:rPr lang="zh-CN" altLang="en-US" sz="4400" b="1" u="sng" dirty="0">
                <a:solidFill>
                  <a:srgbClr val="990000"/>
                </a:solidFill>
              </a:rPr>
              <a:t>交易</a:t>
            </a:r>
          </a:p>
        </p:txBody>
      </p:sp>
    </p:spTree>
    <p:extLst>
      <p:ext uri="{BB962C8B-B14F-4D97-AF65-F5344CB8AC3E}">
        <p14:creationId xmlns:p14="http://schemas.microsoft.com/office/powerpoint/2010/main" val="22782697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29F60-C097-D0F8-E7EE-91D039527FD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7C83F5-9482-5DAC-18C2-7F608BC5D14F}"/>
              </a:ext>
            </a:extLst>
          </p:cNvPr>
          <p:cNvSpPr>
            <a:spLocks noGrp="1"/>
          </p:cNvSpPr>
          <p:nvPr>
            <p:ph type="title"/>
          </p:nvPr>
        </p:nvSpPr>
        <p:spPr>
          <a:xfrm>
            <a:off x="551319" y="354647"/>
            <a:ext cx="8825594" cy="460375"/>
          </a:xfrm>
        </p:spPr>
        <p:txBody>
          <a:bodyPr>
            <a:normAutofit/>
          </a:bodyPr>
          <a:lstStyle/>
          <a:p>
            <a:r>
              <a:rPr lang="en-US" altLang="zh-CN" sz="2400" dirty="0">
                <a:sym typeface="+mn-ea"/>
              </a:rPr>
              <a:t>6-1</a:t>
            </a:r>
            <a:r>
              <a:rPr lang="ja-JP" altLang="en-US" sz="2400" dirty="0">
                <a:sym typeface="+mn-ea"/>
              </a:rPr>
              <a:t> </a:t>
            </a:r>
            <a:r>
              <a:rPr lang="zh-CN" altLang="en-US" sz="2400" dirty="0">
                <a:sym typeface="+mn-ea"/>
              </a:rPr>
              <a:t>触发条件策略</a:t>
            </a:r>
            <a:endParaRPr lang="zh-CN" altLang="en-US" sz="2400" dirty="0"/>
          </a:p>
        </p:txBody>
      </p:sp>
      <p:pic>
        <p:nvPicPr>
          <p:cNvPr id="9" name="图片 8">
            <a:extLst>
              <a:ext uri="{FF2B5EF4-FFF2-40B4-BE49-F238E27FC236}">
                <a16:creationId xmlns:a16="http://schemas.microsoft.com/office/drawing/2014/main" id="{E9153911-FDD5-C277-5C61-30E75DBA4C4D}"/>
              </a:ext>
            </a:extLst>
          </p:cNvPr>
          <p:cNvPicPr>
            <a:picLocks noChangeAspect="1"/>
          </p:cNvPicPr>
          <p:nvPr/>
        </p:nvPicPr>
        <p:blipFill>
          <a:blip r:embed="rId3"/>
          <a:stretch>
            <a:fillRect/>
          </a:stretch>
        </p:blipFill>
        <p:spPr>
          <a:xfrm>
            <a:off x="561929" y="905774"/>
            <a:ext cx="11068141" cy="5952226"/>
          </a:xfrm>
          <a:prstGeom prst="rect">
            <a:avLst/>
          </a:prstGeom>
        </p:spPr>
      </p:pic>
    </p:spTree>
    <p:custDataLst>
      <p:tags r:id="rId1"/>
    </p:custDataLst>
    <p:extLst>
      <p:ext uri="{BB962C8B-B14F-4D97-AF65-F5344CB8AC3E}">
        <p14:creationId xmlns:p14="http://schemas.microsoft.com/office/powerpoint/2010/main" val="91329251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A340-1270-BD42-0A9E-3205332B06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EA707D-7E66-8B57-4254-1D5668E115A2}"/>
              </a:ext>
            </a:extLst>
          </p:cNvPr>
          <p:cNvSpPr>
            <a:spLocks noGrp="1"/>
          </p:cNvSpPr>
          <p:nvPr>
            <p:ph type="title"/>
          </p:nvPr>
        </p:nvSpPr>
        <p:spPr>
          <a:xfrm>
            <a:off x="551319" y="354647"/>
            <a:ext cx="8825594" cy="460375"/>
          </a:xfrm>
        </p:spPr>
        <p:txBody>
          <a:bodyPr>
            <a:normAutofit/>
          </a:bodyPr>
          <a:lstStyle/>
          <a:p>
            <a:r>
              <a:rPr lang="en-US" altLang="zh-CN" sz="2400" dirty="0">
                <a:sym typeface="+mn-ea"/>
              </a:rPr>
              <a:t>6-2 </a:t>
            </a:r>
            <a:r>
              <a:rPr lang="zh-CN" altLang="en-US" sz="2400" dirty="0">
                <a:sym typeface="+mn-ea"/>
              </a:rPr>
              <a:t>自动交易策略</a:t>
            </a:r>
            <a:endParaRPr lang="zh-CN" altLang="en-US" sz="2400" dirty="0"/>
          </a:p>
        </p:txBody>
      </p:sp>
      <p:pic>
        <p:nvPicPr>
          <p:cNvPr id="4" name="图片 3">
            <a:extLst>
              <a:ext uri="{FF2B5EF4-FFF2-40B4-BE49-F238E27FC236}">
                <a16:creationId xmlns:a16="http://schemas.microsoft.com/office/drawing/2014/main" id="{285C3A7D-0198-C06D-7CA3-05B41DAD015A}"/>
              </a:ext>
            </a:extLst>
          </p:cNvPr>
          <p:cNvPicPr>
            <a:picLocks noChangeAspect="1"/>
          </p:cNvPicPr>
          <p:nvPr/>
        </p:nvPicPr>
        <p:blipFill>
          <a:blip r:embed="rId3"/>
          <a:stretch>
            <a:fillRect/>
          </a:stretch>
        </p:blipFill>
        <p:spPr>
          <a:xfrm>
            <a:off x="556562" y="905774"/>
            <a:ext cx="11078876" cy="5952226"/>
          </a:xfrm>
          <a:prstGeom prst="rect">
            <a:avLst/>
          </a:prstGeom>
        </p:spPr>
      </p:pic>
    </p:spTree>
    <p:custDataLst>
      <p:tags r:id="rId1"/>
    </p:custDataLst>
    <p:extLst>
      <p:ext uri="{BB962C8B-B14F-4D97-AF65-F5344CB8AC3E}">
        <p14:creationId xmlns:p14="http://schemas.microsoft.com/office/powerpoint/2010/main" val="109316715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A34F9-150A-6A39-F0F8-10E7924A54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8C2EF24-DB82-A86B-71F2-64D9119A733A}"/>
              </a:ext>
            </a:extLst>
          </p:cNvPr>
          <p:cNvSpPr>
            <a:spLocks noGrp="1"/>
          </p:cNvSpPr>
          <p:nvPr>
            <p:ph type="title"/>
          </p:nvPr>
        </p:nvSpPr>
        <p:spPr>
          <a:xfrm>
            <a:off x="551319" y="354647"/>
            <a:ext cx="8825594" cy="460375"/>
          </a:xfrm>
        </p:spPr>
        <p:txBody>
          <a:bodyPr>
            <a:normAutofit/>
          </a:bodyPr>
          <a:lstStyle/>
          <a:p>
            <a:r>
              <a:rPr lang="en-US" altLang="zh-CN" sz="2400" dirty="0">
                <a:sym typeface="+mn-ea"/>
              </a:rPr>
              <a:t>6-3 </a:t>
            </a:r>
            <a:r>
              <a:rPr lang="zh-CN" altLang="en-US" sz="2400" dirty="0">
                <a:sym typeface="+mn-ea"/>
              </a:rPr>
              <a:t>程序交易评测系统</a:t>
            </a:r>
            <a:endParaRPr lang="zh-CN" altLang="en-US" sz="2400" dirty="0"/>
          </a:p>
        </p:txBody>
      </p:sp>
      <p:pic>
        <p:nvPicPr>
          <p:cNvPr id="4" name="图片 3">
            <a:extLst>
              <a:ext uri="{FF2B5EF4-FFF2-40B4-BE49-F238E27FC236}">
                <a16:creationId xmlns:a16="http://schemas.microsoft.com/office/drawing/2014/main" id="{0CBDE9C2-5712-EBC2-6580-C47DB7FA8F4A}"/>
              </a:ext>
            </a:extLst>
          </p:cNvPr>
          <p:cNvPicPr>
            <a:picLocks noChangeAspect="1"/>
          </p:cNvPicPr>
          <p:nvPr/>
        </p:nvPicPr>
        <p:blipFill>
          <a:blip r:embed="rId3"/>
          <a:stretch>
            <a:fillRect/>
          </a:stretch>
        </p:blipFill>
        <p:spPr>
          <a:xfrm>
            <a:off x="638355" y="937763"/>
            <a:ext cx="10929667" cy="5920237"/>
          </a:xfrm>
          <a:prstGeom prst="rect">
            <a:avLst/>
          </a:prstGeom>
        </p:spPr>
      </p:pic>
    </p:spTree>
    <p:custDataLst>
      <p:tags r:id="rId1"/>
    </p:custDataLst>
    <p:extLst>
      <p:ext uri="{BB962C8B-B14F-4D97-AF65-F5344CB8AC3E}">
        <p14:creationId xmlns:p14="http://schemas.microsoft.com/office/powerpoint/2010/main" val="351309438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0BEF-F1A4-9CCF-45E6-04EF5FE511B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F48B76-351B-46D4-7263-990FD08923A4}"/>
              </a:ext>
            </a:extLst>
          </p:cNvPr>
          <p:cNvSpPr>
            <a:spLocks noGrp="1"/>
          </p:cNvSpPr>
          <p:nvPr>
            <p:ph type="title"/>
          </p:nvPr>
        </p:nvSpPr>
        <p:spPr>
          <a:xfrm>
            <a:off x="551319" y="354647"/>
            <a:ext cx="8825594" cy="460375"/>
          </a:xfrm>
        </p:spPr>
        <p:txBody>
          <a:bodyPr>
            <a:normAutofit/>
          </a:bodyPr>
          <a:lstStyle/>
          <a:p>
            <a:r>
              <a:rPr lang="en-US" altLang="zh-CN" sz="2400" dirty="0">
                <a:sym typeface="+mn-ea"/>
              </a:rPr>
              <a:t>6-4 </a:t>
            </a:r>
            <a:r>
              <a:rPr lang="zh-CN" altLang="en-US" sz="2400" dirty="0">
                <a:sym typeface="+mn-ea"/>
              </a:rPr>
              <a:t>组合策略</a:t>
            </a:r>
            <a:endParaRPr lang="zh-CN" altLang="en-US" sz="2400" dirty="0"/>
          </a:p>
        </p:txBody>
      </p:sp>
      <p:pic>
        <p:nvPicPr>
          <p:cNvPr id="4" name="图片 3">
            <a:extLst>
              <a:ext uri="{FF2B5EF4-FFF2-40B4-BE49-F238E27FC236}">
                <a16:creationId xmlns:a16="http://schemas.microsoft.com/office/drawing/2014/main" id="{7F43D4C8-4343-1BBC-C67E-FD305A5035CC}"/>
              </a:ext>
            </a:extLst>
          </p:cNvPr>
          <p:cNvPicPr>
            <a:picLocks noChangeAspect="1"/>
          </p:cNvPicPr>
          <p:nvPr/>
        </p:nvPicPr>
        <p:blipFill>
          <a:blip r:embed="rId3"/>
          <a:stretch>
            <a:fillRect/>
          </a:stretch>
        </p:blipFill>
        <p:spPr>
          <a:xfrm>
            <a:off x="551319" y="815022"/>
            <a:ext cx="11156267" cy="6042978"/>
          </a:xfrm>
          <a:prstGeom prst="rect">
            <a:avLst/>
          </a:prstGeom>
        </p:spPr>
      </p:pic>
    </p:spTree>
    <p:custDataLst>
      <p:tags r:id="rId1"/>
    </p:custDataLst>
    <p:extLst>
      <p:ext uri="{BB962C8B-B14F-4D97-AF65-F5344CB8AC3E}">
        <p14:creationId xmlns:p14="http://schemas.microsoft.com/office/powerpoint/2010/main" val="28073857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341743" y="3960495"/>
            <a:ext cx="2421507" cy="726440"/>
          </a:xfrm>
        </p:spPr>
        <p:txBody>
          <a:bodyPr/>
          <a:lstStyle/>
          <a:p>
            <a:r>
              <a:rPr lang="en-US" altLang="zh-CN" sz="6000" dirty="0"/>
              <a:t>07</a:t>
            </a:r>
          </a:p>
        </p:txBody>
      </p:sp>
      <p:sp>
        <p:nvSpPr>
          <p:cNvPr id="3" name="文本占位符 2"/>
          <p:cNvSpPr>
            <a:spLocks noGrp="1"/>
          </p:cNvSpPr>
          <p:nvPr>
            <p:ph type="body" sz="quarter" idx="11"/>
          </p:nvPr>
        </p:nvSpPr>
        <p:spPr>
          <a:xfrm>
            <a:off x="5813632" y="4815482"/>
            <a:ext cx="4880516" cy="535178"/>
          </a:xfrm>
        </p:spPr>
        <p:txBody>
          <a:bodyPr/>
          <a:lstStyle/>
          <a:p>
            <a:r>
              <a:rPr lang="zh-CN" altLang="en-US" sz="4400" b="1" u="sng" dirty="0">
                <a:solidFill>
                  <a:srgbClr val="990000"/>
                </a:solidFill>
              </a:rPr>
              <a:t>智能与便利</a:t>
            </a:r>
          </a:p>
        </p:txBody>
      </p:sp>
    </p:spTree>
    <p:extLst>
      <p:ext uri="{BB962C8B-B14F-4D97-AF65-F5344CB8AC3E}">
        <p14:creationId xmlns:p14="http://schemas.microsoft.com/office/powerpoint/2010/main" val="24834477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rtlCol="0">
            <a:normAutofit fontScale="90000"/>
          </a:bodyPr>
          <a:lstStyle/>
          <a:p>
            <a:pPr lvl="0" algn="l">
              <a:buClrTx/>
              <a:buSzTx/>
              <a:buFontTx/>
            </a:pPr>
            <a:r>
              <a:rPr kumimoji="1" lang="en-US" altLang="zh-CN" sz="2800" b="1" dirty="0">
                <a:solidFill>
                  <a:srgbClr val="9A0000"/>
                </a:solidFill>
                <a:latin typeface="微软雅黑" panose="020B0503020204020204" charset="-122"/>
                <a:ea typeface="微软雅黑" panose="020B0503020204020204" charset="-122"/>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-excel</a:t>
            </a:r>
            <a:r>
              <a:rPr kumimoji="1" lang="zh-CN" altLang="en-US" sz="2800" b="1" dirty="0">
                <a:solidFill>
                  <a:srgbClr val="9A0000"/>
                </a:solidFill>
                <a:latin typeface="微软雅黑" panose="020B0503020204020204" charset="-122"/>
                <a:ea typeface="微软雅黑" panose="020B0503020204020204" charset="-122"/>
                <a:sym typeface="+mn-ea"/>
              </a:rPr>
              <a:t>插件</a:t>
            </a:r>
          </a:p>
        </p:txBody>
      </p:sp>
      <p:sp>
        <p:nvSpPr>
          <p:cNvPr id="3" name="文本占位符 2"/>
          <p:cNvSpPr>
            <a:spLocks noGrp="1"/>
          </p:cNvSpPr>
          <p:nvPr>
            <p:ph type="body" sz="quarter" idx="13"/>
          </p:nvPr>
        </p:nvSpPr>
        <p:spPr/>
        <p:txBody>
          <a:bodyPr/>
          <a:lstStyle/>
          <a:p>
            <a:r>
              <a:rPr lang="zh-CN" altLang="en-US"/>
              <a:t>函数搜索</a:t>
            </a:r>
          </a:p>
        </p:txBody>
      </p:sp>
      <p:sp>
        <p:nvSpPr>
          <p:cNvPr id="4" name="文本占位符 3"/>
          <p:cNvSpPr>
            <a:spLocks noGrp="1"/>
          </p:cNvSpPr>
          <p:nvPr>
            <p:ph type="body" sz="quarter" idx="14"/>
          </p:nvPr>
        </p:nvSpPr>
        <p:spPr/>
        <p:txBody>
          <a:bodyPr/>
          <a:lstStyle/>
          <a:p>
            <a:r>
              <a:rPr lang="zh-CN" altLang="en-US"/>
              <a:t>历史行情</a:t>
            </a:r>
          </a:p>
        </p:txBody>
      </p:sp>
      <p:sp>
        <p:nvSpPr>
          <p:cNvPr id="5" name="文本占位符 4"/>
          <p:cNvSpPr>
            <a:spLocks noGrp="1"/>
          </p:cNvSpPr>
          <p:nvPr>
            <p:ph type="body" sz="quarter" idx="15"/>
          </p:nvPr>
        </p:nvSpPr>
        <p:spPr/>
        <p:txBody>
          <a:bodyPr/>
          <a:lstStyle/>
          <a:p>
            <a:r>
              <a:rPr lang="zh-CN" altLang="en-US"/>
              <a:t>实时行情</a:t>
            </a:r>
          </a:p>
        </p:txBody>
      </p:sp>
      <p:sp>
        <p:nvSpPr>
          <p:cNvPr id="6" name="文本占位符 5"/>
          <p:cNvSpPr>
            <a:spLocks noGrp="1"/>
          </p:cNvSpPr>
          <p:nvPr>
            <p:ph type="body" sz="quarter" idx="17"/>
          </p:nvPr>
        </p:nvSpPr>
        <p:spPr/>
        <p:txBody>
          <a:bodyPr/>
          <a:lstStyle/>
          <a:p>
            <a:r>
              <a:rPr lang="zh-CN" altLang="en-US"/>
              <a:t>财务报表</a:t>
            </a:r>
          </a:p>
        </p:txBody>
      </p:sp>
      <p:sp>
        <p:nvSpPr>
          <p:cNvPr id="7" name="文本占位符 6"/>
          <p:cNvSpPr>
            <a:spLocks noGrp="1"/>
          </p:cNvSpPr>
          <p:nvPr>
            <p:ph type="body" sz="quarter" idx="19"/>
          </p:nvPr>
        </p:nvSpPr>
        <p:spPr/>
        <p:txBody>
          <a:bodyPr/>
          <a:lstStyle/>
          <a:p>
            <a:r>
              <a:rPr lang="en-US" altLang="zh-CN"/>
              <a:t>e</a:t>
            </a:r>
            <a:r>
              <a:rPr lang="zh-CN" altLang="en-US"/>
              <a:t>db数据</a:t>
            </a:r>
          </a:p>
        </p:txBody>
      </p:sp>
      <p:sp>
        <p:nvSpPr>
          <p:cNvPr id="8" name="文本占位符 7"/>
          <p:cNvSpPr>
            <a:spLocks noGrp="1"/>
          </p:cNvSpPr>
          <p:nvPr>
            <p:ph type="body" sz="quarter" idx="21"/>
          </p:nvPr>
        </p:nvSpPr>
        <p:spPr/>
        <p:txBody>
          <a:bodyPr/>
          <a:lstStyle/>
          <a:p>
            <a:r>
              <a:rPr lang="zh-CN" altLang="en-US"/>
              <a:t>专题统计</a:t>
            </a:r>
          </a:p>
        </p:txBody>
      </p:sp>
      <p:sp>
        <p:nvSpPr>
          <p:cNvPr id="9" name="文本占位符 8"/>
          <p:cNvSpPr>
            <a:spLocks noGrp="1"/>
          </p:cNvSpPr>
          <p:nvPr>
            <p:ph type="body" sz="quarter" idx="23"/>
          </p:nvPr>
        </p:nvSpPr>
        <p:spPr/>
        <p:txBody>
          <a:bodyPr/>
          <a:lstStyle/>
          <a:p>
            <a:r>
              <a:rPr lang="zh-CN" altLang="en-US"/>
              <a:t>使用函数搜索查询股票、港股、美股、期货、基金等的数据浏览器指标</a:t>
            </a:r>
          </a:p>
        </p:txBody>
      </p:sp>
      <p:sp>
        <p:nvSpPr>
          <p:cNvPr id="10" name="文本占位符 9"/>
          <p:cNvSpPr>
            <a:spLocks noGrp="1"/>
          </p:cNvSpPr>
          <p:nvPr>
            <p:ph type="body" sz="quarter" idx="24"/>
          </p:nvPr>
        </p:nvSpPr>
        <p:spPr/>
        <p:txBody>
          <a:bodyPr/>
          <a:lstStyle/>
          <a:p>
            <a:r>
              <a:rPr lang="zh-CN" altLang="en-US"/>
              <a:t>查询股票、港股、美股、期货、基金等的历史行情数据和行情图</a:t>
            </a:r>
          </a:p>
        </p:txBody>
      </p:sp>
      <p:sp>
        <p:nvSpPr>
          <p:cNvPr id="11" name="文本占位符 10"/>
          <p:cNvSpPr>
            <a:spLocks noGrp="1"/>
          </p:cNvSpPr>
          <p:nvPr>
            <p:ph type="body" sz="quarter" idx="25"/>
          </p:nvPr>
        </p:nvSpPr>
        <p:spPr/>
        <p:txBody>
          <a:bodyPr/>
          <a:lstStyle/>
          <a:p>
            <a:r>
              <a:rPr lang="zh-CN" altLang="en-US"/>
              <a:t>查询股票、港股、美股、期货、基金等的实时行情数据，南北资金流向数据</a:t>
            </a:r>
          </a:p>
        </p:txBody>
      </p:sp>
      <p:sp>
        <p:nvSpPr>
          <p:cNvPr id="12" name="文本占位符 11"/>
          <p:cNvSpPr>
            <a:spLocks noGrp="1"/>
          </p:cNvSpPr>
          <p:nvPr>
            <p:ph type="body" sz="quarter" idx="26"/>
          </p:nvPr>
        </p:nvSpPr>
        <p:spPr/>
        <p:txBody>
          <a:bodyPr/>
          <a:lstStyle/>
          <a:p>
            <a:r>
              <a:rPr lang="zh-CN" altLang="en-US"/>
              <a:t>查询沪深财报、港股财报、美股财报数据</a:t>
            </a:r>
          </a:p>
        </p:txBody>
      </p:sp>
      <p:sp>
        <p:nvSpPr>
          <p:cNvPr id="13" name="文本占位符 12"/>
          <p:cNvSpPr>
            <a:spLocks noGrp="1"/>
          </p:cNvSpPr>
          <p:nvPr>
            <p:ph type="body" sz="quarter" idx="27"/>
          </p:nvPr>
        </p:nvSpPr>
        <p:spPr/>
        <p:txBody>
          <a:bodyPr/>
          <a:lstStyle/>
          <a:p>
            <a:r>
              <a:rPr lang="zh-CN" altLang="en-US"/>
              <a:t>查询中国宏观、全球宏观、行业经济、商品数据的edb指标数据</a:t>
            </a:r>
          </a:p>
        </p:txBody>
      </p:sp>
      <p:sp>
        <p:nvSpPr>
          <p:cNvPr id="14" name="文本占位符 13"/>
          <p:cNvSpPr>
            <a:spLocks noGrp="1"/>
          </p:cNvSpPr>
          <p:nvPr>
            <p:ph type="body" sz="quarter" idx="28"/>
          </p:nvPr>
        </p:nvSpPr>
        <p:spPr/>
        <p:txBody>
          <a:bodyPr/>
          <a:lstStyle/>
          <a:p>
            <a:r>
              <a:rPr lang="zh-CN" altLang="en-US"/>
              <a:t>查询股票、基金、期货、宏观、行业等的专题数据</a:t>
            </a:r>
          </a:p>
        </p:txBody>
      </p:sp>
    </p:spTree>
    <p:extLst>
      <p:ext uri="{BB962C8B-B14F-4D97-AF65-F5344CB8AC3E}">
        <p14:creationId xmlns:p14="http://schemas.microsoft.com/office/powerpoint/2010/main" val="255938973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2660" b="1" dirty="0">
                <a:solidFill>
                  <a:srgbClr val="9A0000"/>
                </a:solidFill>
                <a:latin typeface="微软雅黑" panose="020B0503020204020204" charset="-122"/>
                <a:ea typeface="微软雅黑" panose="020B0503020204020204" charset="-122"/>
                <a:sym typeface="+mn-ea"/>
              </a:rPr>
              <a:t>7-1 </a:t>
            </a:r>
            <a:r>
              <a:rPr kumimoji="1" lang="zh-CN" altLang="en-US" sz="2400" b="1" dirty="0">
                <a:solidFill>
                  <a:srgbClr val="9A0000"/>
                </a:solidFill>
                <a:latin typeface="微软雅黑" panose="020B0503020204020204" charset="-122"/>
                <a:ea typeface="微软雅黑" panose="020B0503020204020204" charset="-122"/>
                <a:sym typeface="+mn-ea"/>
              </a:rPr>
              <a:t>智能与便利</a:t>
            </a:r>
            <a:r>
              <a:rPr kumimoji="1" lang="en-US" altLang="zh-CN" sz="2400" b="1" dirty="0">
                <a:solidFill>
                  <a:srgbClr val="9A0000"/>
                </a:solidFill>
                <a:latin typeface="微软雅黑" panose="020B0503020204020204" charset="-122"/>
                <a:ea typeface="微软雅黑" panose="020B0503020204020204" charset="-122"/>
                <a:sym typeface="+mn-ea"/>
              </a:rPr>
              <a:t>-excel</a:t>
            </a:r>
            <a:r>
              <a:rPr kumimoji="1" lang="zh-CN" altLang="en-US" sz="2400" b="1" dirty="0">
                <a:solidFill>
                  <a:srgbClr val="9A0000"/>
                </a:solidFill>
                <a:latin typeface="微软雅黑" panose="020B0503020204020204" charset="-122"/>
                <a:ea typeface="微软雅黑" panose="020B0503020204020204" charset="-122"/>
                <a:sym typeface="+mn-ea"/>
              </a:rPr>
              <a:t>插件</a:t>
            </a:r>
            <a:r>
              <a:rPr kumimoji="1" lang="en-US" altLang="zh-CN" sz="2400" b="1" dirty="0">
                <a:solidFill>
                  <a:srgbClr val="9A0000"/>
                </a:solidFill>
                <a:latin typeface="微软雅黑" panose="020B0503020204020204" charset="-122"/>
                <a:ea typeface="微软雅黑" panose="020B0503020204020204" charset="-122"/>
                <a:sym typeface="+mn-ea"/>
              </a:rPr>
              <a:t>-</a:t>
            </a:r>
            <a:r>
              <a:rPr kumimoji="1" lang="zh-CN" altLang="en-US" sz="2660" b="1" dirty="0">
                <a:solidFill>
                  <a:srgbClr val="9A0000"/>
                </a:solidFill>
                <a:latin typeface="微软雅黑" panose="020B0503020204020204" charset="-122"/>
                <a:ea typeface="微软雅黑" panose="020B0503020204020204" charset="-122"/>
                <a:sym typeface="+mn-ea"/>
              </a:rPr>
              <a:t>功能说明</a:t>
            </a:r>
            <a:endParaRPr lang="zh-CN" altLang="en-US" sz="2665" dirty="0">
              <a:latin typeface="微软雅黑" panose="020B0503020204020204" charset="-122"/>
              <a:ea typeface="微软雅黑" panose="020B0503020204020204" charset="-122"/>
              <a:cs typeface="微软雅黑" panose="020B0503020204020204" charset="-122"/>
            </a:endParaRPr>
          </a:p>
        </p:txBody>
      </p:sp>
      <p:sp>
        <p:nvSpPr>
          <p:cNvPr id="3" name="文本占位符 2"/>
          <p:cNvSpPr>
            <a:spLocks noGrp="1"/>
          </p:cNvSpPr>
          <p:nvPr>
            <p:ph type="body" sz="quarter" idx="13"/>
          </p:nvPr>
        </p:nvSpPr>
        <p:spPr/>
        <p:txBody>
          <a:bodyPr/>
          <a:lstStyle/>
          <a:p>
            <a:r>
              <a:rPr lang="zh-CN" altLang="en-US"/>
              <a:t>模板库</a:t>
            </a:r>
          </a:p>
        </p:txBody>
      </p:sp>
      <p:sp>
        <p:nvSpPr>
          <p:cNvPr id="4" name="文本占位符 3"/>
          <p:cNvSpPr>
            <a:spLocks noGrp="1"/>
          </p:cNvSpPr>
          <p:nvPr>
            <p:ph type="body" sz="quarter" idx="14"/>
          </p:nvPr>
        </p:nvSpPr>
        <p:spPr/>
        <p:txBody>
          <a:bodyPr/>
          <a:lstStyle/>
          <a:p>
            <a:r>
              <a:rPr lang="zh-CN" altLang="en-US"/>
              <a:t>插入代码</a:t>
            </a:r>
          </a:p>
        </p:txBody>
      </p:sp>
      <p:sp>
        <p:nvSpPr>
          <p:cNvPr id="5" name="文本占位符 4"/>
          <p:cNvSpPr>
            <a:spLocks noGrp="1"/>
          </p:cNvSpPr>
          <p:nvPr>
            <p:ph type="body" sz="quarter" idx="15"/>
          </p:nvPr>
        </p:nvSpPr>
        <p:spPr/>
        <p:txBody>
          <a:bodyPr/>
          <a:lstStyle/>
          <a:p>
            <a:r>
              <a:rPr lang="zh-CN" altLang="en-US"/>
              <a:t>插入日期</a:t>
            </a:r>
          </a:p>
        </p:txBody>
      </p:sp>
      <p:sp>
        <p:nvSpPr>
          <p:cNvPr id="6" name="文本占位符 5"/>
          <p:cNvSpPr>
            <a:spLocks noGrp="1"/>
          </p:cNvSpPr>
          <p:nvPr>
            <p:ph type="body" sz="quarter" idx="17"/>
          </p:nvPr>
        </p:nvSpPr>
        <p:spPr/>
        <p:txBody>
          <a:bodyPr/>
          <a:lstStyle/>
          <a:p>
            <a:r>
              <a:rPr lang="zh-CN" altLang="en-US"/>
              <a:t>保存快照</a:t>
            </a:r>
          </a:p>
        </p:txBody>
      </p:sp>
      <p:sp>
        <p:nvSpPr>
          <p:cNvPr id="7" name="文本占位符 6"/>
          <p:cNvSpPr>
            <a:spLocks noGrp="1"/>
          </p:cNvSpPr>
          <p:nvPr>
            <p:ph type="body" sz="quarter" idx="19"/>
          </p:nvPr>
        </p:nvSpPr>
        <p:spPr/>
        <p:txBody>
          <a:bodyPr/>
          <a:lstStyle/>
          <a:p>
            <a:r>
              <a:t>刷新函数</a:t>
            </a:r>
          </a:p>
        </p:txBody>
      </p:sp>
      <p:sp>
        <p:nvSpPr>
          <p:cNvPr id="8" name="文本占位符 7"/>
          <p:cNvSpPr>
            <a:spLocks noGrp="1"/>
          </p:cNvSpPr>
          <p:nvPr>
            <p:ph type="body" sz="quarter" idx="21"/>
          </p:nvPr>
        </p:nvSpPr>
        <p:spPr/>
        <p:txBody>
          <a:bodyPr/>
          <a:lstStyle/>
          <a:p>
            <a:r>
              <a:rPr lang="zh-CN" altLang="en-US"/>
              <a:t>函数编辑</a:t>
            </a:r>
          </a:p>
        </p:txBody>
      </p:sp>
      <p:sp>
        <p:nvSpPr>
          <p:cNvPr id="9" name="文本占位符 8"/>
          <p:cNvSpPr>
            <a:spLocks noGrp="1"/>
          </p:cNvSpPr>
          <p:nvPr>
            <p:ph type="body" sz="quarter" idx="23"/>
          </p:nvPr>
        </p:nvSpPr>
        <p:spPr/>
        <p:txBody>
          <a:bodyPr/>
          <a:lstStyle/>
          <a:p>
            <a:r>
              <a:rPr lang="zh-CN" altLang="en-US"/>
              <a:t>通达信内置的一些模板库，方便用户使用，用户也可以自行保存模板库</a:t>
            </a:r>
          </a:p>
        </p:txBody>
      </p:sp>
      <p:sp>
        <p:nvSpPr>
          <p:cNvPr id="10" name="文本占位符 9"/>
          <p:cNvSpPr>
            <a:spLocks noGrp="1"/>
          </p:cNvSpPr>
          <p:nvPr>
            <p:ph type="body" sz="quarter" idx="24"/>
          </p:nvPr>
        </p:nvSpPr>
        <p:spPr/>
        <p:txBody>
          <a:bodyPr/>
          <a:lstStyle/>
          <a:p>
            <a:r>
              <a:rPr lang="zh-CN" altLang="en-US"/>
              <a:t>插入</a:t>
            </a:r>
            <a:r>
              <a:rPr lang="zh-CN" altLang="en-US">
                <a:sym typeface="+mn-ea"/>
              </a:rPr>
              <a:t>股票、港股、美股、期货、基金等的代码和简称</a:t>
            </a:r>
            <a:endParaRPr lang="zh-CN" altLang="en-US"/>
          </a:p>
        </p:txBody>
      </p:sp>
      <p:sp>
        <p:nvSpPr>
          <p:cNvPr id="11" name="文本占位符 10"/>
          <p:cNvSpPr>
            <a:spLocks noGrp="1"/>
          </p:cNvSpPr>
          <p:nvPr>
            <p:ph type="body" sz="quarter" idx="25"/>
          </p:nvPr>
        </p:nvSpPr>
        <p:spPr/>
        <p:txBody>
          <a:bodyPr/>
          <a:lstStyle/>
          <a:p>
            <a:r>
              <a:rPr lang="zh-CN" altLang="en-US"/>
              <a:t>插入日期、第N个交易日、区间交易日数等</a:t>
            </a:r>
          </a:p>
        </p:txBody>
      </p:sp>
      <p:sp>
        <p:nvSpPr>
          <p:cNvPr id="12" name="文本占位符 11"/>
          <p:cNvSpPr>
            <a:spLocks noGrp="1"/>
          </p:cNvSpPr>
          <p:nvPr>
            <p:ph type="body" sz="quarter" idx="26"/>
          </p:nvPr>
        </p:nvSpPr>
        <p:spPr/>
        <p:txBody>
          <a:bodyPr/>
          <a:lstStyle/>
          <a:p>
            <a:r>
              <a:rPr lang="zh-CN" altLang="en-US"/>
              <a:t>保存当前sheet、保存当前文件、保存指定sheet等</a:t>
            </a:r>
          </a:p>
        </p:txBody>
      </p:sp>
      <p:sp>
        <p:nvSpPr>
          <p:cNvPr id="13" name="文本占位符 12"/>
          <p:cNvSpPr>
            <a:spLocks noGrp="1"/>
          </p:cNvSpPr>
          <p:nvPr>
            <p:ph type="body" sz="quarter" idx="27"/>
          </p:nvPr>
        </p:nvSpPr>
        <p:spPr/>
        <p:txBody>
          <a:bodyPr/>
          <a:lstStyle/>
          <a:p>
            <a:r>
              <a:rPr lang="zh-CN" altLang="en-US"/>
              <a:t>刷新当前函数数值</a:t>
            </a:r>
          </a:p>
        </p:txBody>
      </p:sp>
      <p:sp>
        <p:nvSpPr>
          <p:cNvPr id="14" name="文本占位符 13"/>
          <p:cNvSpPr>
            <a:spLocks noGrp="1"/>
          </p:cNvSpPr>
          <p:nvPr>
            <p:ph type="body" sz="quarter" idx="28"/>
          </p:nvPr>
        </p:nvSpPr>
        <p:spPr/>
        <p:txBody>
          <a:bodyPr/>
          <a:lstStyle/>
          <a:p>
            <a:r>
              <a:rPr lang="zh-CN" altLang="en-US"/>
              <a:t>编辑已有函数</a:t>
            </a:r>
          </a:p>
        </p:txBody>
      </p:sp>
    </p:spTree>
    <p:extLst>
      <p:ext uri="{BB962C8B-B14F-4D97-AF65-F5344CB8AC3E}">
        <p14:creationId xmlns:p14="http://schemas.microsoft.com/office/powerpoint/2010/main" val="64479071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-excel</a:t>
            </a:r>
            <a:r>
              <a:rPr kumimoji="1" lang="zh-CN" altLang="en-US" sz="2800" b="1" dirty="0">
                <a:solidFill>
                  <a:srgbClr val="9A0000"/>
                </a:solidFill>
                <a:latin typeface="微软雅黑" panose="020B0503020204020204" charset="-122"/>
                <a:ea typeface="微软雅黑" panose="020B0503020204020204" charset="-122"/>
                <a:sym typeface="+mn-ea"/>
              </a:rPr>
              <a:t>插件</a:t>
            </a:r>
            <a:r>
              <a:rPr kumimoji="1" lang="en-US" altLang="zh-CN" sz="2800" b="1" dirty="0">
                <a:solidFill>
                  <a:srgbClr val="9A0000"/>
                </a:solidFill>
                <a:latin typeface="微软雅黑" panose="020B0503020204020204" charset="-122"/>
                <a:ea typeface="微软雅黑" panose="020B0503020204020204" charset="-122"/>
                <a:sym typeface="+mn-ea"/>
              </a:rPr>
              <a:t>-</a:t>
            </a:r>
            <a:r>
              <a:rPr kumimoji="1" lang="zh-CN" altLang="en-US" dirty="0">
                <a:sym typeface="+mn-ea"/>
              </a:rPr>
              <a:t>概览</a:t>
            </a:r>
            <a:br>
              <a:rPr lang="zh-CN" altLang="en-US" dirty="0">
                <a:latin typeface="微软雅黑" panose="020B0503020204020204" charset="-122"/>
                <a:ea typeface="微软雅黑" panose="020B0503020204020204" charset="-122"/>
                <a:cs typeface="微软雅黑" panose="020B0503020204020204" charset="-122"/>
              </a:rPr>
            </a:br>
            <a:br>
              <a:rPr lang="zh-CN" altLang="en-US" dirty="0"/>
            </a:br>
            <a:endParaRPr lang="zh-CN" altLang="en-US" dirty="0"/>
          </a:p>
        </p:txBody>
      </p:sp>
      <p:sp>
        <p:nvSpPr>
          <p:cNvPr id="3" name="文本占位符 2"/>
          <p:cNvSpPr>
            <a:spLocks noGrp="1"/>
          </p:cNvSpPr>
          <p:nvPr>
            <p:ph type="body" sz="quarter" idx="11"/>
          </p:nvPr>
        </p:nvSpPr>
        <p:spPr/>
        <p:txBody>
          <a:bodyPr/>
          <a:lstStyle/>
          <a:p>
            <a:r>
              <a:rPr lang="zh-CN" altLang="en-US"/>
              <a:t>行情数据</a:t>
            </a:r>
          </a:p>
        </p:txBody>
      </p:sp>
      <p:sp>
        <p:nvSpPr>
          <p:cNvPr id="4" name="文本占位符 3"/>
          <p:cNvSpPr>
            <a:spLocks noGrp="1"/>
          </p:cNvSpPr>
          <p:nvPr>
            <p:ph type="body" sz="quarter" idx="20"/>
          </p:nvPr>
        </p:nvSpPr>
        <p:spPr/>
        <p:txBody>
          <a:bodyPr/>
          <a:lstStyle/>
          <a:p>
            <a:pPr algn="l">
              <a:lnSpc>
                <a:spcPct val="150000"/>
              </a:lnSpc>
              <a:buFont typeface="Wingdings" panose="05000000000000000000" charset="0"/>
            </a:pPr>
            <a:r>
              <a:rPr lang="zh-CN" altLang="zh-CN" sz="1600" dirty="0">
                <a:solidFill>
                  <a:schemeClr val="tx1">
                    <a:lumMod val="90000"/>
                    <a:lumOff val="10000"/>
                  </a:schemeClr>
                </a:solidFill>
                <a:cs typeface="微软雅黑" panose="020B0503020204020204" charset="-122"/>
                <a:sym typeface="Lato Light" charset="0"/>
              </a:rPr>
              <a:t>支持实时行情、历史行情、</a:t>
            </a:r>
            <a:r>
              <a:rPr lang="en-US" altLang="zh-CN" sz="1600" dirty="0">
                <a:solidFill>
                  <a:schemeClr val="tx1">
                    <a:lumMod val="90000"/>
                    <a:lumOff val="10000"/>
                  </a:schemeClr>
                </a:solidFill>
                <a:cs typeface="微软雅黑" panose="020B0503020204020204" charset="-122"/>
                <a:sym typeface="Lato Light" charset="0"/>
              </a:rPr>
              <a:t>edb</a:t>
            </a:r>
            <a:r>
              <a:rPr lang="zh-CN" altLang="en-US" sz="1600" dirty="0">
                <a:solidFill>
                  <a:schemeClr val="tx1">
                    <a:lumMod val="90000"/>
                    <a:lumOff val="10000"/>
                  </a:schemeClr>
                </a:solidFill>
                <a:cs typeface="微软雅黑" panose="020B0503020204020204" charset="-122"/>
                <a:sym typeface="Lato Light" charset="0"/>
              </a:rPr>
              <a:t>等数据提取</a:t>
            </a:r>
            <a:endParaRPr lang="zh-CN" altLang="zh-CN" sz="1600" dirty="0">
              <a:solidFill>
                <a:schemeClr val="tx1">
                  <a:lumMod val="90000"/>
                  <a:lumOff val="10000"/>
                </a:schemeClr>
              </a:solidFill>
              <a:latin typeface="微软雅黑" panose="020B0503020204020204" charset="-122"/>
              <a:ea typeface="微软雅黑" panose="020B0503020204020204" charset="-122"/>
              <a:cs typeface="微软雅黑" panose="020B0503020204020204" charset="-122"/>
              <a:sym typeface="Lato Light" charset="0"/>
            </a:endParaRPr>
          </a:p>
          <a:p>
            <a:endParaRPr lang="zh-CN" altLang="zh-CN" sz="1600" dirty="0">
              <a:solidFill>
                <a:schemeClr val="tx1">
                  <a:lumMod val="90000"/>
                  <a:lumOff val="10000"/>
                </a:schemeClr>
              </a:solidFill>
              <a:latin typeface="微软雅黑" panose="020B0503020204020204" charset="-122"/>
              <a:ea typeface="微软雅黑" panose="020B0503020204020204" charset="-122"/>
              <a:cs typeface="微软雅黑" panose="020B0503020204020204" charset="-122"/>
              <a:sym typeface="Lato Light" charset="0"/>
            </a:endParaRPr>
          </a:p>
        </p:txBody>
      </p:sp>
      <p:sp>
        <p:nvSpPr>
          <p:cNvPr id="6" name="文本占位符 5"/>
          <p:cNvSpPr>
            <a:spLocks noGrp="1"/>
          </p:cNvSpPr>
          <p:nvPr>
            <p:ph type="body" sz="quarter" idx="21"/>
          </p:nvPr>
        </p:nvSpPr>
        <p:spPr/>
        <p:txBody>
          <a:bodyPr/>
          <a:lstStyle/>
          <a:p>
            <a:r>
              <a:rPr lang="zh-CN" altLang="en-US"/>
              <a:t>海量数据获取</a:t>
            </a:r>
          </a:p>
        </p:txBody>
      </p:sp>
      <p:sp>
        <p:nvSpPr>
          <p:cNvPr id="7" name="文本占位符 6"/>
          <p:cNvSpPr>
            <a:spLocks noGrp="1"/>
          </p:cNvSpPr>
          <p:nvPr>
            <p:ph type="body" sz="quarter" idx="22"/>
          </p:nvPr>
        </p:nvSpPr>
        <p:spPr/>
        <p:txBody>
          <a:bodyPr vert="horz" rtlCol="0"/>
          <a:lstStyle/>
          <a:p>
            <a:pPr lvl="0" algn="l">
              <a:lnSpc>
                <a:spcPct val="150000"/>
              </a:lnSpc>
              <a:buClrTx/>
              <a:buSzTx/>
              <a:buFont typeface="Wingdings" panose="05000000000000000000" charset="0"/>
            </a:pPr>
            <a:r>
              <a:rPr lang="zh-CN" altLang="zh-CN" sz="1600" dirty="0">
                <a:solidFill>
                  <a:schemeClr val="tx1">
                    <a:lumMod val="90000"/>
                    <a:lumOff val="10000"/>
                  </a:schemeClr>
                </a:solidFill>
                <a:cs typeface="微软雅黑" panose="020B0503020204020204" charset="-122"/>
                <a:sym typeface="Lato Light" charset="0"/>
              </a:rPr>
              <a:t>财务数据轻松获取</a:t>
            </a:r>
          </a:p>
          <a:p>
            <a:pPr lvl="0" algn="l">
              <a:lnSpc>
                <a:spcPct val="150000"/>
              </a:lnSpc>
              <a:buClrTx/>
              <a:buSzTx/>
              <a:buFont typeface="Wingdings" panose="05000000000000000000" charset="0"/>
            </a:pPr>
            <a:r>
              <a:rPr lang="zh-CN" altLang="zh-CN" sz="1600" dirty="0">
                <a:solidFill>
                  <a:schemeClr val="tx1">
                    <a:lumMod val="90000"/>
                    <a:lumOff val="10000"/>
                  </a:schemeClr>
                </a:solidFill>
                <a:cs typeface="微软雅黑" panose="020B0503020204020204" charset="-122"/>
                <a:sym typeface="+mn-ea"/>
              </a:rPr>
              <a:t>专题、edb数据获取</a:t>
            </a:r>
          </a:p>
        </p:txBody>
      </p:sp>
      <p:sp>
        <p:nvSpPr>
          <p:cNvPr id="8" name="文本占位符 7"/>
          <p:cNvSpPr>
            <a:spLocks noGrp="1"/>
          </p:cNvSpPr>
          <p:nvPr>
            <p:ph type="body" sz="quarter" idx="23"/>
          </p:nvPr>
        </p:nvSpPr>
        <p:spPr/>
        <p:txBody>
          <a:bodyPr/>
          <a:lstStyle/>
          <a:p>
            <a:r>
              <a:rPr lang="zh-CN" altLang="en-US"/>
              <a:t>自定义报表设计</a:t>
            </a:r>
          </a:p>
        </p:txBody>
      </p:sp>
      <p:sp>
        <p:nvSpPr>
          <p:cNvPr id="9" name="文本占位符 8"/>
          <p:cNvSpPr>
            <a:spLocks noGrp="1"/>
          </p:cNvSpPr>
          <p:nvPr>
            <p:ph type="body" sz="quarter" idx="24"/>
          </p:nvPr>
        </p:nvSpPr>
        <p:spPr/>
        <p:txBody>
          <a:bodyPr/>
          <a:lstStyle/>
          <a:p>
            <a:r>
              <a:rPr lang="zh-CN" altLang="zh-CN" sz="1600" dirty="0">
                <a:solidFill>
                  <a:schemeClr val="tx1">
                    <a:lumMod val="90000"/>
                    <a:lumOff val="10000"/>
                  </a:schemeClr>
                </a:solidFill>
                <a:cs typeface="微软雅黑" panose="020B0503020204020204" charset="-122"/>
                <a:sym typeface="Lato Light" charset="0"/>
              </a:rPr>
              <a:t>支持函数编写，报表设计</a:t>
            </a:r>
            <a:endParaRPr lang="zh-CN" altLang="zh-CN" sz="1600" dirty="0">
              <a:solidFill>
                <a:schemeClr val="tx1">
                  <a:lumMod val="90000"/>
                  <a:lumOff val="10000"/>
                </a:schemeClr>
              </a:solidFill>
              <a:latin typeface="微软雅黑" panose="020B0503020204020204" charset="-122"/>
              <a:ea typeface="微软雅黑" panose="020B0503020204020204" charset="-122"/>
              <a:cs typeface="微软雅黑" panose="020B0503020204020204" charset="-122"/>
              <a:sym typeface="Lato Light" charset="0"/>
            </a:endParaRPr>
          </a:p>
          <a:p>
            <a:endParaRPr lang="zh-CN" altLang="zh-CN" sz="1600" dirty="0">
              <a:solidFill>
                <a:schemeClr val="tx1">
                  <a:lumMod val="90000"/>
                  <a:lumOff val="10000"/>
                </a:schemeClr>
              </a:solidFill>
              <a:latin typeface="微软雅黑" panose="020B0503020204020204" charset="-122"/>
              <a:ea typeface="微软雅黑" panose="020B0503020204020204" charset="-122"/>
              <a:cs typeface="微软雅黑" panose="020B0503020204020204" charset="-122"/>
              <a:sym typeface="Lato Light" charset="0"/>
            </a:endParaRPr>
          </a:p>
        </p:txBody>
      </p:sp>
      <p:pic>
        <p:nvPicPr>
          <p:cNvPr id="10" name="内容占位符 9"/>
          <p:cNvPicPr>
            <a:picLocks noGrp="1" noChangeAspect="1"/>
          </p:cNvPicPr>
          <p:nvPr>
            <p:ph sz="quarter" idx="10"/>
          </p:nvPr>
        </p:nvPicPr>
        <p:blipFill>
          <a:blip r:embed="rId2"/>
          <a:stretch>
            <a:fillRect/>
          </a:stretch>
        </p:blipFill>
        <p:spPr>
          <a:xfrm>
            <a:off x="377825" y="2519045"/>
            <a:ext cx="5138420" cy="2237740"/>
          </a:xfrm>
          <a:prstGeom prst="rect">
            <a:avLst/>
          </a:prstGeom>
        </p:spPr>
      </p:pic>
    </p:spTree>
    <p:extLst>
      <p:ext uri="{BB962C8B-B14F-4D97-AF65-F5344CB8AC3E}">
        <p14:creationId xmlns:p14="http://schemas.microsoft.com/office/powerpoint/2010/main" val="15030931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-excel</a:t>
            </a:r>
            <a:r>
              <a:rPr kumimoji="1" lang="zh-CN" altLang="en-US" sz="2800" b="1" dirty="0">
                <a:solidFill>
                  <a:srgbClr val="9A0000"/>
                </a:solidFill>
                <a:latin typeface="微软雅黑" panose="020B0503020204020204" charset="-122"/>
                <a:ea typeface="微软雅黑" panose="020B0503020204020204" charset="-122"/>
                <a:sym typeface="+mn-ea"/>
              </a:rPr>
              <a:t>插件</a:t>
            </a:r>
            <a:r>
              <a:rPr kumimoji="1" lang="en-US" altLang="zh-CN" dirty="0">
                <a:sym typeface="+mn-ea"/>
              </a:rPr>
              <a:t>-</a:t>
            </a:r>
            <a:r>
              <a:rPr kumimoji="1" lang="zh-CN" altLang="en-US" dirty="0">
                <a:sym typeface="+mn-ea"/>
              </a:rPr>
              <a:t>函数搜索</a:t>
            </a:r>
          </a:p>
        </p:txBody>
      </p:sp>
      <p:pic>
        <p:nvPicPr>
          <p:cNvPr id="7" name="图片 6"/>
          <p:cNvPicPr>
            <a:picLocks noChangeAspect="1"/>
          </p:cNvPicPr>
          <p:nvPr>
            <p:custDataLst>
              <p:tags r:id="rId1"/>
            </p:custDataLst>
          </p:nvPr>
        </p:nvPicPr>
        <p:blipFill>
          <a:blip r:embed="rId3"/>
          <a:stretch>
            <a:fillRect/>
          </a:stretch>
        </p:blipFill>
        <p:spPr>
          <a:xfrm>
            <a:off x="753745" y="991235"/>
            <a:ext cx="9060180" cy="5400040"/>
          </a:xfrm>
          <a:prstGeom prst="rect">
            <a:avLst/>
          </a:prstGeom>
        </p:spPr>
      </p:pic>
    </p:spTree>
    <p:extLst>
      <p:ext uri="{BB962C8B-B14F-4D97-AF65-F5344CB8AC3E}">
        <p14:creationId xmlns:p14="http://schemas.microsoft.com/office/powerpoint/2010/main" val="14414006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a:t>
            </a:r>
            <a:r>
              <a:rPr lang="en-US" altLang="zh-CN" dirty="0">
                <a:sym typeface="+mn-ea"/>
              </a:rPr>
              <a:t>excel</a:t>
            </a:r>
            <a:r>
              <a:rPr dirty="0">
                <a:sym typeface="+mn-ea"/>
              </a:rPr>
              <a:t>插件</a:t>
            </a:r>
            <a:r>
              <a:rPr lang="en-US" altLang="zh-CN" dirty="0">
                <a:sym typeface="+mn-ea"/>
              </a:rPr>
              <a:t>-</a:t>
            </a:r>
            <a:r>
              <a:rPr dirty="0">
                <a:sym typeface="+mn-ea"/>
              </a:rPr>
              <a:t>函数搜索</a:t>
            </a:r>
            <a:endParaRPr lang="zh-CN" altLang="en-US" dirty="0"/>
          </a:p>
        </p:txBody>
      </p:sp>
      <p:sp>
        <p:nvSpPr>
          <p:cNvPr id="3" name="文本占位符 2"/>
          <p:cNvSpPr>
            <a:spLocks noGrp="1"/>
          </p:cNvSpPr>
          <p:nvPr>
            <p:ph type="body" sz="quarter" idx="21"/>
          </p:nvPr>
        </p:nvSpPr>
        <p:spPr/>
        <p:txBody>
          <a:bodyPr/>
          <a:lstStyle/>
          <a:p>
            <a:r>
              <a:rPr lang="zh-CN" altLang="en-US" sz="1600">
                <a:sym typeface="+mn-ea"/>
              </a:rPr>
              <a:t>支持用户自行已选择郑群品类，如股票、港股、债券、基金、期货等品类</a:t>
            </a:r>
          </a:p>
        </p:txBody>
      </p:sp>
      <p:sp>
        <p:nvSpPr>
          <p:cNvPr id="5" name="文本占位符 4"/>
          <p:cNvSpPr>
            <a:spLocks noGrp="1"/>
          </p:cNvSpPr>
          <p:nvPr>
            <p:ph type="body" sz="quarter" idx="23"/>
          </p:nvPr>
        </p:nvSpPr>
        <p:spPr/>
        <p:txBody>
          <a:bodyPr/>
          <a:lstStyle/>
          <a:p>
            <a:r>
              <a:rPr lang="zh-CN" altLang="en-US" sz="1600"/>
              <a:t>支持用户选择对应指标，股票、港股、美股、基金、期货、债券、期货等品类指标，品类指标高达上万个</a:t>
            </a:r>
          </a:p>
        </p:txBody>
      </p:sp>
      <p:sp>
        <p:nvSpPr>
          <p:cNvPr id="7" name="文本占位符 6"/>
          <p:cNvSpPr>
            <a:spLocks noGrp="1"/>
          </p:cNvSpPr>
          <p:nvPr>
            <p:ph type="body" sz="quarter" idx="26"/>
          </p:nvPr>
        </p:nvSpPr>
        <p:spPr/>
        <p:txBody>
          <a:bodyPr/>
          <a:lstStyle/>
          <a:p>
            <a:r>
              <a:rPr lang="zh-CN" altLang="en-US" sz="1600"/>
              <a:t>选择品类与指标后，可以得到对应数据，根据该数据用户可自定义模板，整合相关内容。</a:t>
            </a:r>
          </a:p>
        </p:txBody>
      </p:sp>
      <p:pic>
        <p:nvPicPr>
          <p:cNvPr id="9" name="内容占位符 8"/>
          <p:cNvPicPr>
            <a:picLocks noGrp="1" noChangeAspect="1"/>
          </p:cNvPicPr>
          <p:nvPr>
            <p:ph sz="quarter" idx="10"/>
          </p:nvPr>
        </p:nvPicPr>
        <p:blipFill>
          <a:blip r:embed="rId2"/>
          <a:stretch>
            <a:fillRect/>
          </a:stretch>
        </p:blipFill>
        <p:spPr>
          <a:xfrm>
            <a:off x="985520" y="2853055"/>
            <a:ext cx="2550160" cy="3550285"/>
          </a:xfrm>
          <a:prstGeom prst="rect">
            <a:avLst/>
          </a:prstGeom>
        </p:spPr>
      </p:pic>
      <p:pic>
        <p:nvPicPr>
          <p:cNvPr id="10" name="内容占位符 9"/>
          <p:cNvPicPr>
            <a:picLocks noGrp="1" noChangeAspect="1"/>
          </p:cNvPicPr>
          <p:nvPr>
            <p:ph sz="quarter" idx="24"/>
          </p:nvPr>
        </p:nvPicPr>
        <p:blipFill>
          <a:blip r:embed="rId3"/>
          <a:stretch>
            <a:fillRect/>
          </a:stretch>
        </p:blipFill>
        <p:spPr>
          <a:xfrm>
            <a:off x="4719320" y="2989580"/>
            <a:ext cx="2752725" cy="3276600"/>
          </a:xfrm>
          <a:prstGeom prst="rect">
            <a:avLst/>
          </a:prstGeom>
        </p:spPr>
      </p:pic>
      <p:pic>
        <p:nvPicPr>
          <p:cNvPr id="11" name="内容占位符 10"/>
          <p:cNvPicPr>
            <a:picLocks noGrp="1" noChangeAspect="1"/>
          </p:cNvPicPr>
          <p:nvPr>
            <p:ph sz="quarter" idx="27"/>
          </p:nvPr>
        </p:nvPicPr>
        <p:blipFill>
          <a:blip r:embed="rId4"/>
          <a:stretch>
            <a:fillRect/>
          </a:stretch>
        </p:blipFill>
        <p:spPr>
          <a:xfrm>
            <a:off x="8209280" y="3686810"/>
            <a:ext cx="3406775" cy="1881505"/>
          </a:xfrm>
          <a:prstGeom prst="rect">
            <a:avLst/>
          </a:prstGeom>
        </p:spPr>
      </p:pic>
    </p:spTree>
    <p:extLst>
      <p:ext uri="{BB962C8B-B14F-4D97-AF65-F5344CB8AC3E}">
        <p14:creationId xmlns:p14="http://schemas.microsoft.com/office/powerpoint/2010/main" val="283848799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-excel</a:t>
            </a:r>
            <a:r>
              <a:rPr kumimoji="1" lang="zh-CN" altLang="en-US" sz="2800" b="1" dirty="0">
                <a:solidFill>
                  <a:srgbClr val="9A0000"/>
                </a:solidFill>
                <a:latin typeface="微软雅黑" panose="020B0503020204020204" charset="-122"/>
                <a:ea typeface="微软雅黑" panose="020B0503020204020204" charset="-122"/>
                <a:sym typeface="+mn-ea"/>
              </a:rPr>
              <a:t>插件</a:t>
            </a:r>
            <a:r>
              <a:rPr kumimoji="1" lang="en-US" altLang="zh-CN" sz="2800" b="1" dirty="0">
                <a:solidFill>
                  <a:srgbClr val="9A0000"/>
                </a:solidFill>
                <a:latin typeface="微软雅黑" panose="020B0503020204020204" charset="-122"/>
                <a:ea typeface="微软雅黑" panose="020B0503020204020204" charset="-122"/>
                <a:sym typeface="+mn-ea"/>
              </a:rPr>
              <a:t>-</a:t>
            </a:r>
            <a:r>
              <a:rPr lang="zh-CN" altLang="en-US" dirty="0">
                <a:sym typeface="+mn-ea"/>
              </a:rPr>
              <a:t>实时行情</a:t>
            </a:r>
          </a:p>
        </p:txBody>
      </p:sp>
      <p:pic>
        <p:nvPicPr>
          <p:cNvPr id="3" name="图片 2"/>
          <p:cNvPicPr>
            <a:picLocks noChangeAspect="1"/>
          </p:cNvPicPr>
          <p:nvPr/>
        </p:nvPicPr>
        <p:blipFill>
          <a:blip r:embed="rId2"/>
          <a:stretch>
            <a:fillRect/>
          </a:stretch>
        </p:blipFill>
        <p:spPr>
          <a:xfrm>
            <a:off x="1256665" y="1535430"/>
            <a:ext cx="3829050" cy="4695825"/>
          </a:xfrm>
          <a:prstGeom prst="rect">
            <a:avLst/>
          </a:prstGeom>
        </p:spPr>
      </p:pic>
      <p:pic>
        <p:nvPicPr>
          <p:cNvPr id="4" name="图片 3"/>
          <p:cNvPicPr>
            <a:picLocks noChangeAspect="1"/>
          </p:cNvPicPr>
          <p:nvPr/>
        </p:nvPicPr>
        <p:blipFill>
          <a:blip r:embed="rId3"/>
          <a:stretch>
            <a:fillRect/>
          </a:stretch>
        </p:blipFill>
        <p:spPr>
          <a:xfrm>
            <a:off x="4132580" y="1412240"/>
            <a:ext cx="5400675" cy="4495800"/>
          </a:xfrm>
          <a:prstGeom prst="rect">
            <a:avLst/>
          </a:prstGeom>
        </p:spPr>
      </p:pic>
      <p:sp>
        <p:nvSpPr>
          <p:cNvPr id="6" name="文本框 5"/>
          <p:cNvSpPr txBox="1"/>
          <p:nvPr/>
        </p:nvSpPr>
        <p:spPr>
          <a:xfrm>
            <a:off x="1272540" y="1043940"/>
            <a:ext cx="7618730" cy="368300"/>
          </a:xfrm>
          <a:prstGeom prst="rect">
            <a:avLst/>
          </a:prstGeom>
          <a:noFill/>
        </p:spPr>
        <p:txBody>
          <a:bodyPr wrap="square" rtlCol="0">
            <a:spAutoFit/>
          </a:bodyPr>
          <a:lstStyle/>
          <a:p>
            <a:r>
              <a:rPr lang="zh-CN" altLang="en-US"/>
              <a:t>支持查询历史行情与实时行情</a:t>
            </a:r>
          </a:p>
        </p:txBody>
      </p:sp>
      <p:pic>
        <p:nvPicPr>
          <p:cNvPr id="5" name="图片 4"/>
          <p:cNvPicPr>
            <a:picLocks noChangeAspect="1"/>
          </p:cNvPicPr>
          <p:nvPr/>
        </p:nvPicPr>
        <p:blipFill>
          <a:blip r:embed="rId4"/>
          <a:stretch>
            <a:fillRect/>
          </a:stretch>
        </p:blipFill>
        <p:spPr>
          <a:xfrm>
            <a:off x="8794750" y="1994535"/>
            <a:ext cx="2295525" cy="2228850"/>
          </a:xfrm>
          <a:prstGeom prst="rect">
            <a:avLst/>
          </a:prstGeom>
        </p:spPr>
      </p:pic>
    </p:spTree>
    <p:extLst>
      <p:ext uri="{BB962C8B-B14F-4D97-AF65-F5344CB8AC3E}">
        <p14:creationId xmlns:p14="http://schemas.microsoft.com/office/powerpoint/2010/main" val="321839083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7-1 </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-excel</a:t>
            </a:r>
            <a:r>
              <a:rPr kumimoji="1" lang="zh-CN" altLang="en-US" sz="2800" b="1" dirty="0">
                <a:solidFill>
                  <a:srgbClr val="9A0000"/>
                </a:solidFill>
                <a:latin typeface="微软雅黑" panose="020B0503020204020204" charset="-122"/>
                <a:ea typeface="微软雅黑" panose="020B0503020204020204" charset="-122"/>
                <a:sym typeface="+mn-ea"/>
              </a:rPr>
              <a:t>插件</a:t>
            </a:r>
            <a:r>
              <a:rPr kumimoji="1" lang="en-US" altLang="zh-CN" sz="2800" b="1" dirty="0">
                <a:solidFill>
                  <a:srgbClr val="9A0000"/>
                </a:solidFill>
                <a:latin typeface="微软雅黑" panose="020B0503020204020204" charset="-122"/>
                <a:ea typeface="微软雅黑" panose="020B0503020204020204" charset="-122"/>
                <a:sym typeface="+mn-ea"/>
              </a:rPr>
              <a:t>-</a:t>
            </a:r>
            <a:r>
              <a:rPr lang="zh-CN" altLang="en-US" dirty="0">
                <a:sym typeface="+mn-ea"/>
              </a:rPr>
              <a:t>财务报表</a:t>
            </a:r>
            <a:br>
              <a:rPr lang="zh-CN" altLang="en-US" dirty="0">
                <a:sym typeface="+mn-ea"/>
              </a:rPr>
            </a:br>
            <a:br>
              <a:rPr lang="zh-CN" altLang="en-US" dirty="0"/>
            </a:br>
            <a:endParaRPr lang="zh-CN" altLang="en-US" dirty="0"/>
          </a:p>
        </p:txBody>
      </p:sp>
      <p:pic>
        <p:nvPicPr>
          <p:cNvPr id="3" name="图片 2"/>
          <p:cNvPicPr>
            <a:picLocks noChangeAspect="1"/>
          </p:cNvPicPr>
          <p:nvPr/>
        </p:nvPicPr>
        <p:blipFill>
          <a:blip r:embed="rId2"/>
          <a:stretch>
            <a:fillRect/>
          </a:stretch>
        </p:blipFill>
        <p:spPr>
          <a:xfrm>
            <a:off x="948690" y="3031490"/>
            <a:ext cx="1247775" cy="1457325"/>
          </a:xfrm>
          <a:prstGeom prst="rect">
            <a:avLst/>
          </a:prstGeom>
        </p:spPr>
      </p:pic>
      <p:pic>
        <p:nvPicPr>
          <p:cNvPr id="4" name="图片 3"/>
          <p:cNvPicPr>
            <a:picLocks noChangeAspect="1"/>
          </p:cNvPicPr>
          <p:nvPr/>
        </p:nvPicPr>
        <p:blipFill>
          <a:blip r:embed="rId3"/>
          <a:stretch>
            <a:fillRect/>
          </a:stretch>
        </p:blipFill>
        <p:spPr>
          <a:xfrm>
            <a:off x="2773680" y="1459230"/>
            <a:ext cx="8756015" cy="4601845"/>
          </a:xfrm>
          <a:prstGeom prst="rect">
            <a:avLst/>
          </a:prstGeom>
        </p:spPr>
      </p:pic>
      <p:sp>
        <p:nvSpPr>
          <p:cNvPr id="6" name="文本框 5"/>
          <p:cNvSpPr txBox="1"/>
          <p:nvPr/>
        </p:nvSpPr>
        <p:spPr>
          <a:xfrm>
            <a:off x="1272540" y="1043940"/>
            <a:ext cx="7618730" cy="368300"/>
          </a:xfrm>
          <a:prstGeom prst="rect">
            <a:avLst/>
          </a:prstGeom>
          <a:noFill/>
        </p:spPr>
        <p:txBody>
          <a:bodyPr wrap="square" rtlCol="0">
            <a:spAutoFit/>
          </a:bodyPr>
          <a:lstStyle/>
          <a:p>
            <a:r>
              <a:rPr lang="zh-CN" altLang="en-US"/>
              <a:t>已整合的财报数据，用户可直接提取</a:t>
            </a:r>
          </a:p>
        </p:txBody>
      </p:sp>
    </p:spTree>
    <p:extLst>
      <p:ext uri="{BB962C8B-B14F-4D97-AF65-F5344CB8AC3E}">
        <p14:creationId xmlns:p14="http://schemas.microsoft.com/office/powerpoint/2010/main" val="21589891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7-1</a:t>
            </a:r>
            <a:r>
              <a:rPr kumimoji="1" lang="zh-CN" altLang="en-US" sz="2800" b="1" dirty="0">
                <a:solidFill>
                  <a:srgbClr val="9A0000"/>
                </a:solidFill>
                <a:latin typeface="微软雅黑" panose="020B0503020204020204" charset="-122"/>
                <a:ea typeface="微软雅黑" panose="020B0503020204020204" charset="-122"/>
                <a:sym typeface="+mn-ea"/>
              </a:rPr>
              <a:t>智能与便利</a:t>
            </a:r>
            <a:r>
              <a:rPr kumimoji="1" lang="en-US" altLang="zh-CN" sz="2800" b="1" dirty="0">
                <a:solidFill>
                  <a:srgbClr val="9A0000"/>
                </a:solidFill>
                <a:latin typeface="微软雅黑" panose="020B0503020204020204" charset="-122"/>
                <a:ea typeface="微软雅黑" panose="020B0503020204020204" charset="-122"/>
                <a:sym typeface="+mn-ea"/>
              </a:rPr>
              <a:t>-</a:t>
            </a:r>
            <a:r>
              <a:rPr lang="en-US" altLang="zh-CN" dirty="0" err="1">
                <a:sym typeface="+mn-ea"/>
              </a:rPr>
              <a:t>excel</a:t>
            </a:r>
            <a:r>
              <a:rPr dirty="0" err="1">
                <a:sym typeface="+mn-ea"/>
              </a:rPr>
              <a:t>插件</a:t>
            </a:r>
            <a:r>
              <a:rPr lang="en-US" altLang="zh-CN" dirty="0" err="1">
                <a:sym typeface="+mn-ea"/>
              </a:rPr>
              <a:t>-edb</a:t>
            </a:r>
            <a:r>
              <a:rPr lang="zh-CN" altLang="en-US" dirty="0">
                <a:sym typeface="+mn-ea"/>
              </a:rPr>
              <a:t>与专题数据</a:t>
            </a:r>
          </a:p>
        </p:txBody>
      </p:sp>
      <p:pic>
        <p:nvPicPr>
          <p:cNvPr id="3" name="图片 2"/>
          <p:cNvPicPr>
            <a:picLocks noChangeAspect="1"/>
          </p:cNvPicPr>
          <p:nvPr/>
        </p:nvPicPr>
        <p:blipFill>
          <a:blip r:embed="rId2"/>
          <a:stretch>
            <a:fillRect/>
          </a:stretch>
        </p:blipFill>
        <p:spPr>
          <a:xfrm>
            <a:off x="1471930" y="1504315"/>
            <a:ext cx="4381500" cy="5067300"/>
          </a:xfrm>
          <a:prstGeom prst="rect">
            <a:avLst/>
          </a:prstGeom>
        </p:spPr>
      </p:pic>
      <p:pic>
        <p:nvPicPr>
          <p:cNvPr id="5" name="图片 4"/>
          <p:cNvPicPr>
            <a:picLocks noChangeAspect="1"/>
          </p:cNvPicPr>
          <p:nvPr/>
        </p:nvPicPr>
        <p:blipFill>
          <a:blip r:embed="rId3"/>
          <a:stretch>
            <a:fillRect/>
          </a:stretch>
        </p:blipFill>
        <p:spPr>
          <a:xfrm>
            <a:off x="6058535" y="1619250"/>
            <a:ext cx="5276215" cy="4959350"/>
          </a:xfrm>
          <a:prstGeom prst="rect">
            <a:avLst/>
          </a:prstGeom>
        </p:spPr>
      </p:pic>
      <p:sp>
        <p:nvSpPr>
          <p:cNvPr id="6" name="文本框 5"/>
          <p:cNvSpPr txBox="1"/>
          <p:nvPr/>
        </p:nvSpPr>
        <p:spPr>
          <a:xfrm>
            <a:off x="1162050" y="975360"/>
            <a:ext cx="7618730" cy="368300"/>
          </a:xfrm>
          <a:prstGeom prst="rect">
            <a:avLst/>
          </a:prstGeom>
          <a:noFill/>
        </p:spPr>
        <p:txBody>
          <a:bodyPr wrap="square" rtlCol="0">
            <a:spAutoFit/>
          </a:bodyPr>
          <a:lstStyle/>
          <a:p>
            <a:r>
              <a:rPr lang="zh-CN" altLang="en-US"/>
              <a:t>宏观行业</a:t>
            </a:r>
            <a:r>
              <a:rPr lang="en-US" altLang="zh-CN"/>
              <a:t>EDB</a:t>
            </a:r>
            <a:r>
              <a:rPr lang="zh-CN" altLang="en-US"/>
              <a:t>数据与专题数据</a:t>
            </a:r>
          </a:p>
        </p:txBody>
      </p:sp>
    </p:spTree>
    <p:extLst>
      <p:ext uri="{BB962C8B-B14F-4D97-AF65-F5344CB8AC3E}">
        <p14:creationId xmlns:p14="http://schemas.microsoft.com/office/powerpoint/2010/main" val="383410525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7-2 </a:t>
            </a:r>
            <a:r>
              <a:rPr lang="zh-CN" altLang="en-US" dirty="0"/>
              <a:t>智能和便利</a:t>
            </a:r>
            <a:r>
              <a:rPr lang="en-US" altLang="zh-CN" dirty="0"/>
              <a:t>-</a:t>
            </a:r>
            <a:r>
              <a:rPr lang="zh-CN" altLang="en-US" dirty="0"/>
              <a:t>各类股票池</a:t>
            </a:r>
            <a:endParaRPr dirty="0"/>
          </a:p>
        </p:txBody>
      </p:sp>
      <p:pic>
        <p:nvPicPr>
          <p:cNvPr id="3" name="图片 2">
            <a:extLst>
              <a:ext uri="{FF2B5EF4-FFF2-40B4-BE49-F238E27FC236}">
                <a16:creationId xmlns:a16="http://schemas.microsoft.com/office/drawing/2014/main" id="{C384F43E-5418-9A31-8E13-BB6CF2CE2543}"/>
              </a:ext>
            </a:extLst>
          </p:cNvPr>
          <p:cNvPicPr>
            <a:picLocks noChangeAspect="1"/>
          </p:cNvPicPr>
          <p:nvPr/>
        </p:nvPicPr>
        <p:blipFill>
          <a:blip r:embed="rId3"/>
          <a:stretch>
            <a:fillRect/>
          </a:stretch>
        </p:blipFill>
        <p:spPr>
          <a:xfrm>
            <a:off x="581457" y="879895"/>
            <a:ext cx="11015320" cy="5978106"/>
          </a:xfrm>
          <a:prstGeom prst="rect">
            <a:avLst/>
          </a:prstGeom>
        </p:spPr>
      </p:pic>
    </p:spTree>
    <p:custDataLst>
      <p:tags r:id="rId1"/>
    </p:custDataLst>
    <p:extLst>
      <p:ext uri="{BB962C8B-B14F-4D97-AF65-F5344CB8AC3E}">
        <p14:creationId xmlns:p14="http://schemas.microsoft.com/office/powerpoint/2010/main" val="1673511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1F2031A-3FB3-B5BB-1C30-BC735EDDE2CC}"/>
              </a:ext>
            </a:extLst>
          </p:cNvPr>
          <p:cNvPicPr>
            <a:picLocks noChangeAspect="1"/>
          </p:cNvPicPr>
          <p:nvPr/>
        </p:nvPicPr>
        <p:blipFill>
          <a:blip r:embed="rId3"/>
          <a:stretch>
            <a:fillRect/>
          </a:stretch>
        </p:blipFill>
        <p:spPr>
          <a:xfrm>
            <a:off x="551319" y="900085"/>
            <a:ext cx="10999229" cy="5957915"/>
          </a:xfrm>
          <a:prstGeom prst="rect">
            <a:avLst/>
          </a:prstGeom>
        </p:spPr>
      </p:pic>
      <p:sp>
        <p:nvSpPr>
          <p:cNvPr id="5" name="标题 3">
            <a:extLst>
              <a:ext uri="{FF2B5EF4-FFF2-40B4-BE49-F238E27FC236}">
                <a16:creationId xmlns:a16="http://schemas.microsoft.com/office/drawing/2014/main" id="{19CF28C3-4440-4549-5356-165E7FF56668}"/>
              </a:ext>
            </a:extLst>
          </p:cNvPr>
          <p:cNvSpPr>
            <a:spLocks noGrp="1"/>
          </p:cNvSpPr>
          <p:nvPr>
            <p:ph type="title"/>
          </p:nvPr>
        </p:nvSpPr>
        <p:spPr>
          <a:xfrm>
            <a:off x="551319" y="354647"/>
            <a:ext cx="6854747" cy="460375"/>
          </a:xfrm>
        </p:spPr>
        <p:txBody>
          <a:bodyPr>
            <a:normAutofit fontScale="90000"/>
          </a:bodyPr>
          <a:lstStyle/>
          <a:p>
            <a:r>
              <a:rPr lang="en-US" altLang="zh-CN" dirty="0"/>
              <a:t>7-2 </a:t>
            </a:r>
            <a:r>
              <a:rPr lang="zh-CN" altLang="en-US" dirty="0"/>
              <a:t>智能和便利</a:t>
            </a:r>
            <a:r>
              <a:rPr lang="en-US" altLang="zh-CN" dirty="0"/>
              <a:t>-</a:t>
            </a:r>
            <a:r>
              <a:rPr lang="zh-CN" altLang="en-US" dirty="0"/>
              <a:t>各类股票池</a:t>
            </a:r>
            <a:endParaRPr dirty="0"/>
          </a:p>
        </p:txBody>
      </p:sp>
    </p:spTree>
    <p:custDataLst>
      <p:tags r:id="rId1"/>
    </p:custDataLst>
    <p:extLst>
      <p:ext uri="{BB962C8B-B14F-4D97-AF65-F5344CB8AC3E}">
        <p14:creationId xmlns:p14="http://schemas.microsoft.com/office/powerpoint/2010/main" val="38088182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6DABF2D-920B-B26C-5574-12520377D908}"/>
              </a:ext>
            </a:extLst>
          </p:cNvPr>
          <p:cNvPicPr>
            <a:picLocks noChangeAspect="1"/>
          </p:cNvPicPr>
          <p:nvPr/>
        </p:nvPicPr>
        <p:blipFill>
          <a:blip r:embed="rId3"/>
          <a:stretch>
            <a:fillRect/>
          </a:stretch>
        </p:blipFill>
        <p:spPr>
          <a:xfrm>
            <a:off x="636198" y="931841"/>
            <a:ext cx="10919603" cy="5926159"/>
          </a:xfrm>
          <a:prstGeom prst="rect">
            <a:avLst/>
          </a:prstGeom>
        </p:spPr>
      </p:pic>
      <p:sp>
        <p:nvSpPr>
          <p:cNvPr id="5" name="标题 3">
            <a:extLst>
              <a:ext uri="{FF2B5EF4-FFF2-40B4-BE49-F238E27FC236}">
                <a16:creationId xmlns:a16="http://schemas.microsoft.com/office/drawing/2014/main" id="{1D4158DC-F934-99E3-4866-6ED1D16283C1}"/>
              </a:ext>
            </a:extLst>
          </p:cNvPr>
          <p:cNvSpPr txBox="1">
            <a:spLocks/>
          </p:cNvSpPr>
          <p:nvPr/>
        </p:nvSpPr>
        <p:spPr>
          <a:xfrm>
            <a:off x="636198" y="351772"/>
            <a:ext cx="6854747" cy="460375"/>
          </a:xfrm>
          <a:prstGeom prst="rect">
            <a:avLst/>
          </a:prstGeom>
        </p:spPr>
        <p:txBody>
          <a:bodyPr>
            <a:normAutofit fontScale="97500" lnSpcReduction="10000"/>
          </a:bodyPr>
          <a:lstStyle>
            <a:lvl1pPr algn="l" defTabSz="914400" rtl="0" eaLnBrk="1" latinLnBrk="0" hangingPunct="1">
              <a:lnSpc>
                <a:spcPct val="90000"/>
              </a:lnSpc>
              <a:spcBef>
                <a:spcPct val="0"/>
              </a:spcBef>
              <a:buNone/>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lang="en-US" altLang="zh-CN" dirty="0"/>
              <a:t>7-2</a:t>
            </a:r>
            <a:r>
              <a:rPr lang="zh-CN" altLang="en-US" dirty="0"/>
              <a:t> 智能和便利</a:t>
            </a:r>
            <a:r>
              <a:rPr lang="en-US" altLang="zh-CN" dirty="0"/>
              <a:t>-</a:t>
            </a:r>
            <a:r>
              <a:rPr lang="zh-CN" altLang="en-US" dirty="0"/>
              <a:t>各类股票池</a:t>
            </a:r>
          </a:p>
        </p:txBody>
      </p:sp>
    </p:spTree>
    <p:custDataLst>
      <p:tags r:id="rId1"/>
    </p:custDataLst>
    <p:extLst>
      <p:ext uri="{BB962C8B-B14F-4D97-AF65-F5344CB8AC3E}">
        <p14:creationId xmlns:p14="http://schemas.microsoft.com/office/powerpoint/2010/main" val="235488087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FD3D2D9-89AE-376A-A53B-B01B8FE90FF8}"/>
              </a:ext>
            </a:extLst>
          </p:cNvPr>
          <p:cNvPicPr>
            <a:picLocks noChangeAspect="1"/>
          </p:cNvPicPr>
          <p:nvPr/>
        </p:nvPicPr>
        <p:blipFill>
          <a:blip r:embed="rId3"/>
          <a:stretch>
            <a:fillRect/>
          </a:stretch>
        </p:blipFill>
        <p:spPr>
          <a:xfrm>
            <a:off x="551319" y="925236"/>
            <a:ext cx="10931772" cy="5932764"/>
          </a:xfrm>
          <a:prstGeom prst="rect">
            <a:avLst/>
          </a:prstGeom>
        </p:spPr>
      </p:pic>
      <p:sp>
        <p:nvSpPr>
          <p:cNvPr id="6" name="标题 3">
            <a:extLst>
              <a:ext uri="{FF2B5EF4-FFF2-40B4-BE49-F238E27FC236}">
                <a16:creationId xmlns:a16="http://schemas.microsoft.com/office/drawing/2014/main" id="{6B80CB5A-3757-DBB6-9ED7-0672CD16FFCD}"/>
              </a:ext>
            </a:extLst>
          </p:cNvPr>
          <p:cNvSpPr txBox="1">
            <a:spLocks/>
          </p:cNvSpPr>
          <p:nvPr/>
        </p:nvSpPr>
        <p:spPr>
          <a:xfrm>
            <a:off x="634708" y="351772"/>
            <a:ext cx="6854747" cy="460375"/>
          </a:xfrm>
          <a:prstGeom prst="rect">
            <a:avLst/>
          </a:prstGeom>
        </p:spPr>
        <p:txBody>
          <a:bodyPr>
            <a:normAutofit fontScale="97500" lnSpcReduction="10000"/>
          </a:bodyPr>
          <a:lstStyle>
            <a:lvl1pPr algn="l" defTabSz="914400" rtl="0" eaLnBrk="1" latinLnBrk="0" hangingPunct="1">
              <a:lnSpc>
                <a:spcPct val="90000"/>
              </a:lnSpc>
              <a:spcBef>
                <a:spcPct val="0"/>
              </a:spcBef>
              <a:buNone/>
              <a:defRPr kumimoji="1" lang="zh-CN" altLang="en-US" sz="2800" b="1" i="0" u="none" strike="noStrike" kern="1200" cap="none" spc="0" normalizeH="0" baseline="0" noProof="1">
                <a:solidFill>
                  <a:srgbClr val="9A0000"/>
                </a:solidFill>
                <a:latin typeface="微软雅黑" panose="020B0503020204020204" charset="-122"/>
                <a:ea typeface="微软雅黑" panose="020B0503020204020204" charset="-122"/>
                <a:cs typeface="+mj-cs"/>
              </a:defRPr>
            </a:lvl1pPr>
          </a:lstStyle>
          <a:p>
            <a:r>
              <a:rPr lang="en-US" altLang="zh-CN" dirty="0"/>
              <a:t>7-2</a:t>
            </a:r>
            <a:r>
              <a:rPr lang="zh-CN" altLang="en-US" dirty="0"/>
              <a:t> 智能和便利</a:t>
            </a:r>
            <a:r>
              <a:rPr lang="en-US" altLang="zh-CN" dirty="0"/>
              <a:t>-</a:t>
            </a:r>
            <a:r>
              <a:rPr lang="zh-CN" altLang="en-US" dirty="0"/>
              <a:t>各类股票池</a:t>
            </a:r>
          </a:p>
        </p:txBody>
      </p:sp>
    </p:spTree>
    <p:custDataLst>
      <p:tags r:id="rId1"/>
    </p:custDataLst>
    <p:extLst>
      <p:ext uri="{BB962C8B-B14F-4D97-AF65-F5344CB8AC3E}">
        <p14:creationId xmlns:p14="http://schemas.microsoft.com/office/powerpoint/2010/main" val="165634449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E887E9-A06F-6259-5948-76D32D2F3E39}"/>
              </a:ext>
            </a:extLst>
          </p:cNvPr>
          <p:cNvPicPr>
            <a:picLocks noChangeAspect="1"/>
          </p:cNvPicPr>
          <p:nvPr/>
        </p:nvPicPr>
        <p:blipFill>
          <a:blip r:embed="rId3"/>
          <a:stretch>
            <a:fillRect/>
          </a:stretch>
        </p:blipFill>
        <p:spPr>
          <a:xfrm>
            <a:off x="634041" y="929499"/>
            <a:ext cx="10923917" cy="5928501"/>
          </a:xfrm>
          <a:prstGeom prst="rect">
            <a:avLst/>
          </a:prstGeom>
        </p:spPr>
      </p:pic>
      <p:sp>
        <p:nvSpPr>
          <p:cNvPr id="6" name="标题 3">
            <a:extLst>
              <a:ext uri="{FF2B5EF4-FFF2-40B4-BE49-F238E27FC236}">
                <a16:creationId xmlns:a16="http://schemas.microsoft.com/office/drawing/2014/main" id="{BEB192B3-0DA6-03B8-0A09-3807C4333BB8}"/>
              </a:ext>
            </a:extLst>
          </p:cNvPr>
          <p:cNvSpPr>
            <a:spLocks noGrp="1"/>
          </p:cNvSpPr>
          <p:nvPr>
            <p:ph type="title"/>
          </p:nvPr>
        </p:nvSpPr>
        <p:spPr>
          <a:xfrm>
            <a:off x="551319" y="354647"/>
            <a:ext cx="6854747" cy="460375"/>
          </a:xfrm>
        </p:spPr>
        <p:txBody>
          <a:bodyPr>
            <a:normAutofit fontScale="90000"/>
          </a:bodyPr>
          <a:lstStyle/>
          <a:p>
            <a:r>
              <a:rPr lang="en-US" altLang="zh-CN" dirty="0"/>
              <a:t>7-2 </a:t>
            </a:r>
            <a:r>
              <a:rPr lang="zh-CN" altLang="en-US" dirty="0"/>
              <a:t>智能和便利</a:t>
            </a:r>
            <a:r>
              <a:rPr lang="en-US" altLang="zh-CN" dirty="0"/>
              <a:t>-</a:t>
            </a:r>
            <a:r>
              <a:rPr lang="zh-CN" altLang="en-US" dirty="0"/>
              <a:t>各类股票池</a:t>
            </a:r>
            <a:endParaRPr dirty="0"/>
          </a:p>
        </p:txBody>
      </p:sp>
    </p:spTree>
    <p:custDataLst>
      <p:tags r:id="rId1"/>
    </p:custDataLst>
    <p:extLst>
      <p:ext uri="{BB962C8B-B14F-4D97-AF65-F5344CB8AC3E}">
        <p14:creationId xmlns:p14="http://schemas.microsoft.com/office/powerpoint/2010/main" val="330738067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B6C9EBE-A056-86B7-AB26-C6431B9ABF5C}"/>
              </a:ext>
            </a:extLst>
          </p:cNvPr>
          <p:cNvPicPr>
            <a:picLocks noChangeAspect="1"/>
          </p:cNvPicPr>
          <p:nvPr/>
        </p:nvPicPr>
        <p:blipFill>
          <a:blip r:embed="rId3"/>
          <a:stretch>
            <a:fillRect/>
          </a:stretch>
        </p:blipFill>
        <p:spPr>
          <a:xfrm>
            <a:off x="551319" y="909309"/>
            <a:ext cx="10982198" cy="5948691"/>
          </a:xfrm>
          <a:prstGeom prst="rect">
            <a:avLst/>
          </a:prstGeom>
        </p:spPr>
      </p:pic>
      <p:sp>
        <p:nvSpPr>
          <p:cNvPr id="6" name="标题 3">
            <a:extLst>
              <a:ext uri="{FF2B5EF4-FFF2-40B4-BE49-F238E27FC236}">
                <a16:creationId xmlns:a16="http://schemas.microsoft.com/office/drawing/2014/main" id="{2CC76292-8D5C-7E22-5FF3-12FC660369B8}"/>
              </a:ext>
            </a:extLst>
          </p:cNvPr>
          <p:cNvSpPr>
            <a:spLocks noGrp="1"/>
          </p:cNvSpPr>
          <p:nvPr>
            <p:ph type="title"/>
          </p:nvPr>
        </p:nvSpPr>
        <p:spPr>
          <a:xfrm>
            <a:off x="551319" y="354647"/>
            <a:ext cx="6854747" cy="460375"/>
          </a:xfrm>
        </p:spPr>
        <p:txBody>
          <a:bodyPr>
            <a:normAutofit fontScale="90000"/>
          </a:bodyPr>
          <a:lstStyle/>
          <a:p>
            <a:r>
              <a:rPr lang="en-US" altLang="zh-CN" dirty="0"/>
              <a:t>7-2 </a:t>
            </a:r>
            <a:r>
              <a:rPr lang="zh-CN" altLang="en-US" dirty="0"/>
              <a:t>智能和便利</a:t>
            </a:r>
            <a:r>
              <a:rPr lang="en-US" altLang="zh-CN" dirty="0"/>
              <a:t>-</a:t>
            </a:r>
            <a:r>
              <a:rPr lang="zh-CN" altLang="en-US" dirty="0"/>
              <a:t>各类股票池</a:t>
            </a:r>
            <a:endParaRPr dirty="0"/>
          </a:p>
        </p:txBody>
      </p:sp>
    </p:spTree>
    <p:custDataLst>
      <p:tags r:id="rId1"/>
    </p:custDataLst>
    <p:extLst>
      <p:ext uri="{BB962C8B-B14F-4D97-AF65-F5344CB8AC3E}">
        <p14:creationId xmlns:p14="http://schemas.microsoft.com/office/powerpoint/2010/main" val="250729909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
            <a:extLst>
              <a:ext uri="{FF2B5EF4-FFF2-40B4-BE49-F238E27FC236}">
                <a16:creationId xmlns:a16="http://schemas.microsoft.com/office/drawing/2014/main" id="{2CC76292-8D5C-7E22-5FF3-12FC660369B8}"/>
              </a:ext>
            </a:extLst>
          </p:cNvPr>
          <p:cNvSpPr>
            <a:spLocks noGrp="1"/>
          </p:cNvSpPr>
          <p:nvPr>
            <p:ph type="title"/>
          </p:nvPr>
        </p:nvSpPr>
        <p:spPr>
          <a:xfrm>
            <a:off x="551319" y="354647"/>
            <a:ext cx="6854747" cy="460375"/>
          </a:xfrm>
        </p:spPr>
        <p:txBody>
          <a:bodyPr>
            <a:normAutofit fontScale="90000"/>
          </a:bodyPr>
          <a:lstStyle/>
          <a:p>
            <a:r>
              <a:rPr lang="en-US" altLang="zh-CN" dirty="0"/>
              <a:t>7-3 </a:t>
            </a:r>
            <a:r>
              <a:rPr lang="zh-CN" altLang="en-US" dirty="0"/>
              <a:t>智能和便利</a:t>
            </a:r>
            <a:r>
              <a:rPr lang="en-US" altLang="zh-CN" dirty="0"/>
              <a:t>-</a:t>
            </a:r>
            <a:r>
              <a:rPr lang="zh-CN" altLang="en-US" dirty="0"/>
              <a:t>自定义选股</a:t>
            </a:r>
            <a:r>
              <a:rPr lang="en-US" altLang="zh-CN" dirty="0"/>
              <a:t>/</a:t>
            </a:r>
            <a:r>
              <a:rPr lang="zh-CN" altLang="en-US" dirty="0"/>
              <a:t>债</a:t>
            </a:r>
            <a:r>
              <a:rPr lang="en-US" altLang="zh-CN" dirty="0"/>
              <a:t>/</a:t>
            </a:r>
            <a:r>
              <a:rPr lang="zh-CN" altLang="en-US" dirty="0"/>
              <a:t>基</a:t>
            </a:r>
            <a:endParaRPr dirty="0"/>
          </a:p>
        </p:txBody>
      </p:sp>
      <p:pic>
        <p:nvPicPr>
          <p:cNvPr id="3" name="图片 2">
            <a:extLst>
              <a:ext uri="{FF2B5EF4-FFF2-40B4-BE49-F238E27FC236}">
                <a16:creationId xmlns:a16="http://schemas.microsoft.com/office/drawing/2014/main" id="{9D189BB7-01C3-21E3-A769-0D9659287A23}"/>
              </a:ext>
            </a:extLst>
          </p:cNvPr>
          <p:cNvPicPr>
            <a:picLocks noChangeAspect="1"/>
          </p:cNvPicPr>
          <p:nvPr/>
        </p:nvPicPr>
        <p:blipFill>
          <a:blip r:embed="rId3"/>
          <a:stretch>
            <a:fillRect/>
          </a:stretch>
        </p:blipFill>
        <p:spPr>
          <a:xfrm>
            <a:off x="551319" y="890618"/>
            <a:ext cx="11016704" cy="5967382"/>
          </a:xfrm>
          <a:prstGeom prst="rect">
            <a:avLst/>
          </a:prstGeom>
        </p:spPr>
      </p:pic>
    </p:spTree>
    <p:custDataLst>
      <p:tags r:id="rId1"/>
    </p:custDataLst>
    <p:extLst>
      <p:ext uri="{BB962C8B-B14F-4D97-AF65-F5344CB8AC3E}">
        <p14:creationId xmlns:p14="http://schemas.microsoft.com/office/powerpoint/2010/main" val="152428347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
            <a:extLst>
              <a:ext uri="{FF2B5EF4-FFF2-40B4-BE49-F238E27FC236}">
                <a16:creationId xmlns:a16="http://schemas.microsoft.com/office/drawing/2014/main" id="{2CC76292-8D5C-7E22-5FF3-12FC660369B8}"/>
              </a:ext>
            </a:extLst>
          </p:cNvPr>
          <p:cNvSpPr>
            <a:spLocks noGrp="1"/>
          </p:cNvSpPr>
          <p:nvPr>
            <p:ph type="title"/>
          </p:nvPr>
        </p:nvSpPr>
        <p:spPr>
          <a:xfrm>
            <a:off x="551319" y="354647"/>
            <a:ext cx="6854747" cy="460375"/>
          </a:xfrm>
        </p:spPr>
        <p:txBody>
          <a:bodyPr>
            <a:normAutofit fontScale="90000"/>
          </a:bodyPr>
          <a:lstStyle/>
          <a:p>
            <a:r>
              <a:rPr lang="en-US" altLang="zh-CN" dirty="0"/>
              <a:t>7-3 </a:t>
            </a:r>
            <a:r>
              <a:rPr lang="zh-CN" altLang="en-US" dirty="0"/>
              <a:t>智能和便利</a:t>
            </a:r>
            <a:r>
              <a:rPr lang="en-US" altLang="zh-CN" dirty="0"/>
              <a:t>-</a:t>
            </a:r>
            <a:r>
              <a:rPr lang="zh-CN" altLang="en-US" dirty="0"/>
              <a:t>自定义选股</a:t>
            </a:r>
            <a:r>
              <a:rPr lang="en-US" altLang="zh-CN" dirty="0"/>
              <a:t>/</a:t>
            </a:r>
            <a:r>
              <a:rPr lang="zh-CN" altLang="en-US" dirty="0"/>
              <a:t>债</a:t>
            </a:r>
            <a:r>
              <a:rPr lang="en-US" altLang="zh-CN" dirty="0"/>
              <a:t>/</a:t>
            </a:r>
            <a:r>
              <a:rPr lang="zh-CN" altLang="en-US" dirty="0"/>
              <a:t>基</a:t>
            </a:r>
            <a:endParaRPr dirty="0"/>
          </a:p>
        </p:txBody>
      </p:sp>
      <p:pic>
        <p:nvPicPr>
          <p:cNvPr id="7" name="图片 6">
            <a:extLst>
              <a:ext uri="{FF2B5EF4-FFF2-40B4-BE49-F238E27FC236}">
                <a16:creationId xmlns:a16="http://schemas.microsoft.com/office/drawing/2014/main" id="{1307891D-D24E-3697-FBAE-9E2CEF7D660D}"/>
              </a:ext>
            </a:extLst>
          </p:cNvPr>
          <p:cNvPicPr>
            <a:picLocks noChangeAspect="1"/>
          </p:cNvPicPr>
          <p:nvPr/>
        </p:nvPicPr>
        <p:blipFill>
          <a:blip r:embed="rId3"/>
          <a:stretch>
            <a:fillRect/>
          </a:stretch>
        </p:blipFill>
        <p:spPr>
          <a:xfrm>
            <a:off x="612311" y="917337"/>
            <a:ext cx="10967378" cy="5940663"/>
          </a:xfrm>
          <a:prstGeom prst="rect">
            <a:avLst/>
          </a:prstGeom>
        </p:spPr>
      </p:pic>
    </p:spTree>
    <p:custDataLst>
      <p:tags r:id="rId1"/>
    </p:custDataLst>
    <p:extLst>
      <p:ext uri="{BB962C8B-B14F-4D97-AF65-F5344CB8AC3E}">
        <p14:creationId xmlns:p14="http://schemas.microsoft.com/office/powerpoint/2010/main" val="249811573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7-4 </a:t>
            </a:r>
            <a:r>
              <a:rPr lang="zh-CN" altLang="en-US" dirty="0"/>
              <a:t>智能与便捷</a:t>
            </a:r>
            <a:r>
              <a:rPr lang="en-US" altLang="zh-CN" dirty="0"/>
              <a:t>-AI</a:t>
            </a:r>
            <a:r>
              <a:rPr lang="zh-CN" altLang="en-US" dirty="0"/>
              <a:t>问小达</a:t>
            </a:r>
            <a:endParaRPr dirty="0"/>
          </a:p>
        </p:txBody>
      </p:sp>
      <p:pic>
        <p:nvPicPr>
          <p:cNvPr id="5" name="图片 4">
            <a:extLst>
              <a:ext uri="{FF2B5EF4-FFF2-40B4-BE49-F238E27FC236}">
                <a16:creationId xmlns:a16="http://schemas.microsoft.com/office/drawing/2014/main" id="{FB572EED-C0CC-8AD4-D732-4143F96B70DB}"/>
              </a:ext>
            </a:extLst>
          </p:cNvPr>
          <p:cNvPicPr>
            <a:picLocks noChangeAspect="1"/>
          </p:cNvPicPr>
          <p:nvPr/>
        </p:nvPicPr>
        <p:blipFill>
          <a:blip r:embed="rId3"/>
          <a:stretch>
            <a:fillRect/>
          </a:stretch>
        </p:blipFill>
        <p:spPr>
          <a:xfrm>
            <a:off x="715991" y="983411"/>
            <a:ext cx="10845395" cy="5874589"/>
          </a:xfrm>
          <a:prstGeom prst="rect">
            <a:avLst/>
          </a:prstGeom>
        </p:spPr>
      </p:pic>
    </p:spTree>
    <p:custDataLst>
      <p:tags r:id="rId1"/>
    </p:custDataLst>
    <p:extLst>
      <p:ext uri="{BB962C8B-B14F-4D97-AF65-F5344CB8AC3E}">
        <p14:creationId xmlns:p14="http://schemas.microsoft.com/office/powerpoint/2010/main" val="243841521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908050" y="1152525"/>
            <a:ext cx="7445375" cy="4988560"/>
          </a:xfrm>
          <a:prstGeom prst="rect">
            <a:avLst/>
          </a:prstGeom>
        </p:spPr>
      </p:pic>
      <p:sp>
        <p:nvSpPr>
          <p:cNvPr id="2" name="标题 1"/>
          <p:cNvSpPr>
            <a:spLocks noGrp="1"/>
          </p:cNvSpPr>
          <p:nvPr>
            <p:ph type="title"/>
          </p:nvPr>
        </p:nvSpPr>
        <p:spPr>
          <a:xfrm>
            <a:off x="551319" y="355282"/>
            <a:ext cx="7581761" cy="460375"/>
          </a:xfrm>
        </p:spPr>
        <p:txBody>
          <a:bodyPr>
            <a:normAutofit/>
          </a:bodyPr>
          <a:lstStyle/>
          <a:p>
            <a:r>
              <a:rPr kumimoji="1" lang="en-US" altLang="zh-CN" sz="2500" b="1" noProof="1">
                <a:solidFill>
                  <a:srgbClr val="9A0000"/>
                </a:solidFill>
                <a:latin typeface="微软雅黑" panose="020B0503020204020204" charset="-122"/>
                <a:ea typeface="微软雅黑" panose="020B0503020204020204" charset="-122"/>
              </a:rPr>
              <a:t>7-5 </a:t>
            </a:r>
            <a:r>
              <a:rPr kumimoji="1" lang="zh-CN" altLang="en-US" sz="2500" b="1" noProof="1">
                <a:solidFill>
                  <a:srgbClr val="9A0000"/>
                </a:solidFill>
                <a:latin typeface="微软雅黑" panose="020B0503020204020204" charset="-122"/>
                <a:ea typeface="微软雅黑" panose="020B0503020204020204" charset="-122"/>
              </a:rPr>
              <a:t>智能和便利</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条件预警</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股票</a:t>
            </a:r>
          </a:p>
        </p:txBody>
      </p:sp>
      <p:sp>
        <p:nvSpPr>
          <p:cNvPr id="4" name="线形标注 2(带强调线) 3"/>
          <p:cNvSpPr/>
          <p:nvPr>
            <p:custDataLst>
              <p:tags r:id="rId1"/>
            </p:custDataLst>
          </p:nvPr>
        </p:nvSpPr>
        <p:spPr>
          <a:xfrm>
            <a:off x="9122410" y="2296160"/>
            <a:ext cx="2367915" cy="231521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功能特色：</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、支持所有行情来源预警；竞品只有经纪商行情预警</a:t>
            </a:r>
          </a:p>
          <a:p>
            <a:pPr algn="l">
              <a:lnSpc>
                <a:spcPct val="150000"/>
              </a:lnSpc>
            </a:pPr>
            <a:r>
              <a:rPr 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支持用户自定义100+指标</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；竞品只有系统固定少数几个指标</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、预警债券数量不限制；竞品不支持单债券预警或预警数量限定</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a:t>
            </a:r>
          </a:p>
        </p:txBody>
      </p:sp>
      <p:pic>
        <p:nvPicPr>
          <p:cNvPr id="11" name="图片 10"/>
          <p:cNvPicPr>
            <a:picLocks noChangeAspect="1"/>
          </p:cNvPicPr>
          <p:nvPr/>
        </p:nvPicPr>
        <p:blipFill>
          <a:blip r:embed="rId4"/>
          <a:stretch>
            <a:fillRect/>
          </a:stretch>
        </p:blipFill>
        <p:spPr>
          <a:xfrm>
            <a:off x="4846955" y="2200275"/>
            <a:ext cx="3286125" cy="3629025"/>
          </a:xfrm>
          <a:prstGeom prst="rect">
            <a:avLst/>
          </a:prstGeom>
        </p:spPr>
      </p:pic>
      <p:pic>
        <p:nvPicPr>
          <p:cNvPr id="12" name="图片 11"/>
          <p:cNvPicPr>
            <a:picLocks noChangeAspect="1"/>
          </p:cNvPicPr>
          <p:nvPr/>
        </p:nvPicPr>
        <p:blipFill>
          <a:blip r:embed="rId5"/>
          <a:stretch>
            <a:fillRect/>
          </a:stretch>
        </p:blipFill>
        <p:spPr>
          <a:xfrm>
            <a:off x="1531620" y="2200275"/>
            <a:ext cx="3228975" cy="3238500"/>
          </a:xfrm>
          <a:prstGeom prst="rect">
            <a:avLst/>
          </a:prstGeom>
        </p:spPr>
      </p:pic>
      <p:pic>
        <p:nvPicPr>
          <p:cNvPr id="5" name="图片 4">
            <a:extLst>
              <a:ext uri="{FF2B5EF4-FFF2-40B4-BE49-F238E27FC236}">
                <a16:creationId xmlns:a16="http://schemas.microsoft.com/office/drawing/2014/main" id="{B2790560-7A1B-A15C-713A-A854830CCA82}"/>
              </a:ext>
            </a:extLst>
          </p:cNvPr>
          <p:cNvPicPr>
            <a:picLocks noChangeAspect="1"/>
          </p:cNvPicPr>
          <p:nvPr/>
        </p:nvPicPr>
        <p:blipFill>
          <a:blip r:embed="rId6"/>
          <a:stretch>
            <a:fillRect/>
          </a:stretch>
        </p:blipFill>
        <p:spPr>
          <a:xfrm>
            <a:off x="701675" y="1014148"/>
            <a:ext cx="10788650" cy="5843852"/>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908050" y="1152525"/>
            <a:ext cx="7445375" cy="4988560"/>
          </a:xfrm>
          <a:prstGeom prst="rect">
            <a:avLst/>
          </a:prstGeom>
        </p:spPr>
      </p:pic>
      <p:sp>
        <p:nvSpPr>
          <p:cNvPr id="2" name="标题 1"/>
          <p:cNvSpPr>
            <a:spLocks noGrp="1"/>
          </p:cNvSpPr>
          <p:nvPr>
            <p:ph type="title"/>
          </p:nvPr>
        </p:nvSpPr>
        <p:spPr/>
        <p:txBody>
          <a:bodyPr>
            <a:normAutofit/>
          </a:bodyPr>
          <a:lstStyle/>
          <a:p>
            <a:r>
              <a:rPr kumimoji="1" lang="en-US" altLang="zh-CN" sz="2500" b="1" noProof="1">
                <a:solidFill>
                  <a:srgbClr val="9A0000"/>
                </a:solidFill>
                <a:latin typeface="微软雅黑" panose="020B0503020204020204" charset="-122"/>
                <a:ea typeface="微软雅黑" panose="020B0503020204020204" charset="-122"/>
              </a:rPr>
              <a:t>7.5 </a:t>
            </a:r>
            <a:r>
              <a:rPr kumimoji="1" lang="zh-CN" altLang="en-US" sz="2500" b="1" noProof="1">
                <a:solidFill>
                  <a:srgbClr val="9A0000"/>
                </a:solidFill>
                <a:latin typeface="微软雅黑" panose="020B0503020204020204" charset="-122"/>
                <a:ea typeface="微软雅黑" panose="020B0503020204020204" charset="-122"/>
              </a:rPr>
              <a:t>智能与便捷</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条件预警</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债券</a:t>
            </a:r>
          </a:p>
        </p:txBody>
      </p:sp>
      <p:sp>
        <p:nvSpPr>
          <p:cNvPr id="4" name="线形标注 2(带强调线) 3"/>
          <p:cNvSpPr/>
          <p:nvPr>
            <p:custDataLst>
              <p:tags r:id="rId1"/>
            </p:custDataLst>
          </p:nvPr>
        </p:nvSpPr>
        <p:spPr>
          <a:xfrm>
            <a:off x="9122410" y="2296160"/>
            <a:ext cx="2367915" cy="231521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功能特色：</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、支持所有行情来源预警；竞品只有经纪商行情预警</a:t>
            </a:r>
          </a:p>
          <a:p>
            <a:pPr algn="l">
              <a:lnSpc>
                <a:spcPct val="150000"/>
              </a:lnSpc>
            </a:pPr>
            <a:r>
              <a:rPr 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200" dirty="0">
                <a:latin typeface="微软雅黑" panose="020B0503020204020204" pitchFamily="34" charset="-122"/>
                <a:ea typeface="微软雅黑" panose="020B0503020204020204" pitchFamily="34" charset="-122"/>
                <a:cs typeface="微软雅黑" panose="020B0503020204020204" pitchFamily="34" charset="-122"/>
                <a:sym typeface="+mn-ea"/>
              </a:rPr>
              <a:t>支持用户自定义100+指标</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；竞品只有系统固定少数几个指标</a:t>
            </a:r>
            <a:endParaRPr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、预警债券数量不限制；竞品不支持单债券预警或预警数量限定</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a:t>
            </a:r>
          </a:p>
        </p:txBody>
      </p:sp>
      <p:pic>
        <p:nvPicPr>
          <p:cNvPr id="11" name="图片 10"/>
          <p:cNvPicPr>
            <a:picLocks noChangeAspect="1"/>
          </p:cNvPicPr>
          <p:nvPr/>
        </p:nvPicPr>
        <p:blipFill>
          <a:blip r:embed="rId4"/>
          <a:stretch>
            <a:fillRect/>
          </a:stretch>
        </p:blipFill>
        <p:spPr>
          <a:xfrm>
            <a:off x="4846955" y="2200275"/>
            <a:ext cx="3286125" cy="3629025"/>
          </a:xfrm>
          <a:prstGeom prst="rect">
            <a:avLst/>
          </a:prstGeom>
        </p:spPr>
      </p:pic>
      <p:pic>
        <p:nvPicPr>
          <p:cNvPr id="12" name="图片 11"/>
          <p:cNvPicPr>
            <a:picLocks noChangeAspect="1"/>
          </p:cNvPicPr>
          <p:nvPr/>
        </p:nvPicPr>
        <p:blipFill>
          <a:blip r:embed="rId5"/>
          <a:stretch>
            <a:fillRect/>
          </a:stretch>
        </p:blipFill>
        <p:spPr>
          <a:xfrm>
            <a:off x="1531620" y="2200275"/>
            <a:ext cx="3228975" cy="3238500"/>
          </a:xfrm>
          <a:prstGeom prst="rect">
            <a:avLst/>
          </a:prstGeom>
        </p:spPr>
      </p:pic>
    </p:spTree>
    <p:extLst>
      <p:ext uri="{BB962C8B-B14F-4D97-AF65-F5344CB8AC3E}">
        <p14:creationId xmlns:p14="http://schemas.microsoft.com/office/powerpoint/2010/main" val="416788605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7-6 </a:t>
            </a:r>
            <a:r>
              <a:rPr lang="zh-CN" altLang="en-US" dirty="0"/>
              <a:t>智能与便利</a:t>
            </a:r>
            <a:r>
              <a:rPr lang="en-US" altLang="zh-CN" dirty="0"/>
              <a:t>-</a:t>
            </a:r>
            <a:r>
              <a:rPr lang="zh-CN" altLang="en-US" dirty="0"/>
              <a:t>定制版面</a:t>
            </a:r>
            <a:endParaRPr dirty="0"/>
          </a:p>
        </p:txBody>
      </p:sp>
      <p:pic>
        <p:nvPicPr>
          <p:cNvPr id="3" name="图片 2">
            <a:extLst>
              <a:ext uri="{FF2B5EF4-FFF2-40B4-BE49-F238E27FC236}">
                <a16:creationId xmlns:a16="http://schemas.microsoft.com/office/drawing/2014/main" id="{53CBA913-2176-45EA-C22F-A2DA22BEB187}"/>
              </a:ext>
            </a:extLst>
          </p:cNvPr>
          <p:cNvPicPr>
            <a:picLocks noChangeAspect="1"/>
          </p:cNvPicPr>
          <p:nvPr/>
        </p:nvPicPr>
        <p:blipFill>
          <a:blip r:embed="rId3"/>
          <a:stretch>
            <a:fillRect/>
          </a:stretch>
        </p:blipFill>
        <p:spPr>
          <a:xfrm>
            <a:off x="483080" y="905055"/>
            <a:ext cx="10990052" cy="5952945"/>
          </a:xfrm>
          <a:prstGeom prst="rect">
            <a:avLst/>
          </a:prstGeom>
        </p:spPr>
      </p:pic>
    </p:spTree>
    <p:custDataLst>
      <p:tags r:id="rId1"/>
    </p:custDataLst>
    <p:extLst>
      <p:ext uri="{BB962C8B-B14F-4D97-AF65-F5344CB8AC3E}">
        <p14:creationId xmlns:p14="http://schemas.microsoft.com/office/powerpoint/2010/main" val="420459165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7-7 </a:t>
            </a:r>
            <a:r>
              <a:rPr lang="zh-CN" altLang="en-US" dirty="0"/>
              <a:t>智能与便利</a:t>
            </a:r>
            <a:r>
              <a:rPr lang="en-US" altLang="zh-CN" dirty="0"/>
              <a:t>-</a:t>
            </a:r>
            <a:r>
              <a:rPr lang="zh-CN" altLang="en-US" dirty="0"/>
              <a:t>定制版面</a:t>
            </a:r>
            <a:endParaRPr dirty="0"/>
          </a:p>
        </p:txBody>
      </p:sp>
      <p:pic>
        <p:nvPicPr>
          <p:cNvPr id="10" name="图片 9">
            <a:extLst>
              <a:ext uri="{FF2B5EF4-FFF2-40B4-BE49-F238E27FC236}">
                <a16:creationId xmlns:a16="http://schemas.microsoft.com/office/drawing/2014/main" id="{093E36A7-E7CD-3AFE-7866-C875F3FB4030}"/>
              </a:ext>
            </a:extLst>
          </p:cNvPr>
          <p:cNvPicPr>
            <a:picLocks noChangeAspect="1"/>
          </p:cNvPicPr>
          <p:nvPr/>
        </p:nvPicPr>
        <p:blipFill>
          <a:blip r:embed="rId3"/>
          <a:stretch>
            <a:fillRect/>
          </a:stretch>
        </p:blipFill>
        <p:spPr>
          <a:xfrm>
            <a:off x="551319" y="876601"/>
            <a:ext cx="11042583" cy="5981399"/>
          </a:xfrm>
          <a:prstGeom prst="rect">
            <a:avLst/>
          </a:prstGeom>
        </p:spPr>
      </p:pic>
    </p:spTree>
    <p:custDataLst>
      <p:tags r:id="rId1"/>
    </p:custDataLst>
    <p:extLst>
      <p:ext uri="{BB962C8B-B14F-4D97-AF65-F5344CB8AC3E}">
        <p14:creationId xmlns:p14="http://schemas.microsoft.com/office/powerpoint/2010/main" val="245035638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810884" y="849981"/>
            <a:ext cx="10266536" cy="6008019"/>
          </a:xfrm>
          <a:prstGeom prst="rect">
            <a:avLst/>
          </a:prstGeom>
        </p:spPr>
      </p:pic>
      <p:sp>
        <p:nvSpPr>
          <p:cNvPr id="7" name="线形标注 2(带强调线) 6"/>
          <p:cNvSpPr/>
          <p:nvPr/>
        </p:nvSpPr>
        <p:spPr>
          <a:xfrm>
            <a:off x="7025005" y="1950720"/>
            <a:ext cx="3143885" cy="1478280"/>
          </a:xfrm>
          <a:prstGeom prst="accentCallout2">
            <a:avLst>
              <a:gd name="adj1" fmla="val 18750"/>
              <a:gd name="adj2" fmla="val -8333"/>
              <a:gd name="adj3" fmla="val 18750"/>
              <a:gd name="adj4" fmla="val -16667"/>
              <a:gd name="adj5" fmla="val -20099"/>
              <a:gd name="adj6" fmla="val -28796"/>
            </a:avLst>
          </a:prstGeom>
          <a:ln>
            <a:solidFill>
              <a:srgbClr val="990000"/>
            </a:solidFill>
          </a:ln>
        </p:spPr>
        <p:style>
          <a:lnRef idx="2">
            <a:schemeClr val="accent1"/>
          </a:lnRef>
          <a:fillRef idx="1">
            <a:schemeClr val="lt1"/>
          </a:fillRef>
          <a:effectRef idx="0">
            <a:schemeClr val="accent1"/>
          </a:effectRef>
          <a:fontRef idx="minor">
            <a:schemeClr val="dk1"/>
          </a:fontRef>
        </p:style>
        <p:txBody>
          <a:bodyPr rtlCol="0" anchor="t" anchorCtr="0"/>
          <a:lstStyle/>
          <a:p>
            <a:pPr algn="l">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功能特色：</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、版面布局可任意定义</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自定义单元内容达</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、多品种行情与单品种行情自动联动</a:t>
            </a:r>
          </a:p>
          <a:p>
            <a:pPr algn="l">
              <a:lnSpc>
                <a:spcPct val="150000"/>
              </a:lnSpc>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、可设置自定义版面为系统个券详情版面</a:t>
            </a:r>
          </a:p>
        </p:txBody>
      </p:sp>
      <p:sp>
        <p:nvSpPr>
          <p:cNvPr id="5" name="标题 3">
            <a:extLst>
              <a:ext uri="{FF2B5EF4-FFF2-40B4-BE49-F238E27FC236}">
                <a16:creationId xmlns:a16="http://schemas.microsoft.com/office/drawing/2014/main" id="{B1B8F8ED-D784-ED98-445D-88D16AC223FB}"/>
              </a:ext>
            </a:extLst>
          </p:cNvPr>
          <p:cNvSpPr>
            <a:spLocks noGrp="1"/>
          </p:cNvSpPr>
          <p:nvPr>
            <p:ph type="title"/>
          </p:nvPr>
        </p:nvSpPr>
        <p:spPr>
          <a:xfrm>
            <a:off x="551319" y="354647"/>
            <a:ext cx="6854747" cy="460375"/>
          </a:xfrm>
        </p:spPr>
        <p:txBody>
          <a:bodyPr>
            <a:normAutofit/>
          </a:bodyPr>
          <a:lstStyle/>
          <a:p>
            <a:r>
              <a:rPr kumimoji="1" lang="en-US" altLang="zh-CN" sz="2500" b="1" noProof="1">
                <a:solidFill>
                  <a:srgbClr val="9A0000"/>
                </a:solidFill>
                <a:latin typeface="微软雅黑" panose="020B0503020204020204" charset="-122"/>
                <a:ea typeface="微软雅黑" panose="020B0503020204020204" charset="-122"/>
              </a:rPr>
              <a:t>7-6 </a:t>
            </a:r>
            <a:r>
              <a:rPr kumimoji="1" lang="zh-CN" altLang="en-US" sz="2500" b="1" noProof="1">
                <a:solidFill>
                  <a:srgbClr val="9A0000"/>
                </a:solidFill>
                <a:latin typeface="微软雅黑" panose="020B0503020204020204" charset="-122"/>
                <a:ea typeface="微软雅黑" panose="020B0503020204020204" charset="-122"/>
              </a:rPr>
              <a:t>智能与便利</a:t>
            </a:r>
            <a:r>
              <a:rPr kumimoji="1" lang="en-US" altLang="zh-CN" sz="2500" b="1" noProof="1">
                <a:solidFill>
                  <a:srgbClr val="9A0000"/>
                </a:solidFill>
                <a:latin typeface="微软雅黑" panose="020B0503020204020204" charset="-122"/>
                <a:ea typeface="微软雅黑" panose="020B0503020204020204" charset="-122"/>
              </a:rPr>
              <a:t>-</a:t>
            </a:r>
            <a:r>
              <a:rPr kumimoji="1" lang="zh-CN" altLang="en-US" sz="2500" b="1" noProof="1">
                <a:solidFill>
                  <a:srgbClr val="9A0000"/>
                </a:solidFill>
                <a:latin typeface="微软雅黑" panose="020B0503020204020204" charset="-122"/>
                <a:ea typeface="微软雅黑" panose="020B0503020204020204" charset="-122"/>
              </a:rPr>
              <a:t>定制版面</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7-7 </a:t>
            </a:r>
            <a:r>
              <a:rPr lang="zh-CN" altLang="en-US" dirty="0"/>
              <a:t>智能与便捷</a:t>
            </a:r>
            <a:r>
              <a:rPr lang="en-US" altLang="zh-CN" dirty="0"/>
              <a:t>-</a:t>
            </a:r>
            <a:r>
              <a:rPr lang="zh-CN" altLang="en-US" dirty="0"/>
              <a:t>灵活屏、副屏、分屏</a:t>
            </a:r>
            <a:endParaRPr dirty="0"/>
          </a:p>
        </p:txBody>
      </p:sp>
      <p:pic>
        <p:nvPicPr>
          <p:cNvPr id="3" name="图片 2">
            <a:extLst>
              <a:ext uri="{FF2B5EF4-FFF2-40B4-BE49-F238E27FC236}">
                <a16:creationId xmlns:a16="http://schemas.microsoft.com/office/drawing/2014/main" id="{F946DBF1-5C7C-1A73-0886-E1FCD65B9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19" y="931653"/>
            <a:ext cx="11171979" cy="5926347"/>
          </a:xfrm>
          <a:prstGeom prst="rect">
            <a:avLst/>
          </a:prstGeom>
        </p:spPr>
      </p:pic>
    </p:spTree>
    <p:custDataLst>
      <p:tags r:id="rId1"/>
    </p:custDataLst>
    <p:extLst>
      <p:ext uri="{BB962C8B-B14F-4D97-AF65-F5344CB8AC3E}">
        <p14:creationId xmlns:p14="http://schemas.microsoft.com/office/powerpoint/2010/main" val="94569004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7-8 </a:t>
            </a:r>
            <a:r>
              <a:rPr lang="zh-CN" altLang="en-US" dirty="0"/>
              <a:t>智能和便利</a:t>
            </a:r>
            <a:r>
              <a:rPr lang="en-US" altLang="zh-CN" dirty="0"/>
              <a:t>-</a:t>
            </a:r>
            <a:r>
              <a:rPr lang="zh-CN" altLang="en-US" dirty="0"/>
              <a:t>自定义看盘风格</a:t>
            </a:r>
            <a:endParaRPr dirty="0"/>
          </a:p>
        </p:txBody>
      </p:sp>
      <p:pic>
        <p:nvPicPr>
          <p:cNvPr id="5" name="图片 4">
            <a:extLst>
              <a:ext uri="{FF2B5EF4-FFF2-40B4-BE49-F238E27FC236}">
                <a16:creationId xmlns:a16="http://schemas.microsoft.com/office/drawing/2014/main" id="{09E7BE8D-50BF-6CF0-764A-FE74D8AD93D6}"/>
              </a:ext>
            </a:extLst>
          </p:cNvPr>
          <p:cNvPicPr>
            <a:picLocks noChangeAspect="1"/>
          </p:cNvPicPr>
          <p:nvPr/>
        </p:nvPicPr>
        <p:blipFill>
          <a:blip r:embed="rId3"/>
          <a:stretch>
            <a:fillRect/>
          </a:stretch>
        </p:blipFill>
        <p:spPr>
          <a:xfrm>
            <a:off x="603627" y="923026"/>
            <a:ext cx="10956876" cy="5934974"/>
          </a:xfrm>
          <a:prstGeom prst="rect">
            <a:avLst/>
          </a:prstGeom>
        </p:spPr>
      </p:pic>
    </p:spTree>
    <p:custDataLst>
      <p:tags r:id="rId1"/>
    </p:custDataLst>
    <p:extLst>
      <p:ext uri="{BB962C8B-B14F-4D97-AF65-F5344CB8AC3E}">
        <p14:creationId xmlns:p14="http://schemas.microsoft.com/office/powerpoint/2010/main" val="87672166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7-8 </a:t>
            </a:r>
            <a:r>
              <a:rPr lang="zh-CN" altLang="en-US" dirty="0"/>
              <a:t>智能和便利</a:t>
            </a:r>
            <a:r>
              <a:rPr lang="en-US" altLang="zh-CN" dirty="0"/>
              <a:t>-</a:t>
            </a:r>
            <a:r>
              <a:rPr lang="zh-CN" altLang="en-US" dirty="0"/>
              <a:t>自定义看盘风格</a:t>
            </a:r>
            <a:endParaRPr dirty="0"/>
          </a:p>
        </p:txBody>
      </p:sp>
      <p:pic>
        <p:nvPicPr>
          <p:cNvPr id="6" name="图片 5">
            <a:extLst>
              <a:ext uri="{FF2B5EF4-FFF2-40B4-BE49-F238E27FC236}">
                <a16:creationId xmlns:a16="http://schemas.microsoft.com/office/drawing/2014/main" id="{CE15B275-1132-4E8A-2CAB-127E8F8E72CC}"/>
              </a:ext>
            </a:extLst>
          </p:cNvPr>
          <p:cNvPicPr>
            <a:picLocks noChangeAspect="1"/>
          </p:cNvPicPr>
          <p:nvPr/>
        </p:nvPicPr>
        <p:blipFill>
          <a:blip r:embed="rId3"/>
          <a:stretch>
            <a:fillRect/>
          </a:stretch>
        </p:blipFill>
        <p:spPr>
          <a:xfrm>
            <a:off x="551319" y="844310"/>
            <a:ext cx="11102197" cy="6013690"/>
          </a:xfrm>
          <a:prstGeom prst="rect">
            <a:avLst/>
          </a:prstGeom>
        </p:spPr>
      </p:pic>
    </p:spTree>
    <p:custDataLst>
      <p:tags r:id="rId1"/>
    </p:custDataLst>
    <p:extLst>
      <p:ext uri="{BB962C8B-B14F-4D97-AF65-F5344CB8AC3E}">
        <p14:creationId xmlns:p14="http://schemas.microsoft.com/office/powerpoint/2010/main" val="273397410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en-US" altLang="zh-CN" dirty="0"/>
              <a:t>7-9 </a:t>
            </a:r>
            <a:r>
              <a:rPr lang="zh-CN" altLang="en-US" dirty="0"/>
              <a:t>智能和便利</a:t>
            </a:r>
            <a:r>
              <a:rPr lang="en-US" altLang="zh-CN" dirty="0"/>
              <a:t>-</a:t>
            </a:r>
            <a:r>
              <a:rPr lang="zh-CN" altLang="en-US" dirty="0"/>
              <a:t>画线工具和电子教鞭</a:t>
            </a:r>
            <a:endParaRPr dirty="0"/>
          </a:p>
        </p:txBody>
      </p:sp>
      <p:pic>
        <p:nvPicPr>
          <p:cNvPr id="3" name="图片 2">
            <a:extLst>
              <a:ext uri="{FF2B5EF4-FFF2-40B4-BE49-F238E27FC236}">
                <a16:creationId xmlns:a16="http://schemas.microsoft.com/office/drawing/2014/main" id="{91976949-B498-8CBC-13A1-404404B5DDF3}"/>
              </a:ext>
            </a:extLst>
          </p:cNvPr>
          <p:cNvPicPr>
            <a:picLocks noChangeAspect="1"/>
          </p:cNvPicPr>
          <p:nvPr/>
        </p:nvPicPr>
        <p:blipFill>
          <a:blip r:embed="rId3"/>
          <a:stretch>
            <a:fillRect/>
          </a:stretch>
        </p:blipFill>
        <p:spPr>
          <a:xfrm>
            <a:off x="635097" y="942022"/>
            <a:ext cx="10921806" cy="5915978"/>
          </a:xfrm>
          <a:prstGeom prst="rect">
            <a:avLst/>
          </a:prstGeom>
        </p:spPr>
      </p:pic>
    </p:spTree>
    <p:custDataLst>
      <p:tags r:id="rId1"/>
    </p:custDataLst>
    <p:extLst>
      <p:ext uri="{BB962C8B-B14F-4D97-AF65-F5344CB8AC3E}">
        <p14:creationId xmlns:p14="http://schemas.microsoft.com/office/powerpoint/2010/main" val="272142909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541476" y="3645629"/>
            <a:ext cx="5564413" cy="1036581"/>
          </a:xfrm>
        </p:spPr>
        <p:txBody>
          <a:bodyPr/>
          <a:lstStyle/>
          <a:p>
            <a:pPr algn="ctr"/>
            <a:r>
              <a:rPr lang="zh-CN" altLang="en-US" dirty="0"/>
              <a:t>感谢观看！</a:t>
            </a:r>
          </a:p>
        </p:txBody>
      </p:sp>
      <p:sp>
        <p:nvSpPr>
          <p:cNvPr id="5" name="文本框 4"/>
          <p:cNvSpPr txBox="1"/>
          <p:nvPr/>
        </p:nvSpPr>
        <p:spPr>
          <a:xfrm>
            <a:off x="5516880" y="4861560"/>
            <a:ext cx="1725295" cy="526415"/>
          </a:xfrm>
          <a:prstGeom prst="rect">
            <a:avLst/>
          </a:prstGeom>
          <a:noFill/>
        </p:spPr>
        <p:txBody>
          <a:bodyPr wrap="square" rtlCol="0">
            <a:noAutofit/>
          </a:bodyPr>
          <a:lstStyle/>
          <a:p>
            <a:endParaRPr lang="zh-CN" altLang="en-US"/>
          </a:p>
        </p:txBody>
      </p:sp>
    </p:spTree>
    <p:custDataLst>
      <p:tags r:id="rId1"/>
    </p:custDataLst>
    <p:extLst>
      <p:ext uri="{BB962C8B-B14F-4D97-AF65-F5344CB8AC3E}">
        <p14:creationId xmlns:p14="http://schemas.microsoft.com/office/powerpoint/2010/main" val="1384171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2bef951-ba1a-4fa6-a1fb-91f99293b3e1"/>
  <p:tag name="COMMONDATA" val="eyJoZGlkIjoiMzM3NWU0NDc1Zjk1OTFkNDdkMjY1OTFmZGQwODExMm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2,&quot;width&quot;:16416}"/>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8139.623622047244}"/>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78,&quot;width&quot;:3987}"/>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78,&quot;width&quot;:3987}"/>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2,&quot;width&quot;:16416}"/>
</p:tagLst>
</file>

<file path=ppt/tags/tag24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4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7536,&quot;width&quot;:16788}"/>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933,&quot;width&quot;:14552}"/>
</p:tagLst>
</file>

<file path=ppt/tags/tag25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7536,&quot;width&quot;:16788}"/>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6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7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7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7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7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8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8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8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7925_6*n_h_a*1_1_1"/>
  <p:tag name="KSO_WM_TEMPLATE_CATEGORY" val="diagram"/>
  <p:tag name="KSO_WM_TEMPLATE_INDEX" val="20227925"/>
  <p:tag name="KSO_WM_UNIT_LAYERLEVEL" val="1_1_1"/>
  <p:tag name="KSO_WM_TAG_VERSION" val="1.0"/>
  <p:tag name="KSO_WM_BEAUTIFY_FLAG" val=""/>
  <p:tag name="KSO_WM_UNIT_TEXT_FILL_FORE_SCHEMECOLOR_INDEX" val="10"/>
  <p:tag name="KSO_WM_UNIT_TEXT_FILL_TYPE" val="1"/>
</p:tagLst>
</file>

<file path=ppt/tags/tag29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27925_6*n_h_h_f*1_2_1_1"/>
  <p:tag name="KSO_WM_TEMPLATE_CATEGORY" val="diagram"/>
  <p:tag name="KSO_WM_TEMPLATE_INDEX" val="20227925"/>
  <p:tag name="KSO_WM_UNIT_LAYERLEVEL" val="1_1_1_1"/>
  <p:tag name="KSO_WM_TAG_VERSION" val="1.0"/>
  <p:tag name="KSO_WM_BEAUTIFY_FLAG" val=""/>
  <p:tag name="KSO_WM_UNIT_TEXT_FILL_FORE_SCHEMECOLOR_INDEX" val="13"/>
  <p:tag name="KSO_WM_UNIT_TEXT_FILL_TYPE" val="1"/>
</p:tagLst>
</file>

<file path=ppt/tags/tag29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27925_6*n_h_h_a*1_2_1_1"/>
  <p:tag name="KSO_WM_TEMPLATE_CATEGORY" val="diagram"/>
  <p:tag name="KSO_WM_TEMPLATE_INDEX" val="20227925"/>
  <p:tag name="KSO_WM_UNIT_LAYERLEVEL" val="1_1_1_1"/>
  <p:tag name="KSO_WM_TAG_VERSION" val="1.0"/>
  <p:tag name="KSO_WM_BEAUTIFY_FLAG" val=""/>
  <p:tag name="KSO_WM_UNIT_TEXT_FILL_FORE_SCHEMECOLOR_INDEX" val="10"/>
  <p:tag name="KSO_WM_UNIT_TEXT_FILL_TYPE" val="1"/>
</p:tagLst>
</file>

<file path=ppt/tags/tag29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27925_6*n_h_h_f*1_2_2_1"/>
  <p:tag name="KSO_WM_TEMPLATE_CATEGORY" val="diagram"/>
  <p:tag name="KSO_WM_TEMPLATE_INDEX" val="20227925"/>
  <p:tag name="KSO_WM_UNIT_LAYERLEVEL" val="1_1_1_1"/>
  <p:tag name="KSO_WM_TAG_VERSION" val="1.0"/>
  <p:tag name="KSO_WM_BEAUTIFY_FLAG" val=""/>
  <p:tag name="KSO_WM_UNIT_TEXT_FILL_FORE_SCHEMECOLOR_INDEX" val="13"/>
  <p:tag name="KSO_WM_UNIT_TEXT_FILL_TYPE" val="1"/>
</p:tagLst>
</file>

<file path=ppt/tags/tag2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27925_6*n_h_h_a*1_2_2_1"/>
  <p:tag name="KSO_WM_TEMPLATE_CATEGORY" val="diagram"/>
  <p:tag name="KSO_WM_TEMPLATE_INDEX" val="20227925"/>
  <p:tag name="KSO_WM_UNIT_LAYERLEVEL" val="1_1_1_1"/>
  <p:tag name="KSO_WM_TAG_VERSION" val="1.0"/>
  <p:tag name="KSO_WM_BEAUTIFY_FLAG" val=""/>
  <p:tag name="KSO_WM_UNIT_TEXT_FILL_FORE_SCHEMECOLOR_INDEX" val="10"/>
  <p:tag name="KSO_WM_UNIT_TEXT_FILL_TYPE" val="1"/>
</p:tagLst>
</file>

<file path=ppt/tags/tag29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227925_6*n_h_h_f*1_2_3_1"/>
  <p:tag name="KSO_WM_TEMPLATE_CATEGORY" val="diagram"/>
  <p:tag name="KSO_WM_TEMPLATE_INDEX" val="20227925"/>
  <p:tag name="KSO_WM_UNIT_LAYERLEVEL" val="1_1_1_1"/>
  <p:tag name="KSO_WM_TAG_VERSION" val="1.0"/>
  <p:tag name="KSO_WM_BEAUTIFY_FLAG" val=""/>
  <p:tag name="KSO_WM_UNIT_TEXT_FILL_FORE_SCHEMECOLOR_INDEX" val="13"/>
  <p:tag name="KSO_WM_UNIT_TEXT_FILL_TYPE" val="1"/>
</p:tagLst>
</file>

<file path=ppt/tags/tag2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3_1"/>
  <p:tag name="KSO_WM_UNIT_ID" val="diagram20227925_6*n_h_h_a*1_2_3_1"/>
  <p:tag name="KSO_WM_TEMPLATE_CATEGORY" val="diagram"/>
  <p:tag name="KSO_WM_TEMPLATE_INDEX" val="20227925"/>
  <p:tag name="KSO_WM_UNIT_LAYERLEVEL" val="1_1_1_1"/>
  <p:tag name="KSO_WM_TAG_VERSION" val="1.0"/>
  <p:tag name="KSO_WM_BEAUTIFY_FLAG" val=""/>
  <p:tag name="KSO_WM_UNIT_TEXT_FILL_FORE_SCHEMECOLOR_INDEX" val="10"/>
  <p:tag name="KSO_WM_UNIT_TEXT_FILL_TYPE" val="1"/>
</p:tagLst>
</file>

<file path=ppt/tags/tag29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4_1"/>
  <p:tag name="KSO_WM_UNIT_ID" val="diagram20227925_6*n_h_h_f*1_2_4_1"/>
  <p:tag name="KSO_WM_TEMPLATE_CATEGORY" val="diagram"/>
  <p:tag name="KSO_WM_TEMPLATE_INDEX" val="20227925"/>
  <p:tag name="KSO_WM_UNIT_LAYERLEVEL" val="1_1_1_1"/>
  <p:tag name="KSO_WM_TAG_VERSION" val="1.0"/>
  <p:tag name="KSO_WM_BEAUTIFY_FLAG" val=""/>
  <p:tag name="KSO_WM_UNIT_TEXT_FILL_FORE_SCHEMECOLOR_INDEX" val="13"/>
  <p:tag name="KSO_WM_UNIT_TEXT_FILL_TYPE" val="1"/>
</p:tagLst>
</file>

<file path=ppt/tags/tag29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4_1"/>
  <p:tag name="KSO_WM_UNIT_ID" val="diagram20227925_6*n_h_h_a*1_2_4_1"/>
  <p:tag name="KSO_WM_TEMPLATE_CATEGORY" val="diagram"/>
  <p:tag name="KSO_WM_TEMPLATE_INDEX" val="20227925"/>
  <p:tag name="KSO_WM_UNIT_LAYERLEVEL" val="1_1_1_1"/>
  <p:tag name="KSO_WM_TAG_VERSION" val="1.0"/>
  <p:tag name="KSO_WM_BEAUTIFY_FLAG" val=""/>
  <p:tag name="KSO_WM_UNIT_TEXT_FILL_FORE_SCHEMECOLOR_INDEX" val="10"/>
  <p:tag name="KSO_WM_UNIT_TEXT_FILL_TYPE" val="1"/>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UNIT_VALUE" val="103*10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5_2"/>
  <p:tag name="KSO_WM_UNIT_ID" val="diagram20227925_6*n_h_h_x*1_2_5_2"/>
  <p:tag name="KSO_WM_TEMPLATE_CATEGORY" val="diagram"/>
  <p:tag name="KSO_WM_TEMPLATE_INDEX" val="20227925"/>
  <p:tag name="KSO_WM_UNIT_LAYERLEVEL" val="1_1_1_1"/>
  <p:tag name="KSO_WM_TAG_VERSION" val="1.0"/>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UNIT_VALUE" val="103*10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2"/>
  <p:tag name="KSO_WM_UNIT_ID" val="diagram20227925_6*n_h_h_x*1_2_2_2"/>
  <p:tag name="KSO_WM_TEMPLATE_CATEGORY" val="diagram"/>
  <p:tag name="KSO_WM_TEMPLATE_INDEX" val="20227925"/>
  <p:tag name="KSO_WM_UNIT_LAYERLEVEL" val="1_1_1_1"/>
  <p:tag name="KSO_WM_TAG_VERSION" val="1.0"/>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27925_6*n_h_h_i*1_2_3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09.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27925_6*n_h_h_x*1_2_3_1"/>
  <p:tag name="KSO_WM_TEMPLATE_CATEGORY" val="diagram"/>
  <p:tag name="KSO_WM_TEMPLATE_INDEX" val="20227925"/>
  <p:tag name="KSO_WM_UNIT_LAYERLEVEL" val="1_1_1_1"/>
  <p:tag name="KSO_WM_TAG_VERSION" val="1.0"/>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27925_6*n_h_h_i*1_2_5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11.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5_1"/>
  <p:tag name="KSO_WM_UNIT_ID" val="diagram20227925_6*n_h_h_x*1_2_5_1"/>
  <p:tag name="KSO_WM_TEMPLATE_CATEGORY" val="diagram"/>
  <p:tag name="KSO_WM_TEMPLATE_INDEX" val="20227925"/>
  <p:tag name="KSO_WM_UNIT_LAYERLEVEL" val="1_1_1_1"/>
  <p:tag name="KSO_WM_TAG_VERSION" val="1.0"/>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6_1"/>
  <p:tag name="KSO_WM_UNIT_ID" val="diagram20227925_6*n_h_h_i*1_2_6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13.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6_1"/>
  <p:tag name="KSO_WM_UNIT_ID" val="diagram20227925_6*n_h_h_x*1_2_6_1"/>
  <p:tag name="KSO_WM_TEMPLATE_CATEGORY" val="diagram"/>
  <p:tag name="KSO_WM_TEMPLATE_INDEX" val="20227925"/>
  <p:tag name="KSO_WM_UNIT_LAYERLEVEL" val="1_1_1_1"/>
  <p:tag name="KSO_WM_TAG_VERSION" val="1.0"/>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27925_6*n_h_h_i*1_2_1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15.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27925_6*n_h_h_x*1_2_1_1"/>
  <p:tag name="KSO_WM_TEMPLATE_CATEGORY" val="diagram"/>
  <p:tag name="KSO_WM_TEMPLATE_INDEX" val="20227925"/>
  <p:tag name="KSO_WM_UNIT_LAYERLEVEL" val="1_1_1_1"/>
  <p:tag name="KSO_WM_TAG_VERSION" val="1.0"/>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27925_6*n_h_h_i*1_2_2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17.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27925_6*n_h_h_x*1_2_2_1"/>
  <p:tag name="KSO_WM_TEMPLATE_CATEGORY" val="diagram"/>
  <p:tag name="KSO_WM_TEMPLATE_INDEX" val="20227925"/>
  <p:tag name="KSO_WM_UNIT_LAYERLEVEL" val="1_1_1_1"/>
  <p:tag name="KSO_WM_TAG_VERSION" val="1.0"/>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27925_6*n_h_h_i*1_2_4_1"/>
  <p:tag name="KSO_WM_TEMPLATE_CATEGORY" val="diagram"/>
  <p:tag name="KSO_WM_TEMPLATE_INDEX" val="20227925"/>
  <p:tag name="KSO_WM_UNIT_LAYERLEVEL" val="1_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319.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4_1"/>
  <p:tag name="KSO_WM_UNIT_ID" val="diagram20227925_6*n_h_h_x*1_2_4_1"/>
  <p:tag name="KSO_WM_TEMPLATE_CATEGORY" val="diagram"/>
  <p:tag name="KSO_WM_TEMPLATE_INDEX" val="20227925"/>
  <p:tag name="KSO_WM_UNIT_LAYERLEVEL" val="1_1_1_1"/>
  <p:tag name="KSO_WM_TAG_VERSION" val="1.0"/>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UNIT_TABLE_BEAUTIFY" val="smartTable{de144071-ba86-4450-9be4-63c337df3518}"/>
  <p:tag name="KSO_WM_BEAUTIFY_FLAG" val=""/>
  <p:tag name="TABLE_ENDDRAG_ORIGIN_RECT" val="751*314"/>
  <p:tag name="TABLE_ENDDRAG_RECT" val="59*145*751*314"/>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UNIT_TABLE_BEAUTIFY" val="smartTable{de144071-ba86-4450-9be4-63c337df3518}"/>
  <p:tag name="KSO_WM_BEAUTIFY_FLAG" val=""/>
  <p:tag name="TABLE_ENDDRAG_ORIGIN_RECT" val="751*314"/>
  <p:tag name="TABLE_ENDDRAG_RECT" val="59*145*751*314"/>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29,&quot;width&quot;:8415}"/>
</p:tagLst>
</file>

<file path=ppt/tags/tag345.xml><?xml version="1.0" encoding="utf-8"?>
<p:tagLst xmlns:a="http://schemas.openxmlformats.org/drawingml/2006/main" xmlns:r="http://schemas.openxmlformats.org/officeDocument/2006/relationships" xmlns:p="http://schemas.openxmlformats.org/presentationml/2006/main">
  <p:tag name="KSO_WM_UNIT_TABLE_BEAUTIFY" val="smartTable{b3be23b9-1a03-4e2d-9d00-fcefd744c6bf}"/>
  <p:tag name="TABLE_ENDDRAG_ORIGIN_RECT" val="753*469"/>
  <p:tag name="TABLE_ENDDRAG_RECT" val="80*64*753*469"/>
  <p:tag name="TABLE_SKINIDX" val="0"/>
  <p:tag name="TABLE_COLORIDX" val="7"/>
  <p:tag name="TABLE_COLOR_RGB" val="0x000000*0xFFFFFF*0x212121*0xFFFFFF*0xF98638*0xFFB829*0x37BECC*0x1687A5*0x3A3A47*0xC7DADD"/>
</p:tagLst>
</file>

<file path=ppt/tags/tag346.xml><?xml version="1.0" encoding="utf-8"?>
<p:tagLst xmlns:a="http://schemas.openxmlformats.org/drawingml/2006/main" xmlns:r="http://schemas.openxmlformats.org/officeDocument/2006/relationships" xmlns:p="http://schemas.openxmlformats.org/presentationml/2006/main">
  <p:tag name="KSO_WM_UNIT_TABLE_BEAUTIFY" val="smartTable{b3be23b9-1a03-4e2d-9d00-fcefd744c6bf}"/>
  <p:tag name="TABLE_ENDDRAG_ORIGIN_RECT" val="753*469"/>
  <p:tag name="TABLE_ENDDRAG_RECT" val="80*64*753*469"/>
  <p:tag name="TABLE_SKINIDX" val="0"/>
  <p:tag name="TABLE_COLORIDX" val="7"/>
  <p:tag name="TABLE_COLOR_RGB" val="0x000000*0xFFFFFF*0x212121*0xFFFFFF*0xF98638*0xFFB829*0x37BECC*0x1687A5*0x3A3A47*0xC7DADD"/>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UNIT_TABLE_BEAUTIFY" val="smartTable{b3be23b9-1a03-4e2d-9d00-fcefd744c6bf}"/>
  <p:tag name="TABLE_ENDDRAG_ORIGIN_RECT" val="753*469"/>
  <p:tag name="TABLE_ENDDRAG_RECT" val="80*64*753*469"/>
  <p:tag name="TABLE_SKINIDX" val="0"/>
  <p:tag name="TABLE_COLORIDX" val="7"/>
  <p:tag name="TABLE_COLOR_RGB" val="0x000000*0xFFFFFF*0x212121*0xFFFFFF*0xF98638*0xFFB829*0x37BECC*0x1687A5*0x3A3A47*0xC7DADD"/>
</p:tagLst>
</file>

<file path=ppt/tags/tag351.xml><?xml version="1.0" encoding="utf-8"?>
<p:tagLst xmlns:a="http://schemas.openxmlformats.org/drawingml/2006/main" xmlns:r="http://schemas.openxmlformats.org/officeDocument/2006/relationships" xmlns:p="http://schemas.openxmlformats.org/presentationml/2006/main">
  <p:tag name="KSO_WM_UNIT_TABLE_BEAUTIFY" val="smartTable{de144071-ba86-4450-9be4-63c337df3518}"/>
  <p:tag name="KSO_WM_BEAUTIFY_FLAG" val=""/>
  <p:tag name="TABLE_ENDDRAG_ORIGIN_RECT" val="751*314"/>
  <p:tag name="TABLE_ENDDRAG_RECT" val="59*145*751*314"/>
</p:tagLst>
</file>

<file path=ppt/tags/tag35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7937.007874015748,&quot;width&quot;:13634.529133858268}"/>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0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0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UNIT_TABLE_BEAUTIFY" val="smartTable{c1f03998-3d0c-4598-bf6f-78cef21543d7}"/>
  <p:tag name="TABLE_ENDDRAG_ORIGIN_RECT" val="867*336"/>
  <p:tag name="TABLE_ENDDRAG_RECT" val="35*114*867*336"/>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7925_6*n_h_a*1_1_1"/>
  <p:tag name="KSO_WM_TEMPLATE_CATEGORY" val="diagram"/>
  <p:tag name="KSO_WM_TEMPLATE_INDEX" val="20227925"/>
  <p:tag name="KSO_WM_UNIT_LAYERLEVEL" val="1_1_1"/>
  <p:tag name="KSO_WM_TAG_VERSION" val="1.0"/>
  <p:tag name="KSO_WM_BEAUTIFY_FLAG" val="#wm#"/>
  <p:tag name="KSO_WM_UNIT_TEXT_FILL_FORE_SCHEMECOLOR_INDEX" val="10"/>
  <p:tag name="KSO_WM_UNIT_TEXT_FILL_TYPE" val="1"/>
</p:tagLst>
</file>

<file path=ppt/tags/tag44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6_1"/>
  <p:tag name="KSO_WM_UNIT_ID" val="diagram20227925_6*n_h_h_f*1_2_6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4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6_1"/>
  <p:tag name="KSO_WM_UNIT_ID" val="diagram20227925_6*n_h_h_a*1_2_6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4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5_1"/>
  <p:tag name="KSO_WM_UNIT_ID" val="diagram20227925_6*n_h_h_f*1_2_5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5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5_1"/>
  <p:tag name="KSO_WM_UNIT_ID" val="diagram20227925_6*n_h_h_a*1_2_5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5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27925_6*n_h_h_f*1_2_1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27925_6*n_h_h_a*1_2_1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5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27925_6*n_h_h_f*1_2_2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2_1"/>
  <p:tag name="KSO_WM_UNIT_ID" val="diagram20227925_6*n_h_h_a*1_2_2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5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227925_6*n_h_h_f*1_2_3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3_1"/>
  <p:tag name="KSO_WM_UNIT_ID" val="diagram20227925_6*n_h_h_a*1_2_3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5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4_1"/>
  <p:tag name="KSO_WM_UNIT_ID" val="diagram20227925_6*n_h_h_f*1_2_4_1"/>
  <p:tag name="KSO_WM_TEMPLATE_CATEGORY" val="diagram"/>
  <p:tag name="KSO_WM_TEMPLATE_INDEX" val="20227925"/>
  <p:tag name="KSO_WM_UNIT_LAYERLEVEL" val="1_1_1_1"/>
  <p:tag name="KSO_WM_TAG_VERSION" val="1.0"/>
  <p:tag name="KSO_WM_BEAUTIFY_FLAG" val="#wm#"/>
  <p:tag name="KSO_WM_UNIT_TEXT_FILL_FORE_SCHEMECOLOR_INDEX" val="13"/>
  <p:tag name="KSO_WM_UNIT_TEXT_FILL_TYPE" val="1"/>
</p:tagLst>
</file>

<file path=ppt/tags/tag4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4_1"/>
  <p:tag name="KSO_WM_UNIT_ID" val="diagram20227925_6*n_h_h_a*1_2_4_1"/>
  <p:tag name="KSO_WM_TEMPLATE_CATEGORY" val="diagram"/>
  <p:tag name="KSO_WM_TEMPLATE_INDEX" val="20227925"/>
  <p:tag name="KSO_WM_UNIT_LAYERLEVEL" val="1_1_1_1"/>
  <p:tag name="KSO_WM_TAG_VERSION" val="1.0"/>
  <p:tag name="KSO_WM_BEAUTIFY_FLAG" val="#wm#"/>
  <p:tag name="KSO_WM_UNIT_TEXT_FILL_FORE_SCHEMECOLOR_INDEX" val="10"/>
  <p:tag name="KSO_WM_UNIT_TEXT_FILL_TYPE" val="1"/>
</p:tagLst>
</file>

<file path=ppt/tags/tag459.xml><?xml version="1.0" encoding="utf-8"?>
<p:tagLst xmlns:a="http://schemas.openxmlformats.org/drawingml/2006/main" xmlns:r="http://schemas.openxmlformats.org/officeDocument/2006/relationships" xmlns:p="http://schemas.openxmlformats.org/presentationml/2006/main">
  <p:tag name="KSO_WM_UNIT_VALUE" val="103*10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5_2"/>
  <p:tag name="KSO_WM_UNIT_ID" val="diagram20227925_6*n_h_h_x*1_2_5_2"/>
  <p:tag name="KSO_WM_TEMPLATE_CATEGORY" val="diagram"/>
  <p:tag name="KSO_WM_TEMPLATE_INDEX" val="20227925"/>
  <p:tag name="KSO_WM_UNIT_LAYERLEVEL" val="1_1_1_1"/>
  <p:tag name="KSO_WM_TAG_VERSION" val="1.0"/>
  <p:tag name="KSO_WM_BEAUTIFY_FLAG" val="#wm#"/>
</p:tagLst>
</file>

<file path=ppt/tags/tag460.xml><?xml version="1.0" encoding="utf-8"?>
<p:tagLst xmlns:a="http://schemas.openxmlformats.org/drawingml/2006/main" xmlns:r="http://schemas.openxmlformats.org/officeDocument/2006/relationships" xmlns:p="http://schemas.openxmlformats.org/presentationml/2006/main">
  <p:tag name="KSO_WM_UNIT_VALUE" val="103*10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2"/>
  <p:tag name="KSO_WM_UNIT_ID" val="diagram20227925_6*n_h_h_x*1_2_2_2"/>
  <p:tag name="KSO_WM_TEMPLATE_CATEGORY" val="diagram"/>
  <p:tag name="KSO_WM_TEMPLATE_INDEX" val="20227925"/>
  <p:tag name="KSO_WM_UNIT_LAYERLEVEL" val="1_1_1_1"/>
  <p:tag name="KSO_WM_TAG_VERSION" val="1.0"/>
  <p:tag name="KSO_WM_BEAUTIFY_FLAG" val="#wm#"/>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27925_6*n_h_h_i*1_2_3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62.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27925_6*n_h_h_x*1_2_3_1"/>
  <p:tag name="KSO_WM_TEMPLATE_CATEGORY" val="diagram"/>
  <p:tag name="KSO_WM_TEMPLATE_INDEX" val="20227925"/>
  <p:tag name="KSO_WM_UNIT_LAYERLEVEL" val="1_1_1_1"/>
  <p:tag name="KSO_WM_TAG_VERSION" val="1.0"/>
  <p:tag name="KSO_WM_BEAUTIFY_FLAG" val="#wm#"/>
</p:tagLst>
</file>

<file path=ppt/tags/tag4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27925_6*n_h_h_i*1_2_5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64.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5_1"/>
  <p:tag name="KSO_WM_UNIT_ID" val="diagram20227925_6*n_h_h_x*1_2_5_1"/>
  <p:tag name="KSO_WM_TEMPLATE_CATEGORY" val="diagram"/>
  <p:tag name="KSO_WM_TEMPLATE_INDEX" val="20227925"/>
  <p:tag name="KSO_WM_UNIT_LAYERLEVEL" val="1_1_1_1"/>
  <p:tag name="KSO_WM_TAG_VERSION" val="1.0"/>
  <p:tag name="KSO_WM_BEAUTIFY_FLAG" val="#wm#"/>
</p:tagLst>
</file>

<file path=ppt/tags/tag4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6_1"/>
  <p:tag name="KSO_WM_UNIT_ID" val="diagram20227925_6*n_h_h_i*1_2_6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66.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6_1"/>
  <p:tag name="KSO_WM_UNIT_ID" val="diagram20227925_6*n_h_h_x*1_2_6_1"/>
  <p:tag name="KSO_WM_TEMPLATE_CATEGORY" val="diagram"/>
  <p:tag name="KSO_WM_TEMPLATE_INDEX" val="20227925"/>
  <p:tag name="KSO_WM_UNIT_LAYERLEVEL" val="1_1_1_1"/>
  <p:tag name="KSO_WM_TAG_VERSION" val="1.0"/>
  <p:tag name="KSO_WM_BEAUTIFY_FLAG" val="#wm#"/>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27925_6*n_h_h_i*1_2_1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68.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27925_6*n_h_h_x*1_2_1_1"/>
  <p:tag name="KSO_WM_TEMPLATE_CATEGORY" val="diagram"/>
  <p:tag name="KSO_WM_TEMPLATE_INDEX" val="20227925"/>
  <p:tag name="KSO_WM_UNIT_LAYERLEVEL" val="1_1_1_1"/>
  <p:tag name="KSO_WM_TAG_VERSION" val="1.0"/>
  <p:tag name="KSO_WM_BEAUTIFY_FLAG" val="#wm#"/>
</p:tagLst>
</file>

<file path=ppt/tags/tag4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27925_6*n_h_h_i*1_2_2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70.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27925_6*n_h_h_x*1_2_2_1"/>
  <p:tag name="KSO_WM_TEMPLATE_CATEGORY" val="diagram"/>
  <p:tag name="KSO_WM_TEMPLATE_INDEX" val="20227925"/>
  <p:tag name="KSO_WM_UNIT_LAYERLEVEL" val="1_1_1_1"/>
  <p:tag name="KSO_WM_TAG_VERSION" val="1.0"/>
  <p:tag name="KSO_WM_BEAUTIFY_FLAG" val="#wm#"/>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27925_6*n_h_h_i*1_2_4_1"/>
  <p:tag name="KSO_WM_TEMPLATE_CATEGORY" val="diagram"/>
  <p:tag name="KSO_WM_TEMPLATE_INDEX" val="20227925"/>
  <p:tag name="KSO_WM_UNIT_LAYERLEVEL" val="1_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72.xml><?xml version="1.0" encoding="utf-8"?>
<p:tagLst xmlns:a="http://schemas.openxmlformats.org/drawingml/2006/main" xmlns:r="http://schemas.openxmlformats.org/officeDocument/2006/relationships" xmlns:p="http://schemas.openxmlformats.org/presentationml/2006/main">
  <p:tag name="KSO_WM_UNIT_VALUE" val="154*15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4_1"/>
  <p:tag name="KSO_WM_UNIT_ID" val="diagram20227925_6*n_h_h_x*1_2_4_1"/>
  <p:tag name="KSO_WM_TEMPLATE_CATEGORY" val="diagram"/>
  <p:tag name="KSO_WM_TEMPLATE_INDEX" val="20227925"/>
  <p:tag name="KSO_WM_UNIT_LAYERLEVEL" val="1_1_1_1"/>
  <p:tag name="KSO_WM_TAG_VERSION" val="1.0"/>
  <p:tag name="KSO_WM_BEAUTIFY_FLAG" val="#wm#"/>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1"/>
  <p:tag name="KSO_WM_SPECIAL_SOURCE" val="bdnull"/>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heme/theme1.xml><?xml version="1.0" encoding="utf-8"?>
<a:theme xmlns:a="http://schemas.openxmlformats.org/drawingml/2006/main" name="封面+尾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一级目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纯文字类">
  <a:themeElements>
    <a:clrScheme name="自定义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图文结合类">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2196</TotalTime>
  <Words>9021</Words>
  <Application>Microsoft Office PowerPoint</Application>
  <PresentationFormat>宽屏</PresentationFormat>
  <Paragraphs>762</Paragraphs>
  <Slides>169</Slides>
  <Notes>8</Notes>
  <HiddenSlides>0</HiddenSlides>
  <MMClips>0</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169</vt:i4>
      </vt:variant>
    </vt:vector>
  </HeadingPairs>
  <TitlesOfParts>
    <vt:vector size="187" baseType="lpstr">
      <vt:lpstr>-apple-system</vt:lpstr>
      <vt:lpstr>Microsoft YaHei Regular</vt:lpstr>
      <vt:lpstr>等线</vt:lpstr>
      <vt:lpstr>思源黑体 CN Normal</vt:lpstr>
      <vt:lpstr>宋体</vt:lpstr>
      <vt:lpstr>微软雅黑</vt:lpstr>
      <vt:lpstr>字魂105号-简雅黑</vt:lpstr>
      <vt:lpstr>字魂181号-飞驰标题体</vt:lpstr>
      <vt:lpstr>字魂58号-创中黑</vt:lpstr>
      <vt:lpstr>Arial</vt:lpstr>
      <vt:lpstr>Calibri</vt:lpstr>
      <vt:lpstr>Lato Light</vt:lpstr>
      <vt:lpstr>Times New Roman</vt:lpstr>
      <vt:lpstr>Wingdings</vt:lpstr>
      <vt:lpstr>封面+尾页</vt:lpstr>
      <vt:lpstr>一级目录</vt:lpstr>
      <vt:lpstr>纯文字类</vt:lpstr>
      <vt:lpstr>图文结合类</vt:lpstr>
      <vt:lpstr>通达信iTendx研究终端</vt:lpstr>
      <vt:lpstr>PowerPoint 演示文稿</vt:lpstr>
      <vt:lpstr>PowerPoint 演示文稿</vt:lpstr>
      <vt:lpstr>1.品牌介绍</vt:lpstr>
      <vt:lpstr>2.  市场地位</vt:lpstr>
      <vt:lpstr>PowerPoint 演示文稿</vt:lpstr>
      <vt:lpstr>PowerPoint 演示文稿</vt:lpstr>
      <vt:lpstr>PowerPoint 演示文稿</vt:lpstr>
      <vt:lpstr>PowerPoint 演示文稿</vt:lpstr>
      <vt:lpstr>PowerPoint 演示文稿</vt:lpstr>
      <vt:lpstr>1-1 行情-股票（A股、B股、新三板、港股、美股、德股等）</vt:lpstr>
      <vt:lpstr>1-2 行情-基金（EFT基金、LOF基金、REITS等）</vt:lpstr>
      <vt:lpstr>1-3 行情-债券（债券现券、资金市场、可转债等）</vt:lpstr>
      <vt:lpstr>债券行情源（经纪商、CFETS、沪深交易所、上证固收平台等）</vt:lpstr>
      <vt:lpstr>1-4 行情-期货/期权</vt:lpstr>
      <vt:lpstr>1-5 行情-外汇</vt:lpstr>
      <vt:lpstr>1-6 股票看盘-多股行情-自定义栏目</vt:lpstr>
      <vt:lpstr>1-6 股票看盘-多股行情-行情筛选</vt:lpstr>
      <vt:lpstr> 1-6 股票看盘-多股行情-多股同列</vt:lpstr>
      <vt:lpstr>1-6 股票看盘-个股行情-股票盘口</vt:lpstr>
      <vt:lpstr>1-6 股票看盘-个股行情-超级盘口</vt:lpstr>
      <vt:lpstr>1-6 股票看盘-个股行情-多周期看盘</vt:lpstr>
      <vt:lpstr>1-6 股票看盘-指标看盘</vt:lpstr>
      <vt:lpstr>1-7 债券看盘-多券行情</vt:lpstr>
      <vt:lpstr> 1-7 债券看盘-个券行情</vt:lpstr>
      <vt:lpstr>PowerPoint 演示文稿</vt:lpstr>
      <vt:lpstr>2-1  资讯与研报-7*24小时资讯</vt:lpstr>
      <vt:lpstr>2-2 资讯与研报-研报大全</vt:lpstr>
      <vt:lpstr>2-2 资讯与研报-研报大全（按来源搜索）</vt:lpstr>
      <vt:lpstr>2-2 资讯与研报-研报大全（按公司搜索）</vt:lpstr>
      <vt:lpstr>2-2 资讯与研报-研报大全-券商金股</vt:lpstr>
      <vt:lpstr>2-3 资讯与研报-互动易</vt:lpstr>
      <vt:lpstr>2-4 资讯与研报-路演活动</vt:lpstr>
      <vt:lpstr>2-5 资讯与研报-舆情监控</vt:lpstr>
      <vt:lpstr>2-6 资讯与研报-法律法规</vt:lpstr>
      <vt:lpstr>PowerPoint 演示文稿</vt:lpstr>
      <vt:lpstr>PowerPoint 演示文稿</vt:lpstr>
      <vt:lpstr>3-1 宏观数据概览</vt:lpstr>
      <vt:lpstr>PowerPoint 演示文稿</vt:lpstr>
      <vt:lpstr>PowerPoint 演示文稿</vt:lpstr>
      <vt:lpstr>3-1 宏观数据示例</vt:lpstr>
      <vt:lpstr>3-2 行业数据库</vt:lpstr>
      <vt:lpstr>PowerPoint 演示文稿</vt:lpstr>
      <vt:lpstr>PowerPoint 演示文稿</vt:lpstr>
      <vt:lpstr>PowerPoint 演示文稿</vt:lpstr>
      <vt:lpstr>3-3 数据浏览器-优势</vt:lpstr>
      <vt:lpstr>PowerPoint 演示文稿</vt:lpstr>
      <vt:lpstr>3-3 数据浏览器-分类示例</vt:lpstr>
      <vt:lpstr>3-3 数据浏览器-分类示例-债券浏览器</vt:lpstr>
      <vt:lpstr>3-3 数据浏览器-分类示例</vt:lpstr>
      <vt:lpstr>3-5 深度资料-概览</vt:lpstr>
      <vt:lpstr>3-5 深度资料-概览</vt:lpstr>
      <vt:lpstr>3-5 深度资料-功能栏目</vt:lpstr>
      <vt:lpstr>3-5 深度资料-功能栏目 </vt:lpstr>
      <vt:lpstr>3-5 深度资料-示例-股票-财报数据 </vt:lpstr>
      <vt:lpstr>3-5 深度资料-示例-股票-估值走势 </vt:lpstr>
      <vt:lpstr>3-5 深度资料-示例-股票-财务分析 </vt:lpstr>
      <vt:lpstr>3-5 深度资料-示例-债券</vt:lpstr>
      <vt:lpstr>3-5 深度资料-示例-债券-基本条款</vt:lpstr>
      <vt:lpstr>3-5 深度资料-示例-债券-信用评级 </vt:lpstr>
      <vt:lpstr>3-5 深度资料-示例 </vt:lpstr>
      <vt:lpstr>3-5 深度资料-示例 </vt:lpstr>
      <vt:lpstr>3-5 深度资料-示例 </vt:lpstr>
      <vt:lpstr>3-6 专题数据-专题概览</vt:lpstr>
      <vt:lpstr>3-6 专题数据-专题分类 </vt:lpstr>
      <vt:lpstr>3-6 专题数据-专题特色</vt:lpstr>
      <vt:lpstr>3-6 专题数据-专题特色</vt:lpstr>
      <vt:lpstr>3-6-1 宏观数据专题</vt:lpstr>
      <vt:lpstr>3-6-2 股票专题-A股</vt:lpstr>
      <vt:lpstr>3-6-2 股票专题-港股</vt:lpstr>
      <vt:lpstr>3-6-2 股票数据-美股</vt:lpstr>
      <vt:lpstr>3-6-3 专题数据-基金专题</vt:lpstr>
      <vt:lpstr>3-6-4 专题数据-银行理财专题</vt:lpstr>
      <vt:lpstr>PowerPoint 演示文稿</vt:lpstr>
      <vt:lpstr>4-1 分析-股票分析-技术面分析-技术指标-海量的系统指标</vt:lpstr>
      <vt:lpstr>4-1 分析-股票分析-技术面分析-技术指标-自定义指标</vt:lpstr>
      <vt:lpstr>4-1 分析-股票分析-技术面分析-技术指标-双端互通</vt:lpstr>
      <vt:lpstr>4-1 分析-股票分析-技术面分析-形态特征-K线形态</vt:lpstr>
      <vt:lpstr>4-1 分析-股票分析-技术面分析-形态特征-K线形态</vt:lpstr>
      <vt:lpstr>4-1 分析-股票分析-技术面分析-形态特征-强弱走势</vt:lpstr>
      <vt:lpstr>4-1 分析-股票分析-技术面分析-相似K线</vt:lpstr>
      <vt:lpstr>4-1 分析-股票分析-技术面分析-连板天梯</vt:lpstr>
      <vt:lpstr>4-1 分析-股票分析-盘口分析-程序单分析</vt:lpstr>
      <vt:lpstr>4-1 分析-股票分析-盘口分析-撤单分析</vt:lpstr>
      <vt:lpstr>4-1 定制品种分析</vt:lpstr>
      <vt:lpstr>4-2 分析-股票分析-资金面分析-主力资金</vt:lpstr>
      <vt:lpstr>4-2 分析-股票分析-资金面分析-主力资金</vt:lpstr>
      <vt:lpstr>4-2 分析-股票分析-资金面分析-大单分析</vt:lpstr>
      <vt:lpstr>4-2 分析-股票分析-资金面分析-DDE和SUP选股</vt:lpstr>
      <vt:lpstr>4-2 分析-股票分析-资金面分析-两融资金</vt:lpstr>
      <vt:lpstr>4-2 分析-股票分析-资金面分析-龙虎榜</vt:lpstr>
      <vt:lpstr>4-2 分析-股票分析-资金面分析-龙虎榜</vt:lpstr>
      <vt:lpstr>4-2 分析-股票分析-资金面分析-沪深港通</vt:lpstr>
      <vt:lpstr>4-2 分析-股票分析-资金面分析-增减持</vt:lpstr>
      <vt:lpstr>4-2 分析-股票分析-资金面分析-大宗交易</vt:lpstr>
      <vt:lpstr>4-2 分析-股票分析-资金面分析-实时资金流向</vt:lpstr>
      <vt:lpstr>4-2 分析-股票分析-资金面分析-DDE和SUP选股</vt:lpstr>
      <vt:lpstr>4-2 分析-股票分析-资金面分析-DDE和SUP选股</vt:lpstr>
      <vt:lpstr>4-3 分析-股票分析-基本面分析-财务分析</vt:lpstr>
      <vt:lpstr>4-3 分析-股票分析-基本面分析-经营分析</vt:lpstr>
      <vt:lpstr>4-3 分析-股票分析-基本面分析-股东分析-股东追踪</vt:lpstr>
      <vt:lpstr>4-3 分析-股票分析-基本面分析-机构分析-机构持仓</vt:lpstr>
      <vt:lpstr>4-3 分析-股票分析-基本面分析-估值分析-估值走势</vt:lpstr>
      <vt:lpstr>4-3 分析-股票分析-基本面分析-指标B</vt:lpstr>
      <vt:lpstr>4-3 分析-股票分析-基本面分析-估值分析-估值计算器</vt:lpstr>
      <vt:lpstr>4-3 分析-股票分析-风险分析-扫雷宝</vt:lpstr>
      <vt:lpstr>4-3 分析-股票分析-风险扫描</vt:lpstr>
      <vt:lpstr>4-4 分析-债券分析-市场整体分析</vt:lpstr>
      <vt:lpstr>4-4 分析-债券分析-利率债分析</vt:lpstr>
      <vt:lpstr>4-4 分析-债券分析-利率债分析</vt:lpstr>
      <vt:lpstr>4-4 分析-债券分析-信用债分析</vt:lpstr>
      <vt:lpstr>4-4 分析-债券分析-城投债分析</vt:lpstr>
      <vt:lpstr>PowerPoint 演示文稿</vt:lpstr>
      <vt:lpstr>5-1-1 板块、主题和行业-板块-板块分类</vt:lpstr>
      <vt:lpstr>5-1-2 板块、主题和行业-板块-板块地图</vt:lpstr>
      <vt:lpstr>5-1-3 板块、主题和行业-板块-板块云图</vt:lpstr>
      <vt:lpstr>5-2-1 板块、主题和行业-主题-主题库</vt:lpstr>
      <vt:lpstr>03-5 主题库</vt:lpstr>
      <vt:lpstr>5-2-2 板块、主题和行业-主题-题材龙头</vt:lpstr>
      <vt:lpstr>PowerPoint 演示文稿</vt:lpstr>
      <vt:lpstr>PowerPoint 演示文稿</vt:lpstr>
      <vt:lpstr>PowerPoint 演示文稿</vt:lpstr>
      <vt:lpstr>5-3-1 板块、主题和行业-行业-行业对比分析-全景图</vt:lpstr>
      <vt:lpstr>5-3-1 板块、主题和行业-行业-行业对比分析-个股品类</vt:lpstr>
      <vt:lpstr>PowerPoint 演示文稿</vt:lpstr>
      <vt:lpstr>PowerPoint 演示文稿</vt:lpstr>
      <vt:lpstr>5-3-1 板块、主题和行业-行业-行业对比分析-主营构成</vt:lpstr>
      <vt:lpstr>PowerPoint 演示文稿</vt:lpstr>
      <vt:lpstr>5-3-1 板块、主题和行业-行业-行业对比分析-投资时钟</vt:lpstr>
      <vt:lpstr>PowerPoint 演示文稿</vt:lpstr>
      <vt:lpstr>PowerPoint 演示文稿</vt:lpstr>
      <vt:lpstr>5-3-3 板块、主题和行业-行业-行业数据库</vt:lpstr>
      <vt:lpstr>PowerPoint 演示文稿</vt:lpstr>
      <vt:lpstr>5-3-4 板块、主题和行业-行业-产业链</vt:lpstr>
      <vt:lpstr>PowerPoint 演示文稿</vt:lpstr>
      <vt:lpstr>5-3-5 板块、主题和行业-行业-行业对比分析-投资时钟</vt:lpstr>
      <vt:lpstr>PowerPoint 演示文稿</vt:lpstr>
      <vt:lpstr>6-1 触发条件策略</vt:lpstr>
      <vt:lpstr>6-2 自动交易策略</vt:lpstr>
      <vt:lpstr>6-3 程序交易评测系统</vt:lpstr>
      <vt:lpstr>6-4 组合策略</vt:lpstr>
      <vt:lpstr>PowerPoint 演示文稿</vt:lpstr>
      <vt:lpstr>7-1 智能与便利-excel插件</vt:lpstr>
      <vt:lpstr>7-1 智能与便利-excel插件-功能说明</vt:lpstr>
      <vt:lpstr>7-1 智能与便利-excel插件-概览  </vt:lpstr>
      <vt:lpstr>7-1 智能与便利-excel插件-函数搜索</vt:lpstr>
      <vt:lpstr>7-1 智能与便利-excel插件-函数搜索</vt:lpstr>
      <vt:lpstr>7-1 智能与便利-excel插件-实时行情</vt:lpstr>
      <vt:lpstr>7-1 智能与便利-excel插件-财务报表  </vt:lpstr>
      <vt:lpstr>7-1智能与便利-excel插件-edb与专题数据</vt:lpstr>
      <vt:lpstr>7-2 智能和便利-各类股票池</vt:lpstr>
      <vt:lpstr>7-2 智能和便利-各类股票池</vt:lpstr>
      <vt:lpstr>PowerPoint 演示文稿</vt:lpstr>
      <vt:lpstr>PowerPoint 演示文稿</vt:lpstr>
      <vt:lpstr>7-2 智能和便利-各类股票池</vt:lpstr>
      <vt:lpstr>7-2 智能和便利-各类股票池</vt:lpstr>
      <vt:lpstr>7-3 智能和便利-自定义选股/债/基</vt:lpstr>
      <vt:lpstr>7-3 智能和便利-自定义选股/债/基</vt:lpstr>
      <vt:lpstr>7-4 智能与便捷-AI问小达</vt:lpstr>
      <vt:lpstr>7-5 智能和便利-条件预警-股票</vt:lpstr>
      <vt:lpstr>7.5 智能与便捷-条件预警-债券</vt:lpstr>
      <vt:lpstr>7-6 智能与便利-定制版面</vt:lpstr>
      <vt:lpstr>7-7 智能与便利-定制版面</vt:lpstr>
      <vt:lpstr>7-6 智能与便利-定制版面</vt:lpstr>
      <vt:lpstr>7-7 智能与便捷-灵活屏、副屏、分屏</vt:lpstr>
      <vt:lpstr>7-8 智能和便利-自定义看盘风格</vt:lpstr>
      <vt:lpstr>7-8 智能和便利-自定义看盘风格</vt:lpstr>
      <vt:lpstr>7-9 智能和便利-画线工具和电子教鞭</vt:lpstr>
      <vt:lpstr>感谢观看！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通达信软件</dc:title>
  <dc:creator>DELL</dc:creator>
  <cp:lastModifiedBy>Aloysius Lim</cp:lastModifiedBy>
  <cp:revision>482</cp:revision>
  <dcterms:created xsi:type="dcterms:W3CDTF">2023-05-29T01:45:00Z</dcterms:created>
  <dcterms:modified xsi:type="dcterms:W3CDTF">2026-01-29T05:49:39Z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2052-11.1.0.11372</vt:lpwstr>
  </property>
  <property fmtid="{D5CDD505-2E9C-101B-9397-08002B2CF9AE}" pid="3" name="ICV">
    <vt:lpwstr>2E072EFDC8F6415C81DDF90CBA8C95F8_11</vt:lpwstr>
  </property>
</Properties>
</file>